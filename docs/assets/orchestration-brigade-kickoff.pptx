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62" r:id="rId6"/>
    <p:sldId id="263" r:id="rId7"/>
    <p:sldId id="265" r:id="rId8"/>
    <p:sldId id="264" r:id="rId9"/>
    <p:sldId id="261" r:id="rId10"/>
    <p:sldId id="268" r:id="rId11"/>
    <p:sldId id="260" r:id="rId12"/>
    <p:sldId id="259" r:id="rId13"/>
    <p:sldId id="267" r:id="rId14"/>
    <p:sldId id="271" r:id="rId15"/>
    <p:sldId id="272" r:id="rId16"/>
    <p:sldId id="273" r:id="rId17"/>
    <p:sldId id="270" r:id="rId18"/>
    <p:sldId id="274" r:id="rId19"/>
    <p:sldId id="26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-1928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printerSettings" Target="printerSettings/printerSettings1.bin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41A96-177C-AD49-9559-A67FA723F879}" type="datetimeFigureOut">
              <a:rPr lang="en-US" smtClean="0"/>
              <a:t>10/13/17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38CD-A19E-8F49-952E-FBF44A451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7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41A96-177C-AD49-9559-A67FA723F879}" type="datetimeFigureOut">
              <a:rPr lang="en-US" smtClean="0"/>
              <a:t>10/13/17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38CD-A19E-8F49-952E-FBF44A451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93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41A96-177C-AD49-9559-A67FA723F879}" type="datetimeFigureOut">
              <a:rPr lang="en-US" smtClean="0"/>
              <a:t>10/13/17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38CD-A19E-8F49-952E-FBF44A451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50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41A96-177C-AD49-9559-A67FA723F879}" type="datetimeFigureOut">
              <a:rPr lang="en-US" smtClean="0"/>
              <a:t>10/13/17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38CD-A19E-8F49-952E-FBF44A451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52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41A96-177C-AD49-9559-A67FA723F879}" type="datetimeFigureOut">
              <a:rPr lang="en-US" smtClean="0"/>
              <a:t>10/13/17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38CD-A19E-8F49-952E-FBF44A451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10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41A96-177C-AD49-9559-A67FA723F879}" type="datetimeFigureOut">
              <a:rPr lang="en-US" smtClean="0"/>
              <a:t>10/13/17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38CD-A19E-8F49-952E-FBF44A451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23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41A96-177C-AD49-9559-A67FA723F879}" type="datetimeFigureOut">
              <a:rPr lang="en-US" smtClean="0"/>
              <a:t>10/13/17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38CD-A19E-8F49-952E-FBF44A451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89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41A96-177C-AD49-9559-A67FA723F879}" type="datetimeFigureOut">
              <a:rPr lang="en-US" smtClean="0"/>
              <a:t>10/13/17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38CD-A19E-8F49-952E-FBF44A451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36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41A96-177C-AD49-9559-A67FA723F879}" type="datetimeFigureOut">
              <a:rPr lang="en-US" smtClean="0"/>
              <a:t>10/13/17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38CD-A19E-8F49-952E-FBF44A451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67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41A96-177C-AD49-9559-A67FA723F879}" type="datetimeFigureOut">
              <a:rPr lang="en-US" smtClean="0"/>
              <a:t>10/13/17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38CD-A19E-8F49-952E-FBF44A451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41A96-177C-AD49-9559-A67FA723F879}" type="datetimeFigureOut">
              <a:rPr lang="en-US" smtClean="0"/>
              <a:t>10/13/17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238CD-A19E-8F49-952E-FBF44A451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46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41A96-177C-AD49-9559-A67FA723F879}" type="datetimeFigureOut">
              <a:rPr lang="en-US" smtClean="0"/>
              <a:t>10/13/17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238CD-A19E-8F49-952E-FBF44A451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1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sm.etsi.org/wikipub/index.php/OpenVIM_installation_(Release_THREE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Orchestration Brigade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809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are doing ?</a:t>
            </a:r>
            <a:endParaRPr lang="en-US" dirty="0"/>
          </a:p>
        </p:txBody>
      </p:sp>
      <p:pic>
        <p:nvPicPr>
          <p:cNvPr id="6" name="Picture 5" descr="nfv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584" y="2001871"/>
            <a:ext cx="5895216" cy="4575392"/>
          </a:xfrm>
          <a:prstGeom prst="rect">
            <a:avLst/>
          </a:prstGeom>
        </p:spPr>
      </p:pic>
      <p:pic>
        <p:nvPicPr>
          <p:cNvPr id="8" name="Picture 7" descr="ono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205" y="5494421"/>
            <a:ext cx="744490" cy="4936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6568" y="1240456"/>
            <a:ext cx="72177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Since  different </a:t>
            </a:r>
            <a:r>
              <a:rPr lang="en-US" dirty="0" err="1" smtClean="0"/>
              <a:t>opensource</a:t>
            </a:r>
            <a:r>
              <a:rPr lang="en-US" dirty="0" smtClean="0"/>
              <a:t> orchestration implementation are released ,</a:t>
            </a:r>
          </a:p>
          <a:p>
            <a:r>
              <a:rPr lang="en-US" dirty="0" err="1" smtClean="0"/>
              <a:t>Sdn</a:t>
            </a:r>
            <a:r>
              <a:rPr lang="en-US" dirty="0" smtClean="0"/>
              <a:t> controller integration to these are getting more important . </a:t>
            </a:r>
          </a:p>
          <a:p>
            <a:r>
              <a:rPr lang="en-US" dirty="0" smtClean="0"/>
              <a:t>With different orchestrator integrations  , we can learn their requirements 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6568" y="284747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And , extend community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6953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ONAP-Linu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421"/>
            <a:ext cx="9144000" cy="572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928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Source Orchestrators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OPNFV</a:t>
            </a:r>
          </a:p>
          <a:p>
            <a:r>
              <a:rPr lang="en-US" dirty="0" smtClean="0"/>
              <a:t>MANO</a:t>
            </a:r>
          </a:p>
          <a:p>
            <a:r>
              <a:rPr lang="en-US" dirty="0" err="1" smtClean="0"/>
              <a:t>OpenBaton</a:t>
            </a:r>
            <a:endParaRPr lang="en-US" dirty="0" smtClean="0"/>
          </a:p>
          <a:p>
            <a:r>
              <a:rPr lang="en-US" dirty="0" err="1" smtClean="0"/>
              <a:t>Onap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2450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Opnfv</a:t>
            </a:r>
            <a:endParaRPr lang="en-US" dirty="0"/>
          </a:p>
        </p:txBody>
      </p:sp>
      <p:pic>
        <p:nvPicPr>
          <p:cNvPr id="4" name="Picture 3" descr="opnfv_diagram_danube_03271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70625"/>
            <a:ext cx="7772400" cy="484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245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Onos</a:t>
            </a:r>
            <a:r>
              <a:rPr lang="en-US" dirty="0" smtClean="0"/>
              <a:t> status -OPNFV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Onos</a:t>
            </a:r>
            <a:r>
              <a:rPr lang="en-US" dirty="0" smtClean="0"/>
              <a:t> has been integrated in OPNFV  B,C,D releases. Because of lack of engineer resource , </a:t>
            </a:r>
            <a:r>
              <a:rPr lang="en-US" dirty="0" err="1" smtClean="0"/>
              <a:t>Onos</a:t>
            </a:r>
            <a:r>
              <a:rPr lang="en-US" dirty="0" smtClean="0"/>
              <a:t> will not be integrated in OPNFV E release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4692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OPNFV-XCI</a:t>
            </a:r>
            <a:endParaRPr lang="en-US" dirty="0"/>
          </a:p>
        </p:txBody>
      </p:sp>
      <p:pic>
        <p:nvPicPr>
          <p:cNvPr id="4" name="Picture 3" descr="image2017-7-31 16_7_36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603375"/>
            <a:ext cx="7058526" cy="45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7780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Opnvf</a:t>
            </a:r>
            <a:r>
              <a:rPr lang="mr-IN" dirty="0" smtClean="0"/>
              <a:t>–</a:t>
            </a:r>
            <a:r>
              <a:rPr lang="en-US" dirty="0" err="1" smtClean="0"/>
              <a:t>onos</a:t>
            </a:r>
            <a:r>
              <a:rPr lang="en-US" dirty="0" smtClean="0"/>
              <a:t>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Implementing </a:t>
            </a:r>
            <a:r>
              <a:rPr lang="en-US" dirty="0" err="1" smtClean="0"/>
              <a:t>ansible</a:t>
            </a:r>
            <a:r>
              <a:rPr lang="en-US" dirty="0" smtClean="0"/>
              <a:t> roles for </a:t>
            </a:r>
            <a:r>
              <a:rPr lang="en-US" dirty="0" err="1" smtClean="0"/>
              <a:t>onos</a:t>
            </a:r>
            <a:r>
              <a:rPr lang="en-US" dirty="0" smtClean="0"/>
              <a:t> integration to xci integration</a:t>
            </a:r>
          </a:p>
          <a:p>
            <a:r>
              <a:rPr lang="en-US" dirty="0" smtClean="0"/>
              <a:t>Finding requirements to integrate use cases to </a:t>
            </a:r>
            <a:r>
              <a:rPr lang="en-US" dirty="0" err="1" smtClean="0"/>
              <a:t>opnfv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0186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</a:t>
            </a:r>
            <a:r>
              <a:rPr lang="en-US" dirty="0"/>
              <a:t>Source MANO is an ETSI-hosted project to develop an Open Source NFV Management and Orchestration (MANO) software stack aligned with ETSI NFV.</a:t>
            </a:r>
          </a:p>
        </p:txBody>
      </p:sp>
    </p:spTree>
    <p:extLst>
      <p:ext uri="{BB962C8B-B14F-4D97-AF65-F5344CB8AC3E}">
        <p14:creationId xmlns:p14="http://schemas.microsoft.com/office/powerpoint/2010/main" val="24368429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OSM</a:t>
            </a:r>
            <a:endParaRPr lang="en-US" dirty="0"/>
          </a:p>
        </p:txBody>
      </p:sp>
      <p:pic>
        <p:nvPicPr>
          <p:cNvPr id="5" name="Picture 4" descr="open-source-manoosm-3-63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0848" y="1249615"/>
            <a:ext cx="9966991" cy="560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36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Osm</a:t>
            </a:r>
            <a:r>
              <a:rPr lang="en-US" dirty="0" smtClean="0"/>
              <a:t> </a:t>
            </a:r>
            <a:r>
              <a:rPr lang="en-US" dirty="0" err="1" smtClean="0"/>
              <a:t>OpenVIM</a:t>
            </a:r>
            <a:endParaRPr lang="en-US" dirty="0"/>
          </a:p>
        </p:txBody>
      </p:sp>
      <p:pic>
        <p:nvPicPr>
          <p:cNvPr id="4" name="Content Placeholder 3" descr="OpenvimDC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57" t="-3051" r="-6339" b="-1"/>
          <a:stretch/>
        </p:blipFill>
        <p:spPr>
          <a:xfrm>
            <a:off x="457200" y="1292726"/>
            <a:ext cx="8229600" cy="4977063"/>
          </a:xfrm>
        </p:spPr>
      </p:pic>
    </p:spTree>
    <p:extLst>
      <p:ext uri="{BB962C8B-B14F-4D97-AF65-F5344CB8AC3E}">
        <p14:creationId xmlns:p14="http://schemas.microsoft.com/office/powerpoint/2010/main" val="13796831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Osm</a:t>
            </a:r>
            <a:r>
              <a:rPr lang="mr-IN" dirty="0" smtClean="0"/>
              <a:t>–</a:t>
            </a:r>
            <a:r>
              <a:rPr lang="en-US" dirty="0" err="1" smtClean="0"/>
              <a:t>onos</a:t>
            </a:r>
            <a:r>
              <a:rPr lang="en-US" dirty="0" smtClean="0"/>
              <a:t> status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 smtClean="0"/>
              <a:t>Osm</a:t>
            </a:r>
            <a:r>
              <a:rPr lang="en-US" sz="1800" dirty="0" smtClean="0"/>
              <a:t> is also contributing </a:t>
            </a:r>
            <a:r>
              <a:rPr lang="en-US" sz="1800" dirty="0" err="1" smtClean="0"/>
              <a:t>onos</a:t>
            </a:r>
            <a:r>
              <a:rPr lang="en-US" sz="1800" dirty="0" smtClean="0"/>
              <a:t> . They are using </a:t>
            </a:r>
            <a:r>
              <a:rPr lang="en-US" sz="1800" dirty="0" err="1" smtClean="0"/>
              <a:t>onos</a:t>
            </a:r>
            <a:r>
              <a:rPr lang="en-US" sz="1800" dirty="0" smtClean="0"/>
              <a:t> in </a:t>
            </a:r>
            <a:r>
              <a:rPr lang="en-US" sz="1800" dirty="0" err="1" smtClean="0"/>
              <a:t>openvim</a:t>
            </a:r>
            <a:r>
              <a:rPr lang="en-US" sz="1800" dirty="0" smtClean="0"/>
              <a:t> installation . Documentation should be revised . </a:t>
            </a:r>
            <a:endParaRPr lang="en-US" sz="1800" dirty="0"/>
          </a:p>
          <a:p>
            <a:r>
              <a:rPr lang="en-US" sz="1800" dirty="0" smtClean="0"/>
              <a:t>Status will be updated .  </a:t>
            </a:r>
          </a:p>
          <a:p>
            <a:endParaRPr lang="en-US" sz="1800" dirty="0">
              <a:hlinkClick r:id="rId2"/>
            </a:endParaRPr>
          </a:p>
          <a:p>
            <a:r>
              <a:rPr lang="en-US" sz="1800" dirty="0" smtClean="0">
                <a:hlinkClick r:id="rId2"/>
              </a:rPr>
              <a:t>https://osm.etsi.org/wikipub/index.php/OSM_Release_TWO</a:t>
            </a:r>
          </a:p>
          <a:p>
            <a:r>
              <a:rPr lang="en-US" sz="1800" dirty="0" smtClean="0">
                <a:hlinkClick r:id="rId2"/>
              </a:rPr>
              <a:t>https://osm.etsi.org/wikipub/index.php/OpenVIM_installation_(Release_THREE</a:t>
            </a:r>
            <a:r>
              <a:rPr lang="en-US" sz="18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452319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Onap</a:t>
            </a:r>
            <a:endParaRPr lang="en-US" dirty="0"/>
          </a:p>
        </p:txBody>
      </p:sp>
      <p:pic>
        <p:nvPicPr>
          <p:cNvPr id="4" name="Picture 3" descr="Architecture-Amsterdam 091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846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123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Onap</a:t>
            </a:r>
            <a:r>
              <a:rPr lang="en-US" dirty="0" smtClean="0"/>
              <a:t>-status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Amsterdam release will be on mid- November</a:t>
            </a:r>
          </a:p>
          <a:p>
            <a:r>
              <a:rPr lang="en-US" dirty="0" err="1" smtClean="0"/>
              <a:t>Onos</a:t>
            </a:r>
            <a:r>
              <a:rPr lang="en-US" dirty="0" smtClean="0"/>
              <a:t> can be deployed into two place </a:t>
            </a:r>
          </a:p>
          <a:p>
            <a:pPr lvl="1"/>
            <a:r>
              <a:rPr lang="en-US" dirty="0" smtClean="0"/>
              <a:t>Replicate SDN-C</a:t>
            </a:r>
          </a:p>
          <a:p>
            <a:pPr lvl="1"/>
            <a:r>
              <a:rPr lang="en-US" dirty="0" smtClean="0"/>
              <a:t>Adding as 3</a:t>
            </a:r>
            <a:r>
              <a:rPr lang="en-US" baseline="30000" dirty="0" smtClean="0"/>
              <a:t>rd</a:t>
            </a:r>
            <a:r>
              <a:rPr lang="en-US" dirty="0" smtClean="0"/>
              <a:t> party controller to ONAP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1734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Replicate SDN-C</a:t>
            </a:r>
            <a:endParaRPr lang="en-US" dirty="0"/>
          </a:p>
        </p:txBody>
      </p:sp>
      <p:pic>
        <p:nvPicPr>
          <p:cNvPr id="4" name="Picture 3" descr="Screen Shot 2017-02-09 at 12.01.5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00281"/>
            <a:ext cx="8475579" cy="498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701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Onap-onos</a:t>
            </a:r>
            <a:r>
              <a:rPr lang="en-US" dirty="0" smtClean="0"/>
              <a:t> needs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Sdn</a:t>
            </a:r>
            <a:r>
              <a:rPr lang="en-US" dirty="0" smtClean="0"/>
              <a:t>-c replication should be out of focus . Too much dependencies .</a:t>
            </a:r>
          </a:p>
          <a:p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party controller integration to A&amp;AI . </a:t>
            </a:r>
          </a:p>
          <a:p>
            <a:pPr lvl="1"/>
            <a:r>
              <a:rPr lang="en-US" dirty="0" smtClean="0"/>
              <a:t>Flow diagrams .</a:t>
            </a:r>
          </a:p>
          <a:p>
            <a:pPr lvl="1"/>
            <a:r>
              <a:rPr lang="en-US" dirty="0" smtClean="0"/>
              <a:t>Requirements </a:t>
            </a:r>
          </a:p>
          <a:p>
            <a:pPr lvl="1"/>
            <a:r>
              <a:rPr lang="en-US" dirty="0" smtClean="0"/>
              <a:t>Documentation </a:t>
            </a:r>
          </a:p>
          <a:p>
            <a:pPr lvl="1"/>
            <a:r>
              <a:rPr lang="en-US" dirty="0" smtClean="0"/>
              <a:t>No implementation (First phase)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5658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OpenBaton</a:t>
            </a:r>
            <a:endParaRPr lang="en-US" dirty="0"/>
          </a:p>
        </p:txBody>
      </p:sp>
      <p:pic>
        <p:nvPicPr>
          <p:cNvPr id="4" name="Picture 3" descr="openbaton-arch-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37600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038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OpenBaton-Onos</a:t>
            </a:r>
            <a:r>
              <a:rPr lang="en-US" dirty="0" smtClean="0"/>
              <a:t>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use </a:t>
            </a:r>
            <a:r>
              <a:rPr lang="en-US" dirty="0" err="1" smtClean="0"/>
              <a:t>onos</a:t>
            </a:r>
            <a:r>
              <a:rPr lang="en-US" dirty="0" smtClean="0"/>
              <a:t> in </a:t>
            </a:r>
            <a:r>
              <a:rPr lang="en-US" dirty="0" err="1" smtClean="0"/>
              <a:t>openbaton</a:t>
            </a:r>
            <a:r>
              <a:rPr lang="en-US" dirty="0" smtClean="0"/>
              <a:t>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805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Contribution Time </a:t>
            </a:r>
            <a:r>
              <a:rPr lang="mr-IN" dirty="0" smtClean="0"/>
              <a:t>…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9123978"/>
              </p:ext>
            </p:extLst>
          </p:nvPr>
        </p:nvGraphicFramePr>
        <p:xfrm>
          <a:off x="457200" y="1600200"/>
          <a:ext cx="8229600" cy="4549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09855">
                <a:tc>
                  <a:txBody>
                    <a:bodyPr/>
                    <a:lstStyle/>
                    <a:p>
                      <a:r>
                        <a:rPr lang="en-US" dirty="0" smtClean="0"/>
                        <a:t>Project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Contributors</a:t>
                      </a:r>
                      <a:endParaRPr lang="en-US" dirty="0"/>
                    </a:p>
                  </a:txBody>
                  <a:tcPr/>
                </a:tc>
              </a:tr>
              <a:tr h="909855">
                <a:tc>
                  <a:txBody>
                    <a:bodyPr/>
                    <a:lstStyle/>
                    <a:p>
                      <a:r>
                        <a:rPr lang="en-US" dirty="0" smtClean="0"/>
                        <a:t>OPNFV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Murat Parlakisik</a:t>
                      </a:r>
                      <a:endParaRPr lang="en-US" dirty="0"/>
                    </a:p>
                  </a:txBody>
                  <a:tcPr/>
                </a:tc>
              </a:tr>
              <a:tr h="909855">
                <a:tc>
                  <a:txBody>
                    <a:bodyPr/>
                    <a:lstStyle/>
                    <a:p>
                      <a:r>
                        <a:rPr lang="en-US" dirty="0" smtClean="0"/>
                        <a:t>Mano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09855">
                <a:tc>
                  <a:txBody>
                    <a:bodyPr/>
                    <a:lstStyle/>
                    <a:p>
                      <a:r>
                        <a:rPr lang="en-US" dirty="0" smtClean="0"/>
                        <a:t>ONAP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0985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OpenBaton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43198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285</Words>
  <Application>Microsoft Macintosh PowerPoint</Application>
  <PresentationFormat>On-screen Show (4:3)</PresentationFormat>
  <Paragraphs>53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Orchestration Brigade</vt:lpstr>
      <vt:lpstr>What we are doing ?</vt:lpstr>
      <vt:lpstr>PowerPoint Presentation</vt:lpstr>
      <vt:lpstr>Open Source Orchestrators</vt:lpstr>
      <vt:lpstr>Opnfv</vt:lpstr>
      <vt:lpstr>Onos status -OPNFV</vt:lpstr>
      <vt:lpstr>OPNFV-XCI</vt:lpstr>
      <vt:lpstr>Opnvf–onos needs</vt:lpstr>
      <vt:lpstr>OSM</vt:lpstr>
      <vt:lpstr>OSM</vt:lpstr>
      <vt:lpstr>Osm OpenVIM</vt:lpstr>
      <vt:lpstr>Osm–onos status </vt:lpstr>
      <vt:lpstr>Onap</vt:lpstr>
      <vt:lpstr>Onap-status</vt:lpstr>
      <vt:lpstr>Replicate SDN-C</vt:lpstr>
      <vt:lpstr>Onap-onos needs </vt:lpstr>
      <vt:lpstr>OpenBaton</vt:lpstr>
      <vt:lpstr>OpenBaton-Onos needs</vt:lpstr>
      <vt:lpstr>Contribution Time …</vt:lpstr>
    </vt:vector>
  </TitlesOfParts>
  <Company>Argela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Orchestration Brigade</dc:title>
  <dc:creator>Murat Parlakisik</dc:creator>
  <cp:lastModifiedBy>Murat Parlakisik</cp:lastModifiedBy>
  <cp:revision>9</cp:revision>
  <dcterms:created xsi:type="dcterms:W3CDTF">2017-10-13T07:11:15Z</dcterms:created>
  <dcterms:modified xsi:type="dcterms:W3CDTF">2017-10-13T10:40:19Z</dcterms:modified>
</cp:coreProperties>
</file>