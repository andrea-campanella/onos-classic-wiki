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743" r:id="rId4"/>
    <p:sldMasterId id="2147483744" r:id="rId5"/>
    <p:sldMasterId id="2147483745" r:id="rId6"/>
    <p:sldMasterId id="2147483746" r:id="rId7"/>
    <p:sldMasterId id="2147483747" r:id="rId8"/>
    <p:sldMasterId id="2147483748" r:id="rId9"/>
    <p:sldMasterId id="2147483749" r:id="rId10"/>
    <p:sldMasterId id="2147483750" r:id="rId11"/>
    <p:sldMasterId id="2147483751" r:id="rId12"/>
    <p:sldMasterId id="2147483752"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Lst>
  <p:sldSz cy="5143500" cx="9144000"/>
  <p:notesSz cx="6858000" cy="9144000"/>
  <p:embeddedFontLst>
    <p:embeddedFont>
      <p:font typeface="Montserrat"/>
      <p:regular r:id="rId48"/>
      <p:bold r:id="rId49"/>
    </p:embeddedFont>
    <p:embeddedFont>
      <p:font typeface="Helvetica Neue"/>
      <p:regular r:id="rId50"/>
      <p:bold r:id="rId51"/>
      <p:italic r:id="rId52"/>
      <p:boldItalic r:id="rId53"/>
    </p:embeddedFont>
    <p:embeddedFont>
      <p:font typeface="Droid Sans"/>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BB5BFA55-6473-4471-ADCC-175813C6BCFC}">
  <a:tblStyle styleId="{BB5BFA55-6473-4471-ADCC-175813C6BCFC}" styleName="Table_0">
    <a:wholeTbl>
      <a:tcTxStyle b="off" i="off">
        <a:font>
          <a:latin typeface="Arial"/>
          <a:ea typeface="Arial"/>
          <a:cs typeface="Arial"/>
        </a:font>
        <a:schemeClr val="dk1"/>
      </a:tcTxStyle>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insideH>
            <a:ln cap="flat" cmpd="sng" w="9525">
              <a:solidFill>
                <a:srgbClr val="000000">
                  <a:alpha val="0"/>
                </a:srgbClr>
              </a:solidFill>
              <a:prstDash val="solid"/>
              <a:round/>
              <a:headEnd len="med" w="med" type="none"/>
              <a:tailEnd len="med" w="med" type="none"/>
            </a:ln>
          </a:insideH>
          <a:insideV>
            <a:ln cap="flat" cmpd="sng" w="9525">
              <a:solidFill>
                <a:srgbClr val="000000">
                  <a:alpha val="0"/>
                </a:srgbClr>
              </a:solidFill>
              <a:prstDash val="solid"/>
              <a:round/>
              <a:headEnd len="med" w="med" type="none"/>
              <a:tailEnd len="med" w="med" type="none"/>
            </a:ln>
          </a:insideV>
        </a:tcBdr>
        <a:fill>
          <a:solidFill>
            <a:srgbClr val="FFFFFF">
              <a:alpha val="0"/>
            </a:srgbClr>
          </a:solidFill>
        </a:fill>
      </a:tcStyle>
    </a:wholeTbl>
    <a:band1H>
      <a:tcStyle>
        <a:tcBdr>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tcBdr>
      </a:tcStyle>
    </a:band1H>
    <a:band1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1V>
    <a:band2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med" w="med" type="none"/>
              <a:tailEnd len="med" w="med" type="none"/>
            </a:ln>
          </a:top>
        </a:tcBdr>
      </a:tcStyle>
    </a:lastRow>
    <a:firstRow>
      <a:tcTxStyle b="on" i="off">
        <a:font>
          <a:latin typeface="Arial"/>
          <a:ea typeface="Arial"/>
          <a:cs typeface="Arial"/>
        </a:font>
        <a:schemeClr val="lt1"/>
      </a:tcTxStyle>
      <a:tcStyle>
        <a:fill>
          <a:solidFill>
            <a:schemeClr val="accent1"/>
          </a:solidFill>
        </a:fill>
      </a:tcStyle>
    </a:firstRow>
  </a:tblStyle>
  <a:tblStyle styleId="{00159999-1B45-4F75-8E73-4079AC5AD8A1}" styleName="Table_1">
    <a:wholeTbl>
      <a:tcStyle>
        <a:tcBdr>
          <a:left>
            <a:ln cap="flat" cmpd="sng" w="9525">
              <a:solidFill>
                <a:srgbClr val="9E9E9E"/>
              </a:solidFill>
              <a:prstDash val="solid"/>
              <a:round/>
              <a:headEnd len="med" w="med" type="none"/>
              <a:tailEnd len="med" w="med" type="none"/>
            </a:ln>
          </a:left>
          <a:right>
            <a:ln cap="flat" cmpd="sng" w="9525">
              <a:solidFill>
                <a:srgbClr val="9E9E9E"/>
              </a:solidFill>
              <a:prstDash val="solid"/>
              <a:round/>
              <a:headEnd len="med" w="med" type="none"/>
              <a:tailEnd len="med" w="med" type="none"/>
            </a:ln>
          </a:right>
          <a:top>
            <a:ln cap="flat" cmpd="sng" w="9525">
              <a:solidFill>
                <a:srgbClr val="9E9E9E"/>
              </a:solidFill>
              <a:prstDash val="solid"/>
              <a:round/>
              <a:headEnd len="med" w="med" type="none"/>
              <a:tailEnd len="med" w="med" type="none"/>
            </a:ln>
          </a:top>
          <a:bottom>
            <a:ln cap="flat" cmpd="sng" w="9525">
              <a:solidFill>
                <a:srgbClr val="9E9E9E"/>
              </a:solidFill>
              <a:prstDash val="solid"/>
              <a:round/>
              <a:headEnd len="med" w="med" type="none"/>
              <a:tailEnd len="med" w="med" type="none"/>
            </a:ln>
          </a:bottom>
          <a:insideH>
            <a:ln cap="flat" cmpd="sng" w="9525">
              <a:solidFill>
                <a:srgbClr val="9E9E9E"/>
              </a:solidFill>
              <a:prstDash val="solid"/>
              <a:round/>
              <a:headEnd len="med" w="med" type="none"/>
              <a:tailEnd len="med" w="med" type="none"/>
            </a:ln>
          </a:insideH>
          <a:insideV>
            <a:ln cap="flat" cmpd="sng" w="9525">
              <a:solidFill>
                <a:srgbClr val="9E9E9E"/>
              </a:solidFill>
              <a:prstDash val="solid"/>
              <a:round/>
              <a:headEnd len="med" w="med" type="none"/>
              <a:tailEnd len="med" w="med" type="none"/>
            </a:ln>
          </a:insideV>
        </a:tcBdr>
      </a:tcStyle>
    </a:wholeTb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6.xml"/><Relationship Id="rId42" Type="http://schemas.openxmlformats.org/officeDocument/2006/relationships/slide" Target="slides/slide28.xml"/><Relationship Id="rId41" Type="http://schemas.openxmlformats.org/officeDocument/2006/relationships/slide" Target="slides/slide27.xml"/><Relationship Id="rId44" Type="http://schemas.openxmlformats.org/officeDocument/2006/relationships/slide" Target="slides/slide30.xml"/><Relationship Id="rId43" Type="http://schemas.openxmlformats.org/officeDocument/2006/relationships/slide" Target="slides/slide29.xml"/><Relationship Id="rId46" Type="http://schemas.openxmlformats.org/officeDocument/2006/relationships/slide" Target="slides/slide32.xml"/><Relationship Id="rId45" Type="http://schemas.openxmlformats.org/officeDocument/2006/relationships/slide" Target="slides/slide3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Montserrat-regular.fntdata"/><Relationship Id="rId47" Type="http://schemas.openxmlformats.org/officeDocument/2006/relationships/slide" Target="slides/slide33.xml"/><Relationship Id="rId49" Type="http://schemas.openxmlformats.org/officeDocument/2006/relationships/font" Target="fonts/Montserrat-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7.xml"/><Relationship Id="rId30" Type="http://schemas.openxmlformats.org/officeDocument/2006/relationships/slide" Target="slides/slide16.xml"/><Relationship Id="rId33" Type="http://schemas.openxmlformats.org/officeDocument/2006/relationships/slide" Target="slides/slide19.xml"/><Relationship Id="rId32" Type="http://schemas.openxmlformats.org/officeDocument/2006/relationships/slide" Target="slides/slide18.xml"/><Relationship Id="rId35" Type="http://schemas.openxmlformats.org/officeDocument/2006/relationships/slide" Target="slides/slide21.xml"/><Relationship Id="rId34" Type="http://schemas.openxmlformats.org/officeDocument/2006/relationships/slide" Target="slides/slide20.xml"/><Relationship Id="rId37" Type="http://schemas.openxmlformats.org/officeDocument/2006/relationships/slide" Target="slides/slide23.xml"/><Relationship Id="rId36" Type="http://schemas.openxmlformats.org/officeDocument/2006/relationships/slide" Target="slides/slide22.xml"/><Relationship Id="rId39" Type="http://schemas.openxmlformats.org/officeDocument/2006/relationships/slide" Target="slides/slide25.xml"/><Relationship Id="rId38" Type="http://schemas.openxmlformats.org/officeDocument/2006/relationships/slide" Target="slides/slide24.xml"/><Relationship Id="rId20" Type="http://schemas.openxmlformats.org/officeDocument/2006/relationships/slide" Target="slides/slide6.xml"/><Relationship Id="rId22" Type="http://schemas.openxmlformats.org/officeDocument/2006/relationships/slide" Target="slides/slide8.xml"/><Relationship Id="rId21" Type="http://schemas.openxmlformats.org/officeDocument/2006/relationships/slide" Target="slides/slide7.xml"/><Relationship Id="rId24" Type="http://schemas.openxmlformats.org/officeDocument/2006/relationships/slide" Target="slides/slide10.xml"/><Relationship Id="rId23" Type="http://schemas.openxmlformats.org/officeDocument/2006/relationships/slide" Target="slides/slide9.xml"/><Relationship Id="rId26" Type="http://schemas.openxmlformats.org/officeDocument/2006/relationships/slide" Target="slides/slide12.xml"/><Relationship Id="rId25" Type="http://schemas.openxmlformats.org/officeDocument/2006/relationships/slide" Target="slides/slide11.xml"/><Relationship Id="rId28" Type="http://schemas.openxmlformats.org/officeDocument/2006/relationships/slide" Target="slides/slide14.xml"/><Relationship Id="rId27" Type="http://schemas.openxmlformats.org/officeDocument/2006/relationships/slide" Target="slides/slide13.xml"/><Relationship Id="rId29" Type="http://schemas.openxmlformats.org/officeDocument/2006/relationships/slide" Target="slides/slide15.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Master" Target="slideMasters/slideMaster8.xml"/><Relationship Id="rId55" Type="http://schemas.openxmlformats.org/officeDocument/2006/relationships/font" Target="fonts/DroidSans-bold.fntdata"/><Relationship Id="rId10" Type="http://schemas.openxmlformats.org/officeDocument/2006/relationships/slideMaster" Target="slideMasters/slideMaster7.xml"/><Relationship Id="rId54" Type="http://schemas.openxmlformats.org/officeDocument/2006/relationships/font" Target="fonts/DroidSans-regular.fnt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 Target="slides/slide1.xml"/><Relationship Id="rId14" Type="http://schemas.openxmlformats.org/officeDocument/2006/relationships/notesMaster" Target="notesMasters/notesMaster1.xml"/><Relationship Id="rId17" Type="http://schemas.openxmlformats.org/officeDocument/2006/relationships/slide" Target="slides/slide3.xml"/><Relationship Id="rId16" Type="http://schemas.openxmlformats.org/officeDocument/2006/relationships/slide" Target="slides/slide2.xml"/><Relationship Id="rId19"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7" name="Shape 557"/>
        <p:cNvGrpSpPr/>
        <p:nvPr/>
      </p:nvGrpSpPr>
      <p:grpSpPr>
        <a:xfrm>
          <a:off x="0" y="0"/>
          <a:ext cx="0" cy="0"/>
          <a:chOff x="0" y="0"/>
          <a:chExt cx="0" cy="0"/>
        </a:xfrm>
      </p:grpSpPr>
      <p:sp>
        <p:nvSpPr>
          <p:cNvPr id="558" name="Shape 558"/>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559" name="Shape 55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3" name="Shape 563"/>
        <p:cNvGrpSpPr/>
        <p:nvPr/>
      </p:nvGrpSpPr>
      <p:grpSpPr>
        <a:xfrm>
          <a:off x="0" y="0"/>
          <a:ext cx="0" cy="0"/>
          <a:chOff x="0" y="0"/>
          <a:chExt cx="0" cy="0"/>
        </a:xfrm>
      </p:grpSpPr>
      <p:sp>
        <p:nvSpPr>
          <p:cNvPr id="564" name="Shape 56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565" name="Shape 565"/>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rPr lang="en"/>
              <a:t>Before getting to the community details, it’s important to step back and talk about the community’s mission.  This is why the community exists and why people should care.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70" name="Shape 570"/>
        <p:cNvGrpSpPr/>
        <p:nvPr/>
      </p:nvGrpSpPr>
      <p:grpSpPr>
        <a:xfrm>
          <a:off x="0" y="0"/>
          <a:ext cx="0" cy="0"/>
          <a:chOff x="0" y="0"/>
          <a:chExt cx="0" cy="0"/>
        </a:xfrm>
      </p:grpSpPr>
      <p:sp>
        <p:nvSpPr>
          <p:cNvPr id="571" name="Shape 57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72" name="Shape 57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76" name="Shape 576"/>
        <p:cNvGrpSpPr/>
        <p:nvPr/>
      </p:nvGrpSpPr>
      <p:grpSpPr>
        <a:xfrm>
          <a:off x="0" y="0"/>
          <a:ext cx="0" cy="0"/>
          <a:chOff x="0" y="0"/>
          <a:chExt cx="0" cy="0"/>
        </a:xfrm>
      </p:grpSpPr>
      <p:sp>
        <p:nvSpPr>
          <p:cNvPr id="577" name="Shape 57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78" name="Shape 57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82" name="Shape 582"/>
        <p:cNvGrpSpPr/>
        <p:nvPr/>
      </p:nvGrpSpPr>
      <p:grpSpPr>
        <a:xfrm>
          <a:off x="0" y="0"/>
          <a:ext cx="0" cy="0"/>
          <a:chOff x="0" y="0"/>
          <a:chExt cx="0" cy="0"/>
        </a:xfrm>
      </p:grpSpPr>
      <p:sp>
        <p:nvSpPr>
          <p:cNvPr id="583" name="Shape 58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a:headEnd len="med" w="med" type="none"/>
            <a:tailEnd len="med" w="med" type="none"/>
          </a:ln>
        </p:spPr>
      </p:sp>
      <p:sp>
        <p:nvSpPr>
          <p:cNvPr id="584" name="Shape 58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Today our partnership and community looks like this.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We have 5 leading service providers from almost all important geographies: US, China, Japan, and Korea. All these service providers have a shared vision, they are actively engaged, providing and building SDN and NFV use cases, and looking to do field trials and deployments based on ONOS.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We have 8 vendors who represent almost all major vendors that provide products and solutions to service providers around the globe. At least some of the vendors are starting to build commercial products and solutions based on ONOS.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 want to also mention we have more than 20 collaborating organizations that are actively contributing to our mission in some significant way. Many of these are R&amp;E network operators who are already deploying ONOS in their production networks. And others are contributing to ONOS, use cases, and other aspects.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 should mention there are another ten organizations that are already contributing and waiting to be “approved” as a collaborator.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 hope you agree we have created a very strong partnership in a year.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With this partnership and community we are in a strong position to realize our vision and achieve our mission.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585" name="Shape 585"/>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7" name="Shape 627"/>
        <p:cNvGrpSpPr/>
        <p:nvPr/>
      </p:nvGrpSpPr>
      <p:grpSpPr>
        <a:xfrm>
          <a:off x="0" y="0"/>
          <a:ext cx="0" cy="0"/>
          <a:chOff x="0" y="0"/>
          <a:chExt cx="0" cy="0"/>
        </a:xfrm>
      </p:grpSpPr>
      <p:sp>
        <p:nvSpPr>
          <p:cNvPr id="628" name="Shape 628"/>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lvl="0" rtl="0">
              <a:spcBef>
                <a:spcPts val="0"/>
              </a:spcBef>
              <a:buNone/>
            </a:pPr>
            <a:r>
              <a:rPr lang="en"/>
              <a:t>This list of collaborators is current as of May 16, 2016</a:t>
            </a:r>
          </a:p>
        </p:txBody>
      </p:sp>
      <p:sp>
        <p:nvSpPr>
          <p:cNvPr id="629" name="Shape 62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34" name="Shape 634"/>
        <p:cNvGrpSpPr/>
        <p:nvPr/>
      </p:nvGrpSpPr>
      <p:grpSpPr>
        <a:xfrm>
          <a:off x="0" y="0"/>
          <a:ext cx="0" cy="0"/>
          <a:chOff x="0" y="0"/>
          <a:chExt cx="0" cy="0"/>
        </a:xfrm>
      </p:grpSpPr>
      <p:sp>
        <p:nvSpPr>
          <p:cNvPr id="635" name="Shape 63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636" name="Shape 636"/>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rPr lang="en"/>
              <a:t>This chart is current as of May 16, 2016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40" name="Shape 640"/>
        <p:cNvGrpSpPr/>
        <p:nvPr/>
      </p:nvGrpSpPr>
      <p:grpSpPr>
        <a:xfrm>
          <a:off x="0" y="0"/>
          <a:ext cx="0" cy="0"/>
          <a:chOff x="0" y="0"/>
          <a:chExt cx="0" cy="0"/>
        </a:xfrm>
      </p:grpSpPr>
      <p:sp>
        <p:nvSpPr>
          <p:cNvPr id="641" name="Shape 641"/>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642" name="Shape 64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61" name="Shape 661"/>
        <p:cNvGrpSpPr/>
        <p:nvPr/>
      </p:nvGrpSpPr>
      <p:grpSpPr>
        <a:xfrm>
          <a:off x="0" y="0"/>
          <a:ext cx="0" cy="0"/>
          <a:chOff x="0" y="0"/>
          <a:chExt cx="0" cy="0"/>
        </a:xfrm>
      </p:grpSpPr>
      <p:sp>
        <p:nvSpPr>
          <p:cNvPr id="662" name="Shape 6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63" name="Shape 66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67" name="Shape 667"/>
        <p:cNvGrpSpPr/>
        <p:nvPr/>
      </p:nvGrpSpPr>
      <p:grpSpPr>
        <a:xfrm>
          <a:off x="0" y="0"/>
          <a:ext cx="0" cy="0"/>
          <a:chOff x="0" y="0"/>
          <a:chExt cx="0" cy="0"/>
        </a:xfrm>
      </p:grpSpPr>
      <p:sp>
        <p:nvSpPr>
          <p:cNvPr id="668" name="Shape 66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69" name="Shape 66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3" name="Shape 673"/>
        <p:cNvGrpSpPr/>
        <p:nvPr/>
      </p:nvGrpSpPr>
      <p:grpSpPr>
        <a:xfrm>
          <a:off x="0" y="0"/>
          <a:ext cx="0" cy="0"/>
          <a:chOff x="0" y="0"/>
          <a:chExt cx="0" cy="0"/>
        </a:xfrm>
      </p:grpSpPr>
      <p:sp>
        <p:nvSpPr>
          <p:cNvPr id="674" name="Shape 674"/>
          <p:cNvSpPr/>
          <p:nvPr>
            <p:ph idx="2" type="sldImg"/>
          </p:nvPr>
        </p:nvSpPr>
        <p:spPr>
          <a:xfrm>
            <a:off x="685800" y="685800"/>
            <a:ext cx="54863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675" name="Shape 675"/>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30" name="Shape 730"/>
        <p:cNvGrpSpPr/>
        <p:nvPr/>
      </p:nvGrpSpPr>
      <p:grpSpPr>
        <a:xfrm>
          <a:off x="0" y="0"/>
          <a:ext cx="0" cy="0"/>
          <a:chOff x="0" y="0"/>
          <a:chExt cx="0" cy="0"/>
        </a:xfrm>
      </p:grpSpPr>
      <p:sp>
        <p:nvSpPr>
          <p:cNvPr id="731" name="Shape 73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32" name="Shape 73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79" name="Shape 779"/>
        <p:cNvGrpSpPr/>
        <p:nvPr/>
      </p:nvGrpSpPr>
      <p:grpSpPr>
        <a:xfrm>
          <a:off x="0" y="0"/>
          <a:ext cx="0" cy="0"/>
          <a:chOff x="0" y="0"/>
          <a:chExt cx="0" cy="0"/>
        </a:xfrm>
      </p:grpSpPr>
      <p:sp>
        <p:nvSpPr>
          <p:cNvPr id="780" name="Shape 780"/>
          <p:cNvSpPr/>
          <p:nvPr>
            <p:ph idx="2" type="sldImg"/>
          </p:nvPr>
        </p:nvSpPr>
        <p:spPr>
          <a:xfrm>
            <a:off x="381000" y="685800"/>
            <a:ext cx="60959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81" name="Shape 781"/>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SzPct val="25000"/>
              <a:buNone/>
            </a:pPr>
            <a:r>
              <a:rPr b="0" i="0" lang="en" sz="1200" u="none" cap="none" strike="noStrike">
                <a:solidFill>
                  <a:schemeClr val="dk1"/>
                </a:solidFill>
                <a:latin typeface="Arial"/>
                <a:ea typeface="Arial"/>
                <a:cs typeface="Arial"/>
                <a:sym typeface="Arial"/>
              </a:rPr>
              <a:t>Cbench rudimentary - doesn’t cut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40" name="Shape 840"/>
        <p:cNvGrpSpPr/>
        <p:nvPr/>
      </p:nvGrpSpPr>
      <p:grpSpPr>
        <a:xfrm>
          <a:off x="0" y="0"/>
          <a:ext cx="0" cy="0"/>
          <a:chOff x="0" y="0"/>
          <a:chExt cx="0" cy="0"/>
        </a:xfrm>
      </p:grpSpPr>
      <p:sp>
        <p:nvSpPr>
          <p:cNvPr id="841" name="Shape 84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42" name="Shape 84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47" name="Shape 847"/>
        <p:cNvGrpSpPr/>
        <p:nvPr/>
      </p:nvGrpSpPr>
      <p:grpSpPr>
        <a:xfrm>
          <a:off x="0" y="0"/>
          <a:ext cx="0" cy="0"/>
          <a:chOff x="0" y="0"/>
          <a:chExt cx="0" cy="0"/>
        </a:xfrm>
      </p:grpSpPr>
      <p:sp>
        <p:nvSpPr>
          <p:cNvPr id="848" name="Shape 84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49" name="Shape 84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53" name="Shape 853"/>
        <p:cNvGrpSpPr/>
        <p:nvPr/>
      </p:nvGrpSpPr>
      <p:grpSpPr>
        <a:xfrm>
          <a:off x="0" y="0"/>
          <a:ext cx="0" cy="0"/>
          <a:chOff x="0" y="0"/>
          <a:chExt cx="0" cy="0"/>
        </a:xfrm>
      </p:grpSpPr>
      <p:sp>
        <p:nvSpPr>
          <p:cNvPr id="854" name="Shape 854"/>
          <p:cNvSpPr/>
          <p:nvPr>
            <p:ph idx="2" type="sldImg"/>
          </p:nvPr>
        </p:nvSpPr>
        <p:spPr>
          <a:xfrm>
            <a:off x="381000" y="685800"/>
            <a:ext cx="6095999"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855" name="Shape 855"/>
          <p:cNvSpPr txBox="1"/>
          <p:nvPr>
            <p:ph idx="1" type="body"/>
          </p:nvPr>
        </p:nvSpPr>
        <p:spPr>
          <a:xfrm>
            <a:off x="685800" y="4343400"/>
            <a:ext cx="5486399" cy="4114800"/>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i="0" sz="1200" u="none" cap="none" strike="noStrike">
              <a:solidFill>
                <a:schemeClr val="dk1"/>
              </a:solidFill>
              <a:latin typeface="Calibri"/>
              <a:ea typeface="Calibri"/>
              <a:cs typeface="Calibri"/>
              <a:sym typeface="Calibri"/>
            </a:endParaRPr>
          </a:p>
        </p:txBody>
      </p:sp>
      <p:sp>
        <p:nvSpPr>
          <p:cNvPr id="856" name="Shape 856"/>
          <p:cNvSpPr txBox="1"/>
          <p:nvPr>
            <p:ph idx="12" type="sldNum"/>
          </p:nvPr>
        </p:nvSpPr>
        <p:spPr>
          <a:xfrm>
            <a:off x="3884612" y="8685213"/>
            <a:ext cx="2971799" cy="457200"/>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lang="en" sz="1200">
                <a:solidFill>
                  <a:schemeClr val="dk1"/>
                </a:solidFill>
                <a:latin typeface="Calibri"/>
                <a:ea typeface="Calibri"/>
                <a:cs typeface="Calibri"/>
                <a:sym typeface="Calibri"/>
              </a:rPr>
              <a:t>‹#›</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98" name="Shape 898"/>
        <p:cNvGrpSpPr/>
        <p:nvPr/>
      </p:nvGrpSpPr>
      <p:grpSpPr>
        <a:xfrm>
          <a:off x="0" y="0"/>
          <a:ext cx="0" cy="0"/>
          <a:chOff x="0" y="0"/>
          <a:chExt cx="0" cy="0"/>
        </a:xfrm>
      </p:grpSpPr>
      <p:sp>
        <p:nvSpPr>
          <p:cNvPr id="899" name="Shape 89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00" name="Shape 900"/>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901" name="Shape 901"/>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21" name="Shape 921"/>
        <p:cNvGrpSpPr/>
        <p:nvPr/>
      </p:nvGrpSpPr>
      <p:grpSpPr>
        <a:xfrm>
          <a:off x="0" y="0"/>
          <a:ext cx="0" cy="0"/>
          <a:chOff x="0" y="0"/>
          <a:chExt cx="0" cy="0"/>
        </a:xfrm>
      </p:grpSpPr>
      <p:sp>
        <p:nvSpPr>
          <p:cNvPr id="922" name="Shape 92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23" name="Shape 92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27" name="Shape 927"/>
        <p:cNvGrpSpPr/>
        <p:nvPr/>
      </p:nvGrpSpPr>
      <p:grpSpPr>
        <a:xfrm>
          <a:off x="0" y="0"/>
          <a:ext cx="0" cy="0"/>
          <a:chOff x="0" y="0"/>
          <a:chExt cx="0" cy="0"/>
        </a:xfrm>
      </p:grpSpPr>
      <p:sp>
        <p:nvSpPr>
          <p:cNvPr id="928" name="Shape 92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29" name="Shape 929"/>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As we know any platform by itself is not useful and cannot succeed.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A platform has to enable many interesting and useful solutions.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ONOS is the SDN OS platform that enables many solutions and that is the value of ONOS or any platform for that matter.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We are in the process of creating the following solutions with ONOS.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And as we build these solutions and make them more and more real, we find new requirements and opportunities to make ONOS better.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This has been a very powerful cycle – it has been true for other platforms in the past. </a:t>
            </a:r>
          </a:p>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3" name="Shape 943"/>
        <p:cNvGrpSpPr/>
        <p:nvPr/>
      </p:nvGrpSpPr>
      <p:grpSpPr>
        <a:xfrm>
          <a:off x="0" y="0"/>
          <a:ext cx="0" cy="0"/>
          <a:chOff x="0" y="0"/>
          <a:chExt cx="0" cy="0"/>
        </a:xfrm>
      </p:grpSpPr>
      <p:sp>
        <p:nvSpPr>
          <p:cNvPr id="944" name="Shape 94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45" name="Shape 94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9" name="Shape 949"/>
        <p:cNvGrpSpPr/>
        <p:nvPr/>
      </p:nvGrpSpPr>
      <p:grpSpPr>
        <a:xfrm>
          <a:off x="0" y="0"/>
          <a:ext cx="0" cy="0"/>
          <a:chOff x="0" y="0"/>
          <a:chExt cx="0" cy="0"/>
        </a:xfrm>
      </p:grpSpPr>
      <p:sp>
        <p:nvSpPr>
          <p:cNvPr id="950" name="Shape 95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51" name="Shape 95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60" name="Shape 960"/>
        <p:cNvGrpSpPr/>
        <p:nvPr/>
      </p:nvGrpSpPr>
      <p:grpSpPr>
        <a:xfrm>
          <a:off x="0" y="0"/>
          <a:ext cx="0" cy="0"/>
          <a:chOff x="0" y="0"/>
          <a:chExt cx="0" cy="0"/>
        </a:xfrm>
      </p:grpSpPr>
      <p:sp>
        <p:nvSpPr>
          <p:cNvPr id="961" name="Shape 96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62" name="Shape 96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Information model</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	1) devices, ports, links</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	2) flows, intents, config</a:t>
            </a:r>
          </a:p>
          <a:p>
            <a:pPr indent="0" lvl="0" marL="0" marR="0" rtl="0" algn="l">
              <a:spcBef>
                <a:spcPts val="0"/>
              </a:spcBef>
              <a:buSzPct val="25000"/>
              <a:buNone/>
            </a:pPr>
            <a:r>
              <a:rPr b="0" i="0" lang="en" sz="1100" u="none" cap="none" strike="noStrike">
                <a:solidFill>
                  <a:schemeClr val="dk1"/>
                </a:solidFill>
                <a:latin typeface="Arial"/>
                <a:ea typeface="Arial"/>
                <a:cs typeface="Arial"/>
                <a:sym typeface="Arial"/>
              </a:rPr>
              <a:t>	3) faults</a:t>
            </a:r>
          </a:p>
        </p:txBody>
      </p:sp>
      <p:sp>
        <p:nvSpPr>
          <p:cNvPr id="963" name="Shape 963"/>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68" name="Shape 968"/>
        <p:cNvGrpSpPr/>
        <p:nvPr/>
      </p:nvGrpSpPr>
      <p:grpSpPr>
        <a:xfrm>
          <a:off x="0" y="0"/>
          <a:ext cx="0" cy="0"/>
          <a:chOff x="0" y="0"/>
          <a:chExt cx="0" cy="0"/>
        </a:xfrm>
      </p:grpSpPr>
      <p:sp>
        <p:nvSpPr>
          <p:cNvPr id="969" name="Shape 96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70" name="Shape 970"/>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Demonstration with real hardware at both packet &amp; optical layers</a:t>
            </a:r>
            <a:br>
              <a:rPr b="0" i="0" lang="en" sz="1100" u="none" cap="none" strike="noStrike">
                <a:solidFill>
                  <a:schemeClr val="dk1"/>
                </a:solidFill>
                <a:latin typeface="Arial"/>
                <a:ea typeface="Arial"/>
                <a:cs typeface="Arial"/>
                <a:sym typeface="Arial"/>
              </a:rPr>
            </a:b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Single control plane supports multi-vendor, multi-protocol network</a:t>
            </a:r>
            <a:br>
              <a:rPr b="0" i="0" lang="en" sz="1100" u="none" cap="none" strike="noStrike">
                <a:solidFill>
                  <a:schemeClr val="dk1"/>
                </a:solidFill>
                <a:latin typeface="Arial"/>
                <a:ea typeface="Arial"/>
                <a:cs typeface="Arial"/>
                <a:sym typeface="Arial"/>
              </a:rPr>
            </a:br>
          </a:p>
          <a:p>
            <a:pPr indent="0" lvl="0" marL="0" marR="0" rtl="0" algn="l">
              <a:spcBef>
                <a:spcPts val="0"/>
              </a:spcBef>
              <a:buSzPct val="25000"/>
              <a:buNone/>
            </a:pPr>
            <a:r>
              <a:rPr b="0" i="0" lang="en" sz="1100" u="none" cap="none" strike="noStrike">
                <a:solidFill>
                  <a:schemeClr val="dk1"/>
                </a:solidFill>
                <a:latin typeface="Arial"/>
                <a:ea typeface="Arial"/>
                <a:cs typeface="Arial"/>
                <a:sym typeface="Arial"/>
              </a:rPr>
              <a:t>Any application can apply policies for multiple layers</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based on resource availability, economics and policies</a:t>
            </a:r>
          </a:p>
        </p:txBody>
      </p:sp>
      <p:sp>
        <p:nvSpPr>
          <p:cNvPr id="971" name="Shape 971"/>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76" name="Shape 976"/>
        <p:cNvGrpSpPr/>
        <p:nvPr/>
      </p:nvGrpSpPr>
      <p:grpSpPr>
        <a:xfrm>
          <a:off x="0" y="0"/>
          <a:ext cx="0" cy="0"/>
          <a:chOff x="0" y="0"/>
          <a:chExt cx="0" cy="0"/>
        </a:xfrm>
      </p:grpSpPr>
      <p:sp>
        <p:nvSpPr>
          <p:cNvPr id="977" name="Shape 97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78" name="Shape 978"/>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Eliminate vendor lock in</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Innovation in terminal equipment is 2-3 years, ROADMs/amps live 5-7 years</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Right-size your equipment, take advantage of best of breed (port density, power efficiency, capacity, programmability)</a:t>
            </a:r>
          </a:p>
          <a:p>
            <a:pPr indent="0" lvl="0" marL="0" marR="0" rtl="0" algn="l">
              <a:spcBef>
                <a:spcPts val="0"/>
              </a:spcBef>
              <a:buSzPct val="25000"/>
              <a:buNone/>
            </a:pPr>
            <a:r>
              <a:rPr b="0" i="0" lang="en" sz="1100" u="none" cap="none" strike="noStrike">
                <a:solidFill>
                  <a:schemeClr val="dk1"/>
                </a:solidFill>
                <a:latin typeface="Arial"/>
                <a:ea typeface="Arial"/>
                <a:cs typeface="Arial"/>
                <a:sym typeface="Arial"/>
              </a:rPr>
              <a:t>Opportunity for open interfaces</a:t>
            </a:r>
          </a:p>
        </p:txBody>
      </p:sp>
      <p:sp>
        <p:nvSpPr>
          <p:cNvPr id="979" name="Shape 979"/>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42" name="Shape 1042"/>
        <p:cNvGrpSpPr/>
        <p:nvPr/>
      </p:nvGrpSpPr>
      <p:grpSpPr>
        <a:xfrm>
          <a:off x="0" y="0"/>
          <a:ext cx="0" cy="0"/>
          <a:chOff x="0" y="0"/>
          <a:chExt cx="0" cy="0"/>
        </a:xfrm>
      </p:grpSpPr>
      <p:sp>
        <p:nvSpPr>
          <p:cNvPr id="1043" name="Shape 1043"/>
          <p:cNvSpPr txBox="1"/>
          <p:nvPr>
            <p:ph idx="1" type="body"/>
          </p:nvPr>
        </p:nvSpPr>
        <p:spPr>
          <a:xfrm>
            <a:off x="914400" y="4343400"/>
            <a:ext cx="50291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44" name="Shape 104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5" name="Shape 1085"/>
        <p:cNvGrpSpPr/>
        <p:nvPr/>
      </p:nvGrpSpPr>
      <p:grpSpPr>
        <a:xfrm>
          <a:off x="0" y="0"/>
          <a:ext cx="0" cy="0"/>
          <a:chOff x="0" y="0"/>
          <a:chExt cx="0" cy="0"/>
        </a:xfrm>
      </p:grpSpPr>
      <p:sp>
        <p:nvSpPr>
          <p:cNvPr id="1086" name="Shape 1086"/>
          <p:cNvSpPr txBox="1"/>
          <p:nvPr>
            <p:ph idx="1" type="body"/>
          </p:nvPr>
        </p:nvSpPr>
        <p:spPr>
          <a:xfrm>
            <a:off x="914400" y="4343400"/>
            <a:ext cx="50291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87" name="Shape 108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8" name="Shape 1168"/>
        <p:cNvGrpSpPr/>
        <p:nvPr/>
      </p:nvGrpSpPr>
      <p:grpSpPr>
        <a:xfrm>
          <a:off x="0" y="0"/>
          <a:ext cx="0" cy="0"/>
          <a:chOff x="0" y="0"/>
          <a:chExt cx="0" cy="0"/>
        </a:xfrm>
      </p:grpSpPr>
      <p:sp>
        <p:nvSpPr>
          <p:cNvPr id="1169" name="Shape 116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170" name="Shape 1170"/>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1171" name="Shape 1171"/>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2" name="Shape 1182"/>
        <p:cNvGrpSpPr/>
        <p:nvPr/>
      </p:nvGrpSpPr>
      <p:grpSpPr>
        <a:xfrm>
          <a:off x="0" y="0"/>
          <a:ext cx="0" cy="0"/>
          <a:chOff x="0" y="0"/>
          <a:chExt cx="0" cy="0"/>
        </a:xfrm>
      </p:grpSpPr>
      <p:sp>
        <p:nvSpPr>
          <p:cNvPr id="1183" name="Shape 118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84" name="Shape 118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9" name="Shape 1189"/>
        <p:cNvGrpSpPr/>
        <p:nvPr/>
      </p:nvGrpSpPr>
      <p:grpSpPr>
        <a:xfrm>
          <a:off x="0" y="0"/>
          <a:ext cx="0" cy="0"/>
          <a:chOff x="0" y="0"/>
          <a:chExt cx="0" cy="0"/>
        </a:xfrm>
      </p:grpSpPr>
      <p:sp>
        <p:nvSpPr>
          <p:cNvPr id="1190" name="Shape 119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91" name="Shape 119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95" name="Shape 1195"/>
        <p:cNvGrpSpPr/>
        <p:nvPr/>
      </p:nvGrpSpPr>
      <p:grpSpPr>
        <a:xfrm>
          <a:off x="0" y="0"/>
          <a:ext cx="0" cy="0"/>
          <a:chOff x="0" y="0"/>
          <a:chExt cx="0" cy="0"/>
        </a:xfrm>
      </p:grpSpPr>
      <p:sp>
        <p:nvSpPr>
          <p:cNvPr id="1196" name="Shape 119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97" name="Shape 119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02" name="Shape 1202"/>
        <p:cNvGrpSpPr/>
        <p:nvPr/>
      </p:nvGrpSpPr>
      <p:grpSpPr>
        <a:xfrm>
          <a:off x="0" y="0"/>
          <a:ext cx="0" cy="0"/>
          <a:chOff x="0" y="0"/>
          <a:chExt cx="0" cy="0"/>
        </a:xfrm>
      </p:grpSpPr>
      <p:sp>
        <p:nvSpPr>
          <p:cNvPr id="1203" name="Shape 120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04" name="Shape 120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07" name="Shape 1207"/>
        <p:cNvGrpSpPr/>
        <p:nvPr/>
      </p:nvGrpSpPr>
      <p:grpSpPr>
        <a:xfrm>
          <a:off x="0" y="0"/>
          <a:ext cx="0" cy="0"/>
          <a:chOff x="0" y="0"/>
          <a:chExt cx="0" cy="0"/>
        </a:xfrm>
      </p:grpSpPr>
      <p:sp>
        <p:nvSpPr>
          <p:cNvPr id="1208" name="Shape 120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09" name="Shape 120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lnSpc>
                <a:spcPct val="115000"/>
              </a:lnSpc>
              <a:spcBef>
                <a:spcPts val="0"/>
              </a:spcBef>
              <a:buNone/>
            </a:pPr>
            <a:r>
              <a:t/>
            </a:r>
            <a:endParaRPr b="1">
              <a:solidFill>
                <a:schemeClr val="dk1"/>
              </a:solidFill>
            </a:endParaRPr>
          </a:p>
          <a:p>
            <a:pPr lvl="0">
              <a:spcBef>
                <a:spcPts val="0"/>
              </a:spcBef>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14" name="Shape 1214"/>
        <p:cNvGrpSpPr/>
        <p:nvPr/>
      </p:nvGrpSpPr>
      <p:grpSpPr>
        <a:xfrm>
          <a:off x="0" y="0"/>
          <a:ext cx="0" cy="0"/>
          <a:chOff x="0" y="0"/>
          <a:chExt cx="0" cy="0"/>
        </a:xfrm>
      </p:grpSpPr>
      <p:sp>
        <p:nvSpPr>
          <p:cNvPr id="1215" name="Shape 121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16" name="Shape 121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4.jpg"/><Relationship Id="rId3" Type="http://schemas.openxmlformats.org/officeDocument/2006/relationships/image" Target="../media/image0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2.jpg"/><Relationship Id="rId3" Type="http://schemas.openxmlformats.org/officeDocument/2006/relationships/image" Target="../media/image0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0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05.jpg"/><Relationship Id="rId3"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jpg"/><Relationship Id="rId3"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6.jpg"/><Relationship Id="rId3" Type="http://schemas.openxmlformats.org/officeDocument/2006/relationships/image" Target="../media/image2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18.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2.jpg"/><Relationship Id="rId3" Type="http://schemas.openxmlformats.org/officeDocument/2006/relationships/image" Target="../media/image2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pic>
        <p:nvPicPr>
          <p:cNvPr descr="road.jpg" id="10" name="Shape 10"/>
          <p:cNvPicPr preferRelativeResize="0"/>
          <p:nvPr/>
        </p:nvPicPr>
        <p:blipFill rotWithShape="1">
          <a:blip r:embed="rId2">
            <a:alphaModFix/>
          </a:blip>
          <a:srcRect b="43638" l="0" r="0" t="15840"/>
          <a:stretch/>
        </p:blipFill>
        <p:spPr>
          <a:xfrm>
            <a:off x="-12450" y="0"/>
            <a:ext cx="9168902" cy="2476502"/>
          </a:xfrm>
          <a:prstGeom prst="rect">
            <a:avLst/>
          </a:prstGeom>
          <a:noFill/>
          <a:ln>
            <a:noFill/>
          </a:ln>
        </p:spPr>
      </p:pic>
      <p:sp>
        <p:nvSpPr>
          <p:cNvPr id="11" name="Shape 11"/>
          <p:cNvSpPr txBox="1"/>
          <p:nvPr>
            <p:ph type="ctrTitle"/>
          </p:nvPr>
        </p:nvSpPr>
        <p:spPr>
          <a:xfrm>
            <a:off x="-24900" y="1800900"/>
            <a:ext cx="9181200" cy="1266000"/>
          </a:xfrm>
          <a:prstGeom prst="rect">
            <a:avLst/>
          </a:prstGeom>
          <a:solidFill>
            <a:srgbClr val="980000"/>
          </a:solidFill>
        </p:spPr>
        <p:txBody>
          <a:bodyPr anchorCtr="0" anchor="ctr" bIns="91425" lIns="91425" rIns="91425" tIns="91425"/>
          <a:lstStyle>
            <a:lvl1pPr lvl="0" algn="ctr">
              <a:spcBef>
                <a:spcPts val="0"/>
              </a:spcBef>
              <a:buClr>
                <a:srgbClr val="FFFFFF"/>
              </a:buClr>
              <a:buSzPct val="100000"/>
              <a:defRPr b="0" sz="3200">
                <a:solidFill>
                  <a:srgbClr val="FFFFFF"/>
                </a:solidFill>
              </a:defRPr>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p:txBody>
      </p:sp>
      <p:sp>
        <p:nvSpPr>
          <p:cNvPr id="12" name="Shape 12"/>
          <p:cNvSpPr txBox="1"/>
          <p:nvPr>
            <p:ph idx="1" type="subTitle"/>
          </p:nvPr>
        </p:nvSpPr>
        <p:spPr>
          <a:xfrm>
            <a:off x="723900" y="3174725"/>
            <a:ext cx="7696200" cy="932100"/>
          </a:xfrm>
          <a:prstGeom prst="rect">
            <a:avLst/>
          </a:prstGeom>
        </p:spPr>
        <p:txBody>
          <a:bodyPr anchorCtr="0" anchor="t" bIns="91425" lIns="91425" rIns="91425" tIns="91425"/>
          <a:lstStyle>
            <a:lvl1pPr lvl="0" algn="ctr">
              <a:spcBef>
                <a:spcPts val="0"/>
              </a:spcBef>
              <a:buClr>
                <a:schemeClr val="dk2"/>
              </a:buClr>
              <a:buSzPct val="100000"/>
              <a:buNone/>
              <a:defRPr sz="1800">
                <a:solidFill>
                  <a:schemeClr val="dk2"/>
                </a:solidFill>
              </a:defRPr>
            </a:lvl1pPr>
            <a:lvl2pPr lvl="1" algn="ctr">
              <a:spcBef>
                <a:spcPts val="0"/>
              </a:spcBef>
              <a:buClr>
                <a:schemeClr val="dk2"/>
              </a:buClr>
              <a:buSzPct val="100000"/>
              <a:buNone/>
              <a:defRPr sz="1800">
                <a:solidFill>
                  <a:schemeClr val="dk2"/>
                </a:solidFill>
              </a:defRPr>
            </a:lvl2pPr>
            <a:lvl3pPr lvl="2" algn="ctr">
              <a:spcBef>
                <a:spcPts val="0"/>
              </a:spcBef>
              <a:buClr>
                <a:schemeClr val="dk2"/>
              </a:buClr>
              <a:buSzPct val="100000"/>
              <a:buNone/>
              <a:defRPr sz="1800">
                <a:solidFill>
                  <a:schemeClr val="dk2"/>
                </a:solidFill>
              </a:defRPr>
            </a:lvl3pPr>
            <a:lvl4pPr lvl="3" algn="ctr">
              <a:spcBef>
                <a:spcPts val="0"/>
              </a:spcBef>
              <a:buClr>
                <a:schemeClr val="dk2"/>
              </a:buClr>
              <a:buSzPct val="100000"/>
              <a:buNone/>
              <a:defRPr sz="1800">
                <a:solidFill>
                  <a:schemeClr val="dk2"/>
                </a:solidFill>
              </a:defRPr>
            </a:lvl4pPr>
            <a:lvl5pPr lvl="4" algn="ctr">
              <a:spcBef>
                <a:spcPts val="0"/>
              </a:spcBef>
              <a:buClr>
                <a:schemeClr val="dk2"/>
              </a:buClr>
              <a:buSzPct val="100000"/>
              <a:buNone/>
              <a:defRPr sz="1800">
                <a:solidFill>
                  <a:schemeClr val="dk2"/>
                </a:solidFill>
              </a:defRPr>
            </a:lvl5pPr>
            <a:lvl6pPr lvl="5" algn="ctr">
              <a:spcBef>
                <a:spcPts val="0"/>
              </a:spcBef>
              <a:buClr>
                <a:schemeClr val="dk2"/>
              </a:buClr>
              <a:buNone/>
              <a:defRPr>
                <a:solidFill>
                  <a:schemeClr val="dk2"/>
                </a:solidFill>
              </a:defRPr>
            </a:lvl6pPr>
            <a:lvl7pPr lvl="6" algn="ctr">
              <a:spcBef>
                <a:spcPts val="0"/>
              </a:spcBef>
              <a:buClr>
                <a:schemeClr val="dk2"/>
              </a:buClr>
              <a:buNone/>
              <a:defRPr>
                <a:solidFill>
                  <a:schemeClr val="dk2"/>
                </a:solidFill>
              </a:defRPr>
            </a:lvl7pPr>
            <a:lvl8pPr lvl="7" algn="ctr">
              <a:spcBef>
                <a:spcPts val="0"/>
              </a:spcBef>
              <a:buClr>
                <a:schemeClr val="dk2"/>
              </a:buClr>
              <a:buNone/>
              <a:defRPr>
                <a:solidFill>
                  <a:schemeClr val="dk2"/>
                </a:solidFill>
              </a:defRPr>
            </a:lvl8pPr>
            <a:lvl9pPr lvl="8" algn="ctr">
              <a:spcBef>
                <a:spcPts val="0"/>
              </a:spcBef>
              <a:buClr>
                <a:schemeClr val="dk2"/>
              </a:buClr>
              <a:buNone/>
              <a:defRPr>
                <a:solidFill>
                  <a:schemeClr val="dk2"/>
                </a:solidFill>
              </a:defRPr>
            </a:lvl9pPr>
          </a:lstStyle>
          <a:p/>
        </p:txBody>
      </p:sp>
      <p:pic>
        <p:nvPicPr>
          <p:cNvPr descr="onos-logo.png" id="13" name="Shape 13"/>
          <p:cNvPicPr preferRelativeResize="0"/>
          <p:nvPr/>
        </p:nvPicPr>
        <p:blipFill>
          <a:blip r:embed="rId3">
            <a:alphaModFix amt="96000"/>
          </a:blip>
          <a:stretch>
            <a:fillRect/>
          </a:stretch>
        </p:blipFill>
        <p:spPr>
          <a:xfrm>
            <a:off x="7369200" y="3563068"/>
            <a:ext cx="1491550" cy="1381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4" name="Shape 14"/>
        <p:cNvGrpSpPr/>
        <p:nvPr/>
      </p:nvGrpSpPr>
      <p:grpSpPr>
        <a:xfrm>
          <a:off x="0" y="0"/>
          <a:ext cx="0" cy="0"/>
          <a:chOff x="0" y="0"/>
          <a:chExt cx="0" cy="0"/>
        </a:xfrm>
      </p:grpSpPr>
      <p:sp>
        <p:nvSpPr>
          <p:cNvPr id="15" name="Shape 15"/>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6" name="Shape 16"/>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17" name="Shape 17"/>
          <p:cNvPicPr preferRelativeResize="0"/>
          <p:nvPr/>
        </p:nvPicPr>
        <p:blipFill>
          <a:blip r:embed="rId2">
            <a:alphaModFix amt="96000"/>
          </a:blip>
          <a:stretch>
            <a:fillRect/>
          </a:stretch>
        </p:blipFill>
        <p:spPr>
          <a:xfrm>
            <a:off x="8344100" y="131246"/>
            <a:ext cx="623100" cy="577293"/>
          </a:xfrm>
          <a:prstGeom prst="rect">
            <a:avLst/>
          </a:prstGeom>
          <a:noFill/>
          <a:ln>
            <a:noFill/>
          </a:ln>
        </p:spPr>
      </p:pic>
      <p:sp>
        <p:nvSpPr>
          <p:cNvPr id="18" name="Shape 18"/>
          <p:cNvSpPr txBox="1"/>
          <p:nvPr>
            <p:ph idx="1" type="body"/>
          </p:nvPr>
        </p:nvSpPr>
        <p:spPr>
          <a:xfrm>
            <a:off x="457200" y="751498"/>
            <a:ext cx="8229600" cy="3989400"/>
          </a:xfrm>
          <a:prstGeom prst="rect">
            <a:avLst/>
          </a:prstGeom>
        </p:spPr>
        <p:txBody>
          <a:bodyPr anchorCtr="0" anchor="t" bIns="91425" lIns="91425" rIns="91425" tIns="91425"/>
          <a:lstStyle>
            <a:lvl1pPr lvl="0">
              <a:spcBef>
                <a:spcPts val="0"/>
              </a:spcBef>
              <a:buSzPct val="100000"/>
              <a:defRPr sz="2400"/>
            </a:lvl1pPr>
            <a:lvl2pPr lvl="1">
              <a:spcBef>
                <a:spcPts val="0"/>
              </a:spcBef>
              <a:buSzPct val="100000"/>
              <a:defRPr sz="1800"/>
            </a:lvl2pPr>
            <a:lvl3pPr lvl="2">
              <a:spcBef>
                <a:spcPts val="0"/>
              </a:spcBef>
              <a:buSzPct val="100000"/>
              <a:defRPr sz="1400"/>
            </a:lvl3pPr>
            <a:lvl4pPr lvl="3">
              <a:spcBef>
                <a:spcPts val="0"/>
              </a:spcBef>
              <a:buSzPct val="100000"/>
              <a:defRPr sz="1200"/>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9" name="Shape 19"/>
        <p:cNvGrpSpPr/>
        <p:nvPr/>
      </p:nvGrpSpPr>
      <p:grpSpPr>
        <a:xfrm>
          <a:off x="0" y="0"/>
          <a:ext cx="0" cy="0"/>
          <a:chOff x="0" y="0"/>
          <a:chExt cx="0" cy="0"/>
        </a:xfrm>
      </p:grpSpPr>
      <p:sp>
        <p:nvSpPr>
          <p:cNvPr id="20" name="Shape 20"/>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1" name="Shape 21"/>
          <p:cNvSpPr txBox="1"/>
          <p:nvPr>
            <p:ph idx="1" type="body"/>
          </p:nvPr>
        </p:nvSpPr>
        <p:spPr>
          <a:xfrm>
            <a:off x="457200" y="758825"/>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2" type="body"/>
          </p:nvPr>
        </p:nvSpPr>
        <p:spPr>
          <a:xfrm>
            <a:off x="4692273" y="758825"/>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3" name="Shape 23"/>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24" name="Shape 24"/>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28" name="Shape 28"/>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29" name="Shape 29"/>
        <p:cNvGrpSpPr/>
        <p:nvPr/>
      </p:nvGrpSpPr>
      <p:grpSpPr>
        <a:xfrm>
          <a:off x="0" y="0"/>
          <a:ext cx="0" cy="0"/>
          <a:chOff x="0" y="0"/>
          <a:chExt cx="0" cy="0"/>
        </a:xfrm>
      </p:grpSpPr>
      <p:sp>
        <p:nvSpPr>
          <p:cNvPr id="30" name="Shape 30"/>
          <p:cNvSpPr txBox="1"/>
          <p:nvPr>
            <p:ph idx="1" type="body"/>
          </p:nvPr>
        </p:nvSpPr>
        <p:spPr>
          <a:xfrm>
            <a:off x="457200" y="4406309"/>
            <a:ext cx="8229600" cy="519600"/>
          </a:xfrm>
          <a:prstGeom prst="rect">
            <a:avLst/>
          </a:prstGeom>
        </p:spPr>
        <p:txBody>
          <a:bodyPr anchorCtr="0" anchor="t" bIns="91425" lIns="91425" rIns="91425" tIns="91425"/>
          <a:lstStyle>
            <a:lvl1pPr lvl="0" algn="ctr">
              <a:spcBef>
                <a:spcPts val="360"/>
              </a:spcBef>
              <a:buSzPct val="100000"/>
              <a:buNone/>
              <a:defRPr sz="1800"/>
            </a:lvl1pPr>
          </a:lstStyle>
          <a:p/>
        </p:txBody>
      </p:sp>
      <p:sp>
        <p:nvSpPr>
          <p:cNvPr id="31" name="Shape 31"/>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32" name="Shape 32"/>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3" name="Shape 33"/>
        <p:cNvGrpSpPr/>
        <p:nvPr/>
      </p:nvGrpSpPr>
      <p:grpSpPr>
        <a:xfrm>
          <a:off x="0" y="0"/>
          <a:ext cx="0" cy="0"/>
          <a:chOff x="0" y="0"/>
          <a:chExt cx="0" cy="0"/>
        </a:xfrm>
      </p:grpSpPr>
      <p:sp>
        <p:nvSpPr>
          <p:cNvPr id="34" name="Shape 34"/>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35" name="Shape 35"/>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End Slide">
    <p:spTree>
      <p:nvGrpSpPr>
        <p:cNvPr id="36" name="Shape 36"/>
        <p:cNvGrpSpPr/>
        <p:nvPr/>
      </p:nvGrpSpPr>
      <p:grpSpPr>
        <a:xfrm>
          <a:off x="0" y="0"/>
          <a:ext cx="0" cy="0"/>
          <a:chOff x="0" y="0"/>
          <a:chExt cx="0" cy="0"/>
        </a:xfrm>
      </p:grpSpPr>
      <p:sp>
        <p:nvSpPr>
          <p:cNvPr id="37" name="Shape 37"/>
          <p:cNvSpPr txBox="1"/>
          <p:nvPr/>
        </p:nvSpPr>
        <p:spPr>
          <a:xfrm>
            <a:off x="2779350" y="4745219"/>
            <a:ext cx="3585300" cy="356700"/>
          </a:xfrm>
          <a:prstGeom prst="rect">
            <a:avLst/>
          </a:prstGeom>
          <a:noFill/>
          <a:ln>
            <a:noFill/>
          </a:ln>
        </p:spPr>
        <p:txBody>
          <a:bodyPr anchorCtr="0" anchor="t" bIns="91425" lIns="91425" rIns="91425" tIns="91425">
            <a:noAutofit/>
          </a:bodyPr>
          <a:lstStyle/>
          <a:p>
            <a:pPr lvl="0" rtl="0" algn="ctr">
              <a:spcBef>
                <a:spcPts val="0"/>
              </a:spcBef>
              <a:buNone/>
            </a:pPr>
            <a:r>
              <a:rPr i="1" lang="en"/>
              <a:t>Join the journey @ onosproject.org</a:t>
            </a:r>
          </a:p>
        </p:txBody>
      </p:sp>
      <p:sp>
        <p:nvSpPr>
          <p:cNvPr id="38" name="Shape 38"/>
          <p:cNvSpPr txBox="1"/>
          <p:nvPr/>
        </p:nvSpPr>
        <p:spPr>
          <a:xfrm>
            <a:off x="1787850" y="2741250"/>
            <a:ext cx="5568300" cy="356700"/>
          </a:xfrm>
          <a:prstGeom prst="rect">
            <a:avLst/>
          </a:prstGeom>
          <a:noFill/>
          <a:ln>
            <a:noFill/>
          </a:ln>
        </p:spPr>
        <p:txBody>
          <a:bodyPr anchorCtr="0" anchor="t" bIns="91425" lIns="91425" rIns="91425" tIns="91425">
            <a:noAutofit/>
          </a:bodyPr>
          <a:lstStyle/>
          <a:p>
            <a:pPr lvl="0" rtl="0" algn="ctr">
              <a:spcBef>
                <a:spcPts val="0"/>
              </a:spcBef>
              <a:buNone/>
            </a:pPr>
            <a:r>
              <a:rPr lang="en"/>
              <a:t>Software Defined Transformation of Service Provider Networks</a:t>
            </a:r>
          </a:p>
        </p:txBody>
      </p:sp>
      <p:pic>
        <p:nvPicPr>
          <p:cNvPr descr="onos-logo-fliprotate.png" id="39" name="Shape 39"/>
          <p:cNvPicPr preferRelativeResize="0"/>
          <p:nvPr/>
        </p:nvPicPr>
        <p:blipFill>
          <a:blip r:embed="rId2">
            <a:alphaModFix/>
          </a:blip>
          <a:stretch>
            <a:fillRect/>
          </a:stretch>
        </p:blipFill>
        <p:spPr>
          <a:xfrm>
            <a:off x="3675512" y="1260250"/>
            <a:ext cx="1792975" cy="1481000"/>
          </a:xfrm>
          <a:prstGeom prst="rect">
            <a:avLst/>
          </a:prstGeom>
          <a:noFill/>
          <a:ln>
            <a:noFill/>
          </a:ln>
        </p:spPr>
      </p:pic>
      <p:sp>
        <p:nvSpPr>
          <p:cNvPr id="40" name="Shape 40"/>
          <p:cNvSpPr/>
          <p:nvPr/>
        </p:nvSpPr>
        <p:spPr>
          <a:xfrm>
            <a:off x="8026800" y="0"/>
            <a:ext cx="1117200" cy="854100"/>
          </a:xfrm>
          <a:prstGeom prst="rect">
            <a:avLst/>
          </a:prstGeom>
          <a:solidFill>
            <a:srgbClr val="FFFFFF"/>
          </a:solidFill>
          <a:ln>
            <a:noFill/>
          </a:ln>
        </p:spPr>
        <p:txBody>
          <a:bodyPr anchorCtr="0" anchor="ctr" bIns="91425" lIns="91425" rIns="91425" tIns="91425">
            <a:noAutofit/>
          </a:bodyPr>
          <a:lstStyle/>
          <a:p>
            <a:pPr lvl="0">
              <a:spcBef>
                <a:spcPts val="0"/>
              </a:spcBef>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457200" y="4406334"/>
            <a:ext cx="8229600" cy="519599"/>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43" name="Shape 43"/>
          <p:cNvSpPr txBox="1"/>
          <p:nvPr>
            <p:ph idx="12" type="sldNum"/>
          </p:nvPr>
        </p:nvSpPr>
        <p:spPr>
          <a:xfrm>
            <a:off x="8556836" y="4749849"/>
            <a:ext cx="548699" cy="393599"/>
          </a:xfrm>
          <a:prstGeom prst="rect">
            <a:avLst/>
          </a:prstGeom>
          <a:noFill/>
          <a:ln>
            <a:noFill/>
          </a:ln>
        </p:spPr>
        <p:txBody>
          <a:bodyPr anchorCtr="0" anchor="ctr" bIns="91375" lIns="91375" rIns="91375" tIns="91375">
            <a:noAutofit/>
          </a:bodyPr>
          <a:lstStyle/>
          <a:p>
            <a:pPr indent="0" lvl="0" marL="0" marR="0" rtl="0" algn="r">
              <a:spcBef>
                <a:spcPts val="0"/>
              </a:spcBef>
              <a:buClr>
                <a:srgbClr val="000000"/>
              </a:buClr>
              <a:buSzPct val="25000"/>
              <a:buFont typeface="Arial"/>
              <a:buNone/>
            </a:pPr>
            <a:fld id="{00000000-1234-1234-1234-123412341234}" type="slidenum">
              <a:rPr b="0" i="0" lang="en" sz="1300" u="none" cap="none" strike="noStrike">
                <a:solidFill>
                  <a:srgbClr val="000000"/>
                </a:solidFill>
                <a:latin typeface="Arial"/>
                <a:ea typeface="Arial"/>
                <a:cs typeface="Arial"/>
                <a:sym typeface="Arial"/>
              </a:rPr>
              <a:t>‹#›</a:t>
            </a:fld>
          </a:p>
        </p:txBody>
      </p:sp>
      <p:sp>
        <p:nvSpPr>
          <p:cNvPr id="44" name="Shape 44"/>
          <p:cNvSpPr/>
          <p:nvPr/>
        </p:nvSpPr>
        <p:spPr>
          <a:xfrm>
            <a:off x="0" y="0"/>
            <a:ext cx="9144000" cy="566984"/>
          </a:xfrm>
          <a:prstGeom prst="rect">
            <a:avLst/>
          </a:prstGeom>
          <a:solidFill>
            <a:srgbClr val="007EC4"/>
          </a:solid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3200" u="none" cap="none" strike="noStrike">
              <a:solidFill>
                <a:schemeClr val="lt1"/>
              </a:solidFill>
              <a:latin typeface="Arial"/>
              <a:ea typeface="Arial"/>
              <a:cs typeface="Arial"/>
              <a:sym typeface="Arial"/>
            </a:endParaRPr>
          </a:p>
        </p:txBody>
      </p:sp>
      <p:pic>
        <p:nvPicPr>
          <p:cNvPr id="45" name="Shape 45"/>
          <p:cNvPicPr preferRelativeResize="0"/>
          <p:nvPr/>
        </p:nvPicPr>
        <p:blipFill rotWithShape="1">
          <a:blip r:embed="rId2">
            <a:alphaModFix/>
          </a:blip>
          <a:srcRect b="0" l="0" r="0" t="0"/>
          <a:stretch/>
        </p:blipFill>
        <p:spPr>
          <a:xfrm>
            <a:off x="8472442" y="49842"/>
            <a:ext cx="548699" cy="456662"/>
          </a:xfrm>
          <a:prstGeom prst="rect">
            <a:avLst/>
          </a:prstGeom>
          <a:noFill/>
          <a:ln>
            <a:noFill/>
          </a:ln>
        </p:spPr>
      </p:pic>
      <p:sp>
        <p:nvSpPr>
          <p:cNvPr id="46" name="Shape 46"/>
          <p:cNvSpPr txBox="1"/>
          <p:nvPr>
            <p:ph type="title"/>
          </p:nvPr>
        </p:nvSpPr>
        <p:spPr>
          <a:xfrm>
            <a:off x="311701" y="37279"/>
            <a:ext cx="8520599" cy="5726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2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2pPr>
            <a:lvl3pPr indent="0" lvl="2" rtl="0">
              <a:spcBef>
                <a:spcPts val="0"/>
              </a:spcBef>
              <a:buClr>
                <a:srgbClr val="85200C"/>
              </a:buClr>
              <a:buFont typeface="Arial"/>
              <a:buNone/>
              <a:defRPr b="1" sz="3600">
                <a:solidFill>
                  <a:srgbClr val="85200C"/>
                </a:solidFill>
              </a:defRPr>
            </a:lvl3pPr>
            <a:lvl4pPr indent="0" lvl="3" rtl="0">
              <a:spcBef>
                <a:spcPts val="0"/>
              </a:spcBef>
              <a:buClr>
                <a:srgbClr val="85200C"/>
              </a:buClr>
              <a:buFont typeface="Arial"/>
              <a:buNone/>
              <a:defRPr b="1" sz="3600">
                <a:solidFill>
                  <a:srgbClr val="85200C"/>
                </a:solidFill>
              </a:defRPr>
            </a:lvl4pPr>
            <a:lvl5pPr indent="0" lvl="4" rtl="0">
              <a:spcBef>
                <a:spcPts val="0"/>
              </a:spcBef>
              <a:buClr>
                <a:srgbClr val="85200C"/>
              </a:buClr>
              <a:buFont typeface="Arial"/>
              <a:buNone/>
              <a:defRPr b="1" sz="3600">
                <a:solidFill>
                  <a:srgbClr val="85200C"/>
                </a:solidFill>
              </a:defRPr>
            </a:lvl5pPr>
            <a:lvl6pPr indent="0" lvl="5" rtl="0">
              <a:spcBef>
                <a:spcPts val="0"/>
              </a:spcBef>
              <a:buClr>
                <a:srgbClr val="85200C"/>
              </a:buClr>
              <a:buFont typeface="Arial"/>
              <a:buNone/>
              <a:defRPr b="1" sz="3600">
                <a:solidFill>
                  <a:srgbClr val="85200C"/>
                </a:solidFill>
              </a:defRPr>
            </a:lvl6pPr>
            <a:lvl7pPr indent="0" lvl="6" rtl="0">
              <a:spcBef>
                <a:spcPts val="0"/>
              </a:spcBef>
              <a:buClr>
                <a:srgbClr val="85200C"/>
              </a:buClr>
              <a:buFont typeface="Arial"/>
              <a:buNone/>
              <a:defRPr b="1" sz="3600">
                <a:solidFill>
                  <a:srgbClr val="85200C"/>
                </a:solidFill>
              </a:defRPr>
            </a:lvl7pPr>
            <a:lvl8pPr indent="0" lvl="7" rtl="0">
              <a:spcBef>
                <a:spcPts val="0"/>
              </a:spcBef>
              <a:buClr>
                <a:srgbClr val="85200C"/>
              </a:buClr>
              <a:buFont typeface="Arial"/>
              <a:buNone/>
              <a:defRPr b="1" sz="3600">
                <a:solidFill>
                  <a:srgbClr val="85200C"/>
                </a:solidFill>
              </a:defRPr>
            </a:lvl8pPr>
            <a:lvl9pPr indent="0" lvl="8" rtl="0">
              <a:spcBef>
                <a:spcPts val="0"/>
              </a:spcBef>
              <a:buClr>
                <a:srgbClr val="85200C"/>
              </a:buClr>
              <a:buFont typeface="Arial"/>
              <a:buNone/>
              <a:defRPr b="1" sz="3600">
                <a:solidFill>
                  <a:srgbClr val="85200C"/>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47" name="Shape 47"/>
        <p:cNvGrpSpPr/>
        <p:nvPr/>
      </p:nvGrpSpPr>
      <p:grpSpPr>
        <a:xfrm>
          <a:off x="0" y="0"/>
          <a:ext cx="0" cy="0"/>
          <a:chOff x="0" y="0"/>
          <a:chExt cx="0" cy="0"/>
        </a:xfrm>
      </p:grpSpPr>
      <p:sp>
        <p:nvSpPr>
          <p:cNvPr id="48" name="Shape 48"/>
          <p:cNvSpPr txBox="1"/>
          <p:nvPr>
            <p:ph type="title"/>
          </p:nvPr>
        </p:nvSpPr>
        <p:spPr>
          <a:xfrm>
            <a:off x="457200" y="205978"/>
            <a:ext cx="8229600" cy="85725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9" name="Shape 49"/>
          <p:cNvSpPr txBox="1"/>
          <p:nvPr>
            <p:ph idx="1" type="body"/>
          </p:nvPr>
        </p:nvSpPr>
        <p:spPr>
          <a:xfrm>
            <a:off x="457200" y="1200150"/>
            <a:ext cx="8229600" cy="3394472"/>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50" name="Shape 50"/>
          <p:cNvSpPr txBox="1"/>
          <p:nvPr>
            <p:ph idx="10" type="dt"/>
          </p:nvPr>
        </p:nvSpPr>
        <p:spPr>
          <a:xfrm>
            <a:off x="457200" y="4767262"/>
            <a:ext cx="2133599" cy="273843"/>
          </a:xfrm>
          <a:prstGeom prst="rect">
            <a:avLst/>
          </a:prstGeom>
          <a:noFill/>
          <a:ln>
            <a:noFill/>
          </a:ln>
        </p:spPr>
        <p:txBody>
          <a:bodyPr anchorCtr="0" anchor="ctr" bIns="91425" lIns="91425" rIns="91425" tIns="91425"/>
          <a:lstStyle>
            <a:lvl1pPr indent="0" lvl="0" marL="0" marR="0" rtl="0" algn="l">
              <a:spcBef>
                <a:spcPts val="0"/>
              </a:spcBef>
              <a:buNone/>
              <a:defRPr sz="12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51" name="Shape 51"/>
          <p:cNvSpPr txBox="1"/>
          <p:nvPr>
            <p:ph idx="11" type="ftr"/>
          </p:nvPr>
        </p:nvSpPr>
        <p:spPr>
          <a:xfrm>
            <a:off x="3124200" y="4767262"/>
            <a:ext cx="2895600" cy="273843"/>
          </a:xfrm>
          <a:prstGeom prst="rect">
            <a:avLst/>
          </a:prstGeom>
          <a:noFill/>
          <a:ln>
            <a:noFill/>
          </a:ln>
        </p:spPr>
        <p:txBody>
          <a:bodyPr anchorCtr="0" anchor="ctr" bIns="91425" lIns="91425" rIns="91425" tIns="91425"/>
          <a:lstStyle>
            <a:lvl1pPr indent="0" lvl="0" marL="0" marR="0" rtl="0" algn="ctr">
              <a:spcBef>
                <a:spcPts val="0"/>
              </a:spcBef>
              <a:buNone/>
              <a:defRPr sz="12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52" name="Shape 52"/>
          <p:cNvSpPr txBox="1"/>
          <p:nvPr>
            <p:ph idx="12" type="sldNum"/>
          </p:nvPr>
        </p:nvSpPr>
        <p:spPr>
          <a:xfrm>
            <a:off x="6553200" y="4767262"/>
            <a:ext cx="2133599" cy="273843"/>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lang="en" sz="1200">
                <a:solidFill>
                  <a:srgbClr val="888888"/>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slide 1">
    <p:spTree>
      <p:nvGrpSpPr>
        <p:cNvPr id="54" name="Shape 54"/>
        <p:cNvGrpSpPr/>
        <p:nvPr/>
      </p:nvGrpSpPr>
      <p:grpSpPr>
        <a:xfrm>
          <a:off x="0" y="0"/>
          <a:ext cx="0" cy="0"/>
          <a:chOff x="0" y="0"/>
          <a:chExt cx="0" cy="0"/>
        </a:xfrm>
      </p:grpSpPr>
      <p:pic>
        <p:nvPicPr>
          <p:cNvPr id="55" name="Shape 55"/>
          <p:cNvPicPr preferRelativeResize="0"/>
          <p:nvPr/>
        </p:nvPicPr>
        <p:blipFill rotWithShape="1">
          <a:blip r:embed="rId2">
            <a:alphaModFix/>
          </a:blip>
          <a:srcRect b="43638" l="0" r="0" t="15840"/>
          <a:stretch/>
        </p:blipFill>
        <p:spPr>
          <a:xfrm>
            <a:off x="-4668" y="-57149"/>
            <a:ext cx="9143933" cy="2470078"/>
          </a:xfrm>
          <a:prstGeom prst="rect">
            <a:avLst/>
          </a:prstGeom>
          <a:noFill/>
          <a:ln>
            <a:noFill/>
          </a:ln>
        </p:spPr>
      </p:pic>
      <p:sp>
        <p:nvSpPr>
          <p:cNvPr id="56" name="Shape 56"/>
          <p:cNvSpPr/>
          <p:nvPr/>
        </p:nvSpPr>
        <p:spPr>
          <a:xfrm>
            <a:off x="0" y="1906350"/>
            <a:ext cx="9143933" cy="2011837"/>
          </a:xfrm>
          <a:prstGeom prst="rect">
            <a:avLst/>
          </a:prstGeom>
          <a:solidFill>
            <a:srgbClr val="B43232"/>
          </a:solidFill>
          <a:ln>
            <a:noFill/>
          </a:ln>
        </p:spPr>
        <p:txBody>
          <a:bodyPr anchorCtr="0" anchor="ctr" bIns="91425" lIns="91425" rIns="91425" tIns="91425">
            <a:noAutofit/>
          </a:bodyPr>
          <a:lstStyle/>
          <a:p>
            <a:pPr indent="0" lvl="0" marL="0" marR="0" rtl="0" algn="ctr">
              <a:spcBef>
                <a:spcPts val="0"/>
              </a:spcBef>
              <a:buFont typeface="Helvetica Neue"/>
              <a:buNone/>
            </a:pPr>
            <a:r>
              <a:t/>
            </a:r>
            <a:endParaRPr b="0" i="0" sz="1900" u="none" cap="none" strike="noStrike">
              <a:latin typeface="Helvetica Neue"/>
              <a:ea typeface="Helvetica Neue"/>
              <a:cs typeface="Helvetica Neue"/>
              <a:sym typeface="Helvetica Neue"/>
            </a:endParaRPr>
          </a:p>
        </p:txBody>
      </p:sp>
      <p:sp>
        <p:nvSpPr>
          <p:cNvPr id="57" name="Shape 57"/>
          <p:cNvSpPr txBox="1"/>
          <p:nvPr>
            <p:ph type="ctrTitle"/>
          </p:nvPr>
        </p:nvSpPr>
        <p:spPr>
          <a:xfrm>
            <a:off x="311698" y="1906348"/>
            <a:ext cx="8520540" cy="2011837"/>
          </a:xfrm>
          <a:prstGeom prst="rect">
            <a:avLst/>
          </a:prstGeom>
          <a:noFill/>
          <a:ln>
            <a:noFill/>
          </a:ln>
        </p:spPr>
        <p:txBody>
          <a:bodyPr anchorCtr="0" anchor="ctr" bIns="34275" lIns="34275" rIns="34275" tIns="34275"/>
          <a:lstStyle>
            <a:lvl1pPr indent="0" lvl="0" marL="0" marR="0" rtl="0" algn="ctr">
              <a:lnSpc>
                <a:spcPct val="100000"/>
              </a:lnSpc>
              <a:spcBef>
                <a:spcPts val="0"/>
              </a:spcBef>
              <a:spcAft>
                <a:spcPts val="0"/>
              </a:spcAft>
              <a:buClr>
                <a:srgbClr val="FFFFFF"/>
              </a:buClr>
              <a:buSzPct val="25000"/>
              <a:buFont typeface="Droid Sans"/>
              <a:buNone/>
              <a:defRPr b="0" i="0" sz="5200" u="none" cap="none" strike="noStrike">
                <a:solidFill>
                  <a:srgbClr val="FFFFFF"/>
                </a:solidFill>
                <a:latin typeface="Droid Sans"/>
                <a:ea typeface="Droid Sans"/>
                <a:cs typeface="Droid Sans"/>
                <a:sym typeface="Droid Sans"/>
              </a:defRPr>
            </a:lvl1pPr>
            <a:lvl2pPr indent="0" lvl="1" rtl="0" algn="ctr">
              <a:spcBef>
                <a:spcPts val="0"/>
              </a:spcBef>
              <a:buSzPct val="25000"/>
              <a:buNone/>
              <a:defRPr sz="5200">
                <a:solidFill>
                  <a:srgbClr val="FFFFFF"/>
                </a:solidFill>
              </a:defRPr>
            </a:lvl2pPr>
            <a:lvl3pPr indent="0" lvl="2" rtl="0" algn="ctr">
              <a:spcBef>
                <a:spcPts val="0"/>
              </a:spcBef>
              <a:buSzPct val="25000"/>
              <a:buNone/>
              <a:defRPr sz="5200">
                <a:solidFill>
                  <a:srgbClr val="FFFFFF"/>
                </a:solidFill>
              </a:defRPr>
            </a:lvl3pPr>
            <a:lvl4pPr indent="0" lvl="3" rtl="0" algn="ctr">
              <a:spcBef>
                <a:spcPts val="0"/>
              </a:spcBef>
              <a:buSzPct val="25000"/>
              <a:buNone/>
              <a:defRPr sz="5200">
                <a:solidFill>
                  <a:srgbClr val="FFFFFF"/>
                </a:solidFill>
              </a:defRPr>
            </a:lvl4pPr>
            <a:lvl5pPr indent="0" lvl="4" rtl="0" algn="ctr">
              <a:spcBef>
                <a:spcPts val="0"/>
              </a:spcBef>
              <a:buSzPct val="25000"/>
              <a:buNone/>
              <a:defRPr sz="5200">
                <a:solidFill>
                  <a:srgbClr val="FFFFFF"/>
                </a:solidFill>
              </a:defRPr>
            </a:lvl5pPr>
            <a:lvl6pPr indent="0" lvl="5" rtl="0" algn="ctr">
              <a:spcBef>
                <a:spcPts val="0"/>
              </a:spcBef>
              <a:buSzPct val="25000"/>
              <a:buNone/>
              <a:defRPr sz="5200">
                <a:solidFill>
                  <a:srgbClr val="FFFFFF"/>
                </a:solidFill>
              </a:defRPr>
            </a:lvl6pPr>
            <a:lvl7pPr indent="0" lvl="6" rtl="0" algn="ctr">
              <a:spcBef>
                <a:spcPts val="0"/>
              </a:spcBef>
              <a:buSzPct val="25000"/>
              <a:buNone/>
              <a:defRPr sz="5200">
                <a:solidFill>
                  <a:srgbClr val="FFFFFF"/>
                </a:solidFill>
              </a:defRPr>
            </a:lvl7pPr>
            <a:lvl8pPr indent="0" lvl="7" rtl="0" algn="ctr">
              <a:spcBef>
                <a:spcPts val="0"/>
              </a:spcBef>
              <a:buSzPct val="25000"/>
              <a:buNone/>
              <a:defRPr sz="5200">
                <a:solidFill>
                  <a:srgbClr val="FFFFFF"/>
                </a:solidFill>
              </a:defRPr>
            </a:lvl8pPr>
            <a:lvl9pPr indent="0" lvl="8" rtl="0" algn="ctr">
              <a:spcBef>
                <a:spcPts val="0"/>
              </a:spcBef>
              <a:buSzPct val="25000"/>
              <a:buNone/>
              <a:defRPr sz="5200">
                <a:solidFill>
                  <a:srgbClr val="FFFFFF"/>
                </a:solidFill>
              </a:defRPr>
            </a:lvl9pPr>
          </a:lstStyle>
          <a:p/>
        </p:txBody>
      </p:sp>
      <p:sp>
        <p:nvSpPr>
          <p:cNvPr id="58" name="Shape 58"/>
          <p:cNvSpPr txBox="1"/>
          <p:nvPr/>
        </p:nvSpPr>
        <p:spPr>
          <a:xfrm>
            <a:off x="20209" y="4785250"/>
            <a:ext cx="2002238" cy="422999"/>
          </a:xfrm>
          <a:prstGeom prst="rect">
            <a:avLst/>
          </a:prstGeom>
          <a:noFill/>
          <a:ln>
            <a:noFill/>
          </a:ln>
        </p:spPr>
        <p:txBody>
          <a:bodyPr anchorCtr="0" anchor="t" bIns="91425" lIns="91425" rIns="91425" tIns="91425">
            <a:noAutofit/>
          </a:bodyPr>
          <a:lstStyle/>
          <a:p>
            <a:pPr indent="0" lvl="0" marL="0" marR="0" rtl="0" algn="ctr">
              <a:spcBef>
                <a:spcPts val="0"/>
              </a:spcBef>
              <a:buSzPct val="25000"/>
              <a:buFont typeface="Droid Sans"/>
              <a:buNone/>
            </a:pPr>
            <a:r>
              <a:rPr b="1" i="0" lang="en" sz="1400" u="none" cap="none" strike="noStrike">
                <a:latin typeface="Droid Sans"/>
                <a:ea typeface="Droid Sans"/>
                <a:cs typeface="Droid Sans"/>
                <a:sym typeface="Droid Sans"/>
              </a:rPr>
              <a:t>#</a:t>
            </a:r>
            <a:r>
              <a:rPr b="1" i="0" lang="en" sz="1400" u="none" cap="none" strike="noStrike">
                <a:solidFill>
                  <a:srgbClr val="222222"/>
                </a:solidFill>
                <a:highlight>
                  <a:srgbClr val="FFFFFF"/>
                </a:highlight>
                <a:latin typeface="Droid Sans"/>
                <a:ea typeface="Droid Sans"/>
                <a:cs typeface="Droid Sans"/>
                <a:sym typeface="Droid Sans"/>
              </a:rPr>
              <a:t>ONOSProject</a:t>
            </a:r>
          </a:p>
        </p:txBody>
      </p:sp>
      <p:pic>
        <p:nvPicPr>
          <p:cNvPr id="59" name="Shape 59"/>
          <p:cNvPicPr preferRelativeResize="0"/>
          <p:nvPr/>
        </p:nvPicPr>
        <p:blipFill rotWithShape="1">
          <a:blip r:embed="rId3">
            <a:alphaModFix/>
          </a:blip>
          <a:srcRect b="0" l="0" r="0" t="0"/>
          <a:stretch/>
        </p:blipFill>
        <p:spPr>
          <a:xfrm>
            <a:off x="8159012" y="4417139"/>
            <a:ext cx="892852" cy="61793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1_ONOS">
    <p:spTree>
      <p:nvGrpSpPr>
        <p:cNvPr id="60" name="Shape 60"/>
        <p:cNvGrpSpPr/>
        <p:nvPr/>
      </p:nvGrpSpPr>
      <p:grpSpPr>
        <a:xfrm>
          <a:off x="0" y="0"/>
          <a:ext cx="0" cy="0"/>
          <a:chOff x="0" y="0"/>
          <a:chExt cx="0" cy="0"/>
        </a:xfrm>
      </p:grpSpPr>
      <p:sp>
        <p:nvSpPr>
          <p:cNvPr id="61" name="Shape 61"/>
          <p:cNvSpPr txBox="1"/>
          <p:nvPr/>
        </p:nvSpPr>
        <p:spPr>
          <a:xfrm>
            <a:off x="20209" y="4785250"/>
            <a:ext cx="2002238" cy="422999"/>
          </a:xfrm>
          <a:prstGeom prst="rect">
            <a:avLst/>
          </a:prstGeom>
          <a:noFill/>
          <a:ln>
            <a:noFill/>
          </a:ln>
        </p:spPr>
        <p:txBody>
          <a:bodyPr anchorCtr="0" anchor="t" bIns="91425" lIns="91425" rIns="91425" tIns="91425">
            <a:noAutofit/>
          </a:bodyPr>
          <a:lstStyle/>
          <a:p>
            <a:pPr indent="0" lvl="0" marL="0" marR="0" rtl="0" algn="ctr">
              <a:spcBef>
                <a:spcPts val="0"/>
              </a:spcBef>
              <a:buSzPct val="25000"/>
              <a:buFont typeface="Droid Sans"/>
              <a:buNone/>
            </a:pPr>
            <a:r>
              <a:rPr b="1" i="0" lang="en" sz="1400" u="none" cap="none" strike="noStrike">
                <a:latin typeface="Droid Sans"/>
                <a:ea typeface="Droid Sans"/>
                <a:cs typeface="Droid Sans"/>
                <a:sym typeface="Droid Sans"/>
              </a:rPr>
              <a:t>#</a:t>
            </a:r>
            <a:r>
              <a:rPr b="1" i="0" lang="en" sz="1400" u="none" cap="none" strike="noStrike">
                <a:solidFill>
                  <a:srgbClr val="222222"/>
                </a:solidFill>
                <a:highlight>
                  <a:srgbClr val="FFFFFF"/>
                </a:highlight>
                <a:latin typeface="Droid Sans"/>
                <a:ea typeface="Droid Sans"/>
                <a:cs typeface="Droid Sans"/>
                <a:sym typeface="Droid Sans"/>
              </a:rPr>
              <a:t>ONOSProject</a:t>
            </a:r>
          </a:p>
        </p:txBody>
      </p:sp>
      <p:sp>
        <p:nvSpPr>
          <p:cNvPr id="62" name="Shape 62"/>
          <p:cNvSpPr/>
          <p:nvPr/>
        </p:nvSpPr>
        <p:spPr>
          <a:xfrm>
            <a:off x="0" y="0"/>
            <a:ext cx="9143933" cy="594450"/>
          </a:xfrm>
          <a:prstGeom prst="rect">
            <a:avLst/>
          </a:prstGeom>
          <a:solidFill>
            <a:srgbClr val="B43232"/>
          </a:solidFill>
          <a:ln>
            <a:noFill/>
          </a:ln>
        </p:spPr>
        <p:txBody>
          <a:bodyPr anchorCtr="0" anchor="ctr" bIns="91425" lIns="91425" rIns="91425" tIns="91425">
            <a:noAutofit/>
          </a:bodyPr>
          <a:lstStyle/>
          <a:p>
            <a:pPr indent="0" lvl="0" marL="0" marR="0" rtl="0" algn="ctr">
              <a:spcBef>
                <a:spcPts val="0"/>
              </a:spcBef>
              <a:buFont typeface="Helvetica Neue"/>
              <a:buNone/>
            </a:pPr>
            <a:r>
              <a:t/>
            </a:r>
            <a:endParaRPr b="0" i="0" sz="1900" u="none" cap="none" strike="noStrike">
              <a:latin typeface="Helvetica Neue"/>
              <a:ea typeface="Helvetica Neue"/>
              <a:cs typeface="Helvetica Neue"/>
              <a:sym typeface="Helvetica Neue"/>
            </a:endParaRPr>
          </a:p>
        </p:txBody>
      </p:sp>
      <p:sp>
        <p:nvSpPr>
          <p:cNvPr id="63" name="Shape 63"/>
          <p:cNvSpPr txBox="1"/>
          <p:nvPr/>
        </p:nvSpPr>
        <p:spPr>
          <a:xfrm>
            <a:off x="8472414" y="4663216"/>
            <a:ext cx="548703" cy="393637"/>
          </a:xfrm>
          <a:prstGeom prst="rect">
            <a:avLst/>
          </a:prstGeom>
          <a:noFill/>
          <a:ln>
            <a:noFill/>
          </a:ln>
        </p:spPr>
        <p:txBody>
          <a:bodyPr anchorCtr="0" anchor="ctr" bIns="91425" lIns="91425" rIns="91425" tIns="91425">
            <a:noAutofit/>
          </a:bodyPr>
          <a:lstStyle/>
          <a:p>
            <a:pPr indent="0" lvl="0" marL="0" marR="0" rtl="0" algn="r">
              <a:spcBef>
                <a:spcPts val="0"/>
              </a:spcBef>
              <a:buClr>
                <a:srgbClr val="595959"/>
              </a:buClr>
              <a:buSzPct val="25000"/>
              <a:buFont typeface="Helvetica Neue"/>
              <a:buNone/>
            </a:pPr>
            <a:fld id="{00000000-1234-1234-1234-123412341234}" type="slidenum">
              <a:rPr b="0" i="0" lang="en" sz="1000" u="none" cap="none" strike="noStrike">
                <a:solidFill>
                  <a:srgbClr val="595959"/>
                </a:solidFill>
                <a:latin typeface="Helvetica Neue"/>
                <a:ea typeface="Helvetica Neue"/>
                <a:cs typeface="Helvetica Neue"/>
                <a:sym typeface="Helvetica Neue"/>
              </a:rPr>
              <a:t>‹#›</a:t>
            </a:fld>
          </a:p>
        </p:txBody>
      </p:sp>
      <p:pic>
        <p:nvPicPr>
          <p:cNvPr id="64" name="Shape 64"/>
          <p:cNvPicPr preferRelativeResize="0"/>
          <p:nvPr/>
        </p:nvPicPr>
        <p:blipFill rotWithShape="1">
          <a:blip r:embed="rId2">
            <a:alphaModFix/>
          </a:blip>
          <a:srcRect b="0" l="0" r="0" t="0"/>
          <a:stretch/>
        </p:blipFill>
        <p:spPr>
          <a:xfrm>
            <a:off x="8262092" y="-130396"/>
            <a:ext cx="759031" cy="783618"/>
          </a:xfrm>
          <a:prstGeom prst="rect">
            <a:avLst/>
          </a:prstGeom>
          <a:noFill/>
          <a:ln>
            <a:noFill/>
          </a:ln>
        </p:spPr>
      </p:pic>
      <p:sp>
        <p:nvSpPr>
          <p:cNvPr id="65" name="Shape 65"/>
          <p:cNvSpPr txBox="1"/>
          <p:nvPr>
            <p:ph type="ctrTitle"/>
          </p:nvPr>
        </p:nvSpPr>
        <p:spPr>
          <a:xfrm>
            <a:off x="311734" y="68990"/>
            <a:ext cx="8520540" cy="422999"/>
          </a:xfrm>
          <a:prstGeom prst="rect">
            <a:avLst/>
          </a:prstGeom>
          <a:noFill/>
          <a:ln>
            <a:noFill/>
          </a:ln>
        </p:spPr>
        <p:txBody>
          <a:bodyPr anchorCtr="0" anchor="ctr" bIns="34275" lIns="34275" rIns="34275" tIns="34275"/>
          <a:lstStyle>
            <a:lvl1pPr indent="0" lvl="0" marL="0" marR="0" rtl="0" algn="l">
              <a:lnSpc>
                <a:spcPct val="100000"/>
              </a:lnSpc>
              <a:spcBef>
                <a:spcPts val="0"/>
              </a:spcBef>
              <a:spcAft>
                <a:spcPts val="0"/>
              </a:spcAft>
              <a:buClr>
                <a:srgbClr val="FFFFFF"/>
              </a:buClr>
              <a:buSzPct val="25000"/>
              <a:buFont typeface="Droid Sans"/>
              <a:buNone/>
              <a:defRPr b="1" i="0" sz="2800" u="none" cap="none" strike="noStrike">
                <a:solidFill>
                  <a:srgbClr val="FFFFFF"/>
                </a:solidFill>
                <a:latin typeface="Droid Sans"/>
                <a:ea typeface="Droid Sans"/>
                <a:cs typeface="Droid Sans"/>
                <a:sym typeface="Droid Sans"/>
              </a:defRPr>
            </a:lvl1pPr>
            <a:lvl2pPr indent="0" lvl="1" rtl="0">
              <a:spcBef>
                <a:spcPts val="0"/>
              </a:spcBef>
              <a:buSzPct val="25000"/>
              <a:buNone/>
              <a:defRPr sz="5200">
                <a:solidFill>
                  <a:srgbClr val="FFFFFF"/>
                </a:solidFill>
              </a:defRPr>
            </a:lvl2pPr>
            <a:lvl3pPr indent="0" lvl="2" rtl="0">
              <a:spcBef>
                <a:spcPts val="0"/>
              </a:spcBef>
              <a:buSzPct val="25000"/>
              <a:buNone/>
              <a:defRPr sz="5200">
                <a:solidFill>
                  <a:srgbClr val="FFFFFF"/>
                </a:solidFill>
              </a:defRPr>
            </a:lvl3pPr>
            <a:lvl4pPr indent="0" lvl="3" rtl="0">
              <a:spcBef>
                <a:spcPts val="0"/>
              </a:spcBef>
              <a:buSzPct val="25000"/>
              <a:buNone/>
              <a:defRPr sz="5200">
                <a:solidFill>
                  <a:srgbClr val="FFFFFF"/>
                </a:solidFill>
              </a:defRPr>
            </a:lvl4pPr>
            <a:lvl5pPr indent="0" lvl="4" rtl="0">
              <a:spcBef>
                <a:spcPts val="0"/>
              </a:spcBef>
              <a:buSzPct val="25000"/>
              <a:buNone/>
              <a:defRPr sz="5200">
                <a:solidFill>
                  <a:srgbClr val="FFFFFF"/>
                </a:solidFill>
              </a:defRPr>
            </a:lvl5pPr>
            <a:lvl6pPr indent="0" lvl="5" rtl="0">
              <a:spcBef>
                <a:spcPts val="0"/>
              </a:spcBef>
              <a:buSzPct val="25000"/>
              <a:buNone/>
              <a:defRPr sz="5200">
                <a:solidFill>
                  <a:srgbClr val="FFFFFF"/>
                </a:solidFill>
              </a:defRPr>
            </a:lvl6pPr>
            <a:lvl7pPr indent="0" lvl="6" rtl="0">
              <a:spcBef>
                <a:spcPts val="0"/>
              </a:spcBef>
              <a:buSzPct val="25000"/>
              <a:buNone/>
              <a:defRPr sz="5200">
                <a:solidFill>
                  <a:srgbClr val="FFFFFF"/>
                </a:solidFill>
              </a:defRPr>
            </a:lvl7pPr>
            <a:lvl8pPr indent="0" lvl="7" rtl="0">
              <a:spcBef>
                <a:spcPts val="0"/>
              </a:spcBef>
              <a:buSzPct val="25000"/>
              <a:buNone/>
              <a:defRPr sz="5200">
                <a:solidFill>
                  <a:srgbClr val="FFFFFF"/>
                </a:solidFill>
              </a:defRPr>
            </a:lvl8pPr>
            <a:lvl9pPr indent="0" lvl="8" rtl="0">
              <a:spcBef>
                <a:spcPts val="0"/>
              </a:spcBef>
              <a:buSzPct val="25000"/>
              <a:buNone/>
              <a:defRPr sz="5200">
                <a:solidFill>
                  <a:srgbClr val="FFFFFF"/>
                </a:solidFill>
              </a:defRPr>
            </a:lvl9pPr>
          </a:lstStyle>
          <a:p/>
        </p:txBody>
      </p:sp>
      <p:sp>
        <p:nvSpPr>
          <p:cNvPr id="66" name="Shape 66"/>
          <p:cNvSpPr txBox="1"/>
          <p:nvPr>
            <p:ph idx="2" type="ctrTitle"/>
          </p:nvPr>
        </p:nvSpPr>
        <p:spPr>
          <a:xfrm>
            <a:off x="311734" y="754790"/>
            <a:ext cx="3936229" cy="4030425"/>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35714"/>
              <a:buFont typeface="Droid Sans"/>
              <a:buNone/>
              <a:defRPr b="0" i="0" sz="1400" u="none" cap="none" strike="noStrike">
                <a:solidFill>
                  <a:srgbClr val="000000"/>
                </a:solidFill>
                <a:latin typeface="Droid Sans"/>
                <a:ea typeface="Droid Sans"/>
                <a:cs typeface="Droid Sans"/>
                <a:sym typeface="Droid Sans"/>
              </a:defRPr>
            </a:lvl1pPr>
            <a:lvl2pPr indent="0" lvl="1" rtl="0">
              <a:spcBef>
                <a:spcPts val="0"/>
              </a:spcBef>
              <a:buSzPct val="25000"/>
              <a:buNone/>
              <a:defRPr sz="5200"/>
            </a:lvl2pPr>
            <a:lvl3pPr indent="0" lvl="2" rtl="0">
              <a:spcBef>
                <a:spcPts val="0"/>
              </a:spcBef>
              <a:buSzPct val="25000"/>
              <a:buNone/>
              <a:defRPr sz="5200"/>
            </a:lvl3pPr>
            <a:lvl4pPr indent="0" lvl="3" rtl="0">
              <a:spcBef>
                <a:spcPts val="0"/>
              </a:spcBef>
              <a:buSzPct val="25000"/>
              <a:buNone/>
              <a:defRPr sz="5200"/>
            </a:lvl4pPr>
            <a:lvl5pPr indent="0" lvl="4" rtl="0">
              <a:spcBef>
                <a:spcPts val="0"/>
              </a:spcBef>
              <a:buSzPct val="25000"/>
              <a:buNone/>
              <a:defRPr sz="5200"/>
            </a:lvl5pPr>
            <a:lvl6pPr indent="0" lvl="5" rtl="0">
              <a:spcBef>
                <a:spcPts val="0"/>
              </a:spcBef>
              <a:buSzPct val="25000"/>
              <a:buNone/>
              <a:defRPr sz="5200"/>
            </a:lvl6pPr>
            <a:lvl7pPr indent="0" lvl="6" rtl="0">
              <a:spcBef>
                <a:spcPts val="0"/>
              </a:spcBef>
              <a:buSzPct val="25000"/>
              <a:buNone/>
              <a:defRPr sz="5200"/>
            </a:lvl7pPr>
            <a:lvl8pPr indent="0" lvl="7" rtl="0">
              <a:spcBef>
                <a:spcPts val="0"/>
              </a:spcBef>
              <a:buSzPct val="25000"/>
              <a:buNone/>
              <a:defRPr sz="5200"/>
            </a:lvl8pPr>
            <a:lvl9pPr indent="0" lvl="8" rtl="0">
              <a:spcBef>
                <a:spcPts val="0"/>
              </a:spcBef>
              <a:buSzPct val="25000"/>
              <a:buNone/>
              <a:defRPr sz="5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OS">
    <p:spTree>
      <p:nvGrpSpPr>
        <p:cNvPr id="67" name="Shape 67"/>
        <p:cNvGrpSpPr/>
        <p:nvPr/>
      </p:nvGrpSpPr>
      <p:grpSpPr>
        <a:xfrm>
          <a:off x="0" y="0"/>
          <a:ext cx="0" cy="0"/>
          <a:chOff x="0" y="0"/>
          <a:chExt cx="0" cy="0"/>
        </a:xfrm>
      </p:grpSpPr>
      <p:sp>
        <p:nvSpPr>
          <p:cNvPr id="68" name="Shape 68"/>
          <p:cNvSpPr txBox="1"/>
          <p:nvPr/>
        </p:nvSpPr>
        <p:spPr>
          <a:xfrm>
            <a:off x="20209" y="4785250"/>
            <a:ext cx="2002238" cy="422999"/>
          </a:xfrm>
          <a:prstGeom prst="rect">
            <a:avLst/>
          </a:prstGeom>
          <a:noFill/>
          <a:ln>
            <a:noFill/>
          </a:ln>
        </p:spPr>
        <p:txBody>
          <a:bodyPr anchorCtr="0" anchor="t" bIns="91425" lIns="91425" rIns="91425" tIns="91425">
            <a:noAutofit/>
          </a:bodyPr>
          <a:lstStyle/>
          <a:p>
            <a:pPr indent="0" lvl="0" marL="0" marR="0" rtl="0" algn="ctr">
              <a:spcBef>
                <a:spcPts val="0"/>
              </a:spcBef>
              <a:buSzPct val="25000"/>
              <a:buFont typeface="Droid Sans"/>
              <a:buNone/>
            </a:pPr>
            <a:r>
              <a:rPr b="1" lang="en" sz="1400">
                <a:latin typeface="Droid Sans"/>
                <a:ea typeface="Droid Sans"/>
                <a:cs typeface="Droid Sans"/>
                <a:sym typeface="Droid Sans"/>
              </a:rPr>
              <a:t>#</a:t>
            </a:r>
            <a:r>
              <a:rPr b="1" lang="en" sz="1400">
                <a:solidFill>
                  <a:srgbClr val="222222"/>
                </a:solidFill>
                <a:highlight>
                  <a:srgbClr val="FFFFFF"/>
                </a:highlight>
                <a:latin typeface="Droid Sans"/>
                <a:ea typeface="Droid Sans"/>
                <a:cs typeface="Droid Sans"/>
                <a:sym typeface="Droid Sans"/>
              </a:rPr>
              <a:t>ONOSProject</a:t>
            </a:r>
          </a:p>
        </p:txBody>
      </p:sp>
      <p:sp>
        <p:nvSpPr>
          <p:cNvPr id="69" name="Shape 69"/>
          <p:cNvSpPr/>
          <p:nvPr/>
        </p:nvSpPr>
        <p:spPr>
          <a:xfrm>
            <a:off x="0" y="0"/>
            <a:ext cx="9143933" cy="594450"/>
          </a:xfrm>
          <a:prstGeom prst="rect">
            <a:avLst/>
          </a:prstGeom>
          <a:solidFill>
            <a:srgbClr val="B43232"/>
          </a:solidFill>
          <a:ln>
            <a:noFill/>
          </a:ln>
        </p:spPr>
        <p:txBody>
          <a:bodyPr anchorCtr="0" anchor="ctr" bIns="91425" lIns="91425" rIns="91425" tIns="91425">
            <a:noAutofit/>
          </a:bodyPr>
          <a:lstStyle/>
          <a:p>
            <a:pPr indent="0" lvl="0" marL="0" marR="0" rtl="0" algn="ctr">
              <a:spcBef>
                <a:spcPts val="0"/>
              </a:spcBef>
              <a:buFont typeface="Helvetica Neue"/>
              <a:buNone/>
            </a:pPr>
            <a:r>
              <a:t/>
            </a:r>
            <a:endParaRPr sz="1900">
              <a:latin typeface="Helvetica Neue"/>
              <a:ea typeface="Helvetica Neue"/>
              <a:cs typeface="Helvetica Neue"/>
              <a:sym typeface="Helvetica Neue"/>
            </a:endParaRPr>
          </a:p>
        </p:txBody>
      </p:sp>
      <p:sp>
        <p:nvSpPr>
          <p:cNvPr id="70" name="Shape 70"/>
          <p:cNvSpPr txBox="1"/>
          <p:nvPr/>
        </p:nvSpPr>
        <p:spPr>
          <a:xfrm>
            <a:off x="8472414" y="4663216"/>
            <a:ext cx="548703" cy="393637"/>
          </a:xfrm>
          <a:prstGeom prst="rect">
            <a:avLst/>
          </a:prstGeom>
          <a:noFill/>
          <a:ln>
            <a:noFill/>
          </a:ln>
        </p:spPr>
        <p:txBody>
          <a:bodyPr anchorCtr="0" anchor="ctr" bIns="91425" lIns="91425" rIns="91425" tIns="91425">
            <a:noAutofit/>
          </a:bodyPr>
          <a:lstStyle/>
          <a:p>
            <a:pPr indent="0" lvl="0" marL="0" marR="0" rtl="0" algn="r">
              <a:spcBef>
                <a:spcPts val="0"/>
              </a:spcBef>
              <a:buClr>
                <a:srgbClr val="595959"/>
              </a:buClr>
              <a:buSzPct val="25000"/>
              <a:buFont typeface="Helvetica Neue"/>
              <a:buNone/>
            </a:pPr>
            <a:fld id="{00000000-1234-1234-1234-123412341234}" type="slidenum">
              <a:rPr lang="en" sz="1000">
                <a:solidFill>
                  <a:srgbClr val="595959"/>
                </a:solidFill>
                <a:latin typeface="Helvetica Neue"/>
                <a:ea typeface="Helvetica Neue"/>
                <a:cs typeface="Helvetica Neue"/>
                <a:sym typeface="Helvetica Neue"/>
              </a:rPr>
              <a:t>‹#›</a:t>
            </a:fld>
          </a:p>
        </p:txBody>
      </p:sp>
      <p:pic>
        <p:nvPicPr>
          <p:cNvPr id="71" name="Shape 71"/>
          <p:cNvPicPr preferRelativeResize="0"/>
          <p:nvPr/>
        </p:nvPicPr>
        <p:blipFill rotWithShape="1">
          <a:blip r:embed="rId2">
            <a:alphaModFix/>
          </a:blip>
          <a:srcRect b="0" l="0" r="0" t="0"/>
          <a:stretch/>
        </p:blipFill>
        <p:spPr>
          <a:xfrm>
            <a:off x="8262092" y="-130396"/>
            <a:ext cx="759031" cy="783618"/>
          </a:xfrm>
          <a:prstGeom prst="rect">
            <a:avLst/>
          </a:prstGeom>
          <a:noFill/>
          <a:ln>
            <a:noFill/>
          </a:ln>
        </p:spPr>
      </p:pic>
      <p:sp>
        <p:nvSpPr>
          <p:cNvPr id="72" name="Shape 72"/>
          <p:cNvSpPr txBox="1"/>
          <p:nvPr>
            <p:ph type="ctrTitle"/>
          </p:nvPr>
        </p:nvSpPr>
        <p:spPr>
          <a:xfrm>
            <a:off x="311734" y="68990"/>
            <a:ext cx="8520540" cy="422999"/>
          </a:xfrm>
          <a:prstGeom prst="rect">
            <a:avLst/>
          </a:prstGeom>
          <a:noFill/>
          <a:ln>
            <a:noFill/>
          </a:ln>
        </p:spPr>
        <p:txBody>
          <a:bodyPr anchorCtr="0" anchor="ctr" bIns="34275" lIns="34275" rIns="34275" tIns="34275"/>
          <a:lstStyle>
            <a:lvl1pPr indent="0" lvl="0" marL="0" marR="0" rtl="0" algn="l">
              <a:lnSpc>
                <a:spcPct val="100000"/>
              </a:lnSpc>
              <a:spcBef>
                <a:spcPts val="0"/>
              </a:spcBef>
              <a:spcAft>
                <a:spcPts val="0"/>
              </a:spcAft>
              <a:buClr>
                <a:srgbClr val="FFFFFF"/>
              </a:buClr>
              <a:buSzPct val="25000"/>
              <a:buFont typeface="Droid Sans"/>
              <a:buNone/>
              <a:defRPr b="1" i="0" sz="2800" u="none" cap="none" strike="noStrike">
                <a:solidFill>
                  <a:srgbClr val="FFFFFF"/>
                </a:solidFill>
                <a:latin typeface="Droid Sans"/>
                <a:ea typeface="Droid Sans"/>
                <a:cs typeface="Droid Sans"/>
                <a:sym typeface="Droid Sans"/>
              </a:defRPr>
            </a:lvl1pPr>
            <a:lvl2pPr indent="0" lvl="1" rtl="0">
              <a:spcBef>
                <a:spcPts val="0"/>
              </a:spcBef>
              <a:buSzPct val="25000"/>
              <a:buNone/>
              <a:defRPr sz="5200">
                <a:solidFill>
                  <a:srgbClr val="FFFFFF"/>
                </a:solidFill>
              </a:defRPr>
            </a:lvl2pPr>
            <a:lvl3pPr indent="0" lvl="2" rtl="0">
              <a:spcBef>
                <a:spcPts val="0"/>
              </a:spcBef>
              <a:buSzPct val="25000"/>
              <a:buNone/>
              <a:defRPr sz="5200">
                <a:solidFill>
                  <a:srgbClr val="FFFFFF"/>
                </a:solidFill>
              </a:defRPr>
            </a:lvl3pPr>
            <a:lvl4pPr indent="0" lvl="3" rtl="0">
              <a:spcBef>
                <a:spcPts val="0"/>
              </a:spcBef>
              <a:buSzPct val="25000"/>
              <a:buNone/>
              <a:defRPr sz="5200">
                <a:solidFill>
                  <a:srgbClr val="FFFFFF"/>
                </a:solidFill>
              </a:defRPr>
            </a:lvl4pPr>
            <a:lvl5pPr indent="0" lvl="4" rtl="0">
              <a:spcBef>
                <a:spcPts val="0"/>
              </a:spcBef>
              <a:buSzPct val="25000"/>
              <a:buNone/>
              <a:defRPr sz="5200">
                <a:solidFill>
                  <a:srgbClr val="FFFFFF"/>
                </a:solidFill>
              </a:defRPr>
            </a:lvl5pPr>
            <a:lvl6pPr indent="0" lvl="5" rtl="0">
              <a:spcBef>
                <a:spcPts val="0"/>
              </a:spcBef>
              <a:buSzPct val="25000"/>
              <a:buNone/>
              <a:defRPr sz="5200">
                <a:solidFill>
                  <a:srgbClr val="FFFFFF"/>
                </a:solidFill>
              </a:defRPr>
            </a:lvl6pPr>
            <a:lvl7pPr indent="0" lvl="6" rtl="0">
              <a:spcBef>
                <a:spcPts val="0"/>
              </a:spcBef>
              <a:buSzPct val="25000"/>
              <a:buNone/>
              <a:defRPr sz="5200">
                <a:solidFill>
                  <a:srgbClr val="FFFFFF"/>
                </a:solidFill>
              </a:defRPr>
            </a:lvl7pPr>
            <a:lvl8pPr indent="0" lvl="7" rtl="0">
              <a:spcBef>
                <a:spcPts val="0"/>
              </a:spcBef>
              <a:buSzPct val="25000"/>
              <a:buNone/>
              <a:defRPr sz="5200">
                <a:solidFill>
                  <a:srgbClr val="FFFFFF"/>
                </a:solidFill>
              </a:defRPr>
            </a:lvl8pPr>
            <a:lvl9pPr indent="0" lvl="8" rtl="0">
              <a:spcBef>
                <a:spcPts val="0"/>
              </a:spcBef>
              <a:buSzPct val="25000"/>
              <a:buNone/>
              <a:defRPr sz="5200">
                <a:solidFill>
                  <a:srgbClr val="FFFFFF"/>
                </a:solidFill>
              </a:defRPr>
            </a:lvl9pPr>
          </a:lstStyle>
          <a:p/>
        </p:txBody>
      </p:sp>
      <p:sp>
        <p:nvSpPr>
          <p:cNvPr id="73" name="Shape 73"/>
          <p:cNvSpPr txBox="1"/>
          <p:nvPr>
            <p:ph idx="2" type="ctrTitle"/>
          </p:nvPr>
        </p:nvSpPr>
        <p:spPr>
          <a:xfrm>
            <a:off x="311734" y="754790"/>
            <a:ext cx="8520540" cy="4030425"/>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35714"/>
              <a:buFont typeface="Droid Sans"/>
              <a:buNone/>
              <a:defRPr b="0" i="0" sz="1400" u="none" cap="none" strike="noStrike">
                <a:solidFill>
                  <a:srgbClr val="000000"/>
                </a:solidFill>
                <a:latin typeface="Droid Sans"/>
                <a:ea typeface="Droid Sans"/>
                <a:cs typeface="Droid Sans"/>
                <a:sym typeface="Droid Sans"/>
              </a:defRPr>
            </a:lvl1pPr>
            <a:lvl2pPr indent="0" lvl="1" rtl="0">
              <a:spcBef>
                <a:spcPts val="0"/>
              </a:spcBef>
              <a:buSzPct val="25000"/>
              <a:buNone/>
              <a:defRPr sz="5200"/>
            </a:lvl2pPr>
            <a:lvl3pPr indent="0" lvl="2" rtl="0">
              <a:spcBef>
                <a:spcPts val="0"/>
              </a:spcBef>
              <a:buSzPct val="25000"/>
              <a:buNone/>
              <a:defRPr sz="5200"/>
            </a:lvl3pPr>
            <a:lvl4pPr indent="0" lvl="3" rtl="0">
              <a:spcBef>
                <a:spcPts val="0"/>
              </a:spcBef>
              <a:buSzPct val="25000"/>
              <a:buNone/>
              <a:defRPr sz="5200"/>
            </a:lvl4pPr>
            <a:lvl5pPr indent="0" lvl="4" rtl="0">
              <a:spcBef>
                <a:spcPts val="0"/>
              </a:spcBef>
              <a:buSzPct val="25000"/>
              <a:buNone/>
              <a:defRPr sz="5200"/>
            </a:lvl5pPr>
            <a:lvl6pPr indent="0" lvl="5" rtl="0">
              <a:spcBef>
                <a:spcPts val="0"/>
              </a:spcBef>
              <a:buSzPct val="25000"/>
              <a:buNone/>
              <a:defRPr sz="5200"/>
            </a:lvl6pPr>
            <a:lvl7pPr indent="0" lvl="6" rtl="0">
              <a:spcBef>
                <a:spcPts val="0"/>
              </a:spcBef>
              <a:buSzPct val="25000"/>
              <a:buNone/>
              <a:defRPr sz="5200"/>
            </a:lvl7pPr>
            <a:lvl8pPr indent="0" lvl="7" rtl="0">
              <a:spcBef>
                <a:spcPts val="0"/>
              </a:spcBef>
              <a:buSzPct val="25000"/>
              <a:buNone/>
              <a:defRPr sz="5200"/>
            </a:lvl8pPr>
            <a:lvl9pPr indent="0" lvl="8" rtl="0">
              <a:spcBef>
                <a:spcPts val="0"/>
              </a:spcBef>
              <a:buSzPct val="25000"/>
              <a:buNone/>
              <a:defRPr sz="5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p:spTree>
      <p:nvGrpSpPr>
        <p:cNvPr id="74" name="Shape 7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75" name="Shape 75"/>
        <p:cNvGrpSpPr/>
        <p:nvPr/>
      </p:nvGrpSpPr>
      <p:grpSpPr>
        <a:xfrm>
          <a:off x="0" y="0"/>
          <a:ext cx="0" cy="0"/>
          <a:chOff x="0" y="0"/>
          <a:chExt cx="0" cy="0"/>
        </a:xfrm>
      </p:grpSpPr>
      <p:sp>
        <p:nvSpPr>
          <p:cNvPr id="76" name="Shape 76"/>
          <p:cNvSpPr txBox="1"/>
          <p:nvPr>
            <p:ph idx="12" type="sldNum"/>
          </p:nvPr>
        </p:nvSpPr>
        <p:spPr>
          <a:xfrm>
            <a:off x="8556791" y="4749850"/>
            <a:ext cx="548698" cy="393599"/>
          </a:xfrm>
          <a:prstGeom prst="rect">
            <a:avLst/>
          </a:prstGeom>
          <a:noFill/>
          <a:ln>
            <a:noFill/>
          </a:ln>
        </p:spPr>
        <p:txBody>
          <a:bodyPr anchorCtr="0" anchor="ctr" bIns="91425" lIns="91425" rIns="91425" tIns="91425">
            <a:noAutofit/>
          </a:bodyPr>
          <a:lstStyle/>
          <a:p>
            <a:pPr indent="0" lvl="0" marL="0" marR="0" rtl="0" algn="ctr">
              <a:spcBef>
                <a:spcPts val="0"/>
              </a:spcBef>
              <a:buSzPct val="25000"/>
              <a:buNone/>
            </a:pPr>
            <a:fld id="{00000000-1234-1234-1234-123412341234}" type="slidenum">
              <a:rPr lang="en" sz="1900">
                <a:latin typeface="Helvetica Neue"/>
                <a:ea typeface="Helvetica Neue"/>
                <a:cs typeface="Helvetica Neue"/>
                <a:sym typeface="Helvetica Neue"/>
              </a:rPr>
              <a:t>‹#›</a:t>
            </a:fld>
          </a:p>
        </p:txBody>
      </p:sp>
      <p:pic>
        <p:nvPicPr>
          <p:cNvPr id="77" name="Shape 77"/>
          <p:cNvPicPr preferRelativeResize="0"/>
          <p:nvPr/>
        </p:nvPicPr>
        <p:blipFill rotWithShape="1">
          <a:blip r:embed="rId2">
            <a:alphaModFix amt="96000"/>
          </a:blip>
          <a:srcRect b="0" l="0" r="0" t="0"/>
          <a:stretch/>
        </p:blipFill>
        <p:spPr>
          <a:xfrm>
            <a:off x="8344099" y="131246"/>
            <a:ext cx="623100" cy="57729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and Body">
    <p:spTree>
      <p:nvGrpSpPr>
        <p:cNvPr id="78" name="Shape 78"/>
        <p:cNvGrpSpPr/>
        <p:nvPr/>
      </p:nvGrpSpPr>
      <p:grpSpPr>
        <a:xfrm>
          <a:off x="0" y="0"/>
          <a:ext cx="0" cy="0"/>
          <a:chOff x="0" y="0"/>
          <a:chExt cx="0" cy="0"/>
        </a:xfrm>
      </p:grpSpPr>
      <p:sp>
        <p:nvSpPr>
          <p:cNvPr id="79" name="Shape 79"/>
          <p:cNvSpPr txBox="1"/>
          <p:nvPr>
            <p:ph type="title"/>
          </p:nvPr>
        </p:nvSpPr>
        <p:spPr>
          <a:xfrm>
            <a:off x="377775" y="2"/>
            <a:ext cx="8229599" cy="857400"/>
          </a:xfrm>
          <a:prstGeom prst="rect">
            <a:avLst/>
          </a:prstGeom>
          <a:noFill/>
          <a:ln>
            <a:noFill/>
          </a:ln>
        </p:spPr>
        <p:txBody>
          <a:bodyPr anchorCtr="0" anchor="b"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rtl="0">
              <a:spcBef>
                <a:spcPts val="0"/>
              </a:spcBef>
              <a:buSzPct val="71428"/>
              <a:buNone/>
              <a:defRPr sz="700"/>
            </a:lvl2pPr>
            <a:lvl3pPr indent="0" lvl="2" rtl="0">
              <a:spcBef>
                <a:spcPts val="0"/>
              </a:spcBef>
              <a:buSzPct val="71428"/>
              <a:buNone/>
              <a:defRPr sz="700"/>
            </a:lvl3pPr>
            <a:lvl4pPr indent="0" lvl="3" rtl="0">
              <a:spcBef>
                <a:spcPts val="0"/>
              </a:spcBef>
              <a:buSzPct val="71428"/>
              <a:buNone/>
              <a:defRPr sz="700"/>
            </a:lvl4pPr>
            <a:lvl5pPr indent="0" lvl="4" rtl="0">
              <a:spcBef>
                <a:spcPts val="0"/>
              </a:spcBef>
              <a:buSzPct val="71428"/>
              <a:buNone/>
              <a:defRPr sz="700"/>
            </a:lvl5pPr>
            <a:lvl6pPr indent="0" lvl="5" rtl="0">
              <a:spcBef>
                <a:spcPts val="0"/>
              </a:spcBef>
              <a:buSzPct val="71428"/>
              <a:buNone/>
              <a:defRPr sz="700"/>
            </a:lvl6pPr>
            <a:lvl7pPr indent="0" lvl="6" rtl="0">
              <a:spcBef>
                <a:spcPts val="0"/>
              </a:spcBef>
              <a:buSzPct val="71428"/>
              <a:buNone/>
              <a:defRPr sz="700"/>
            </a:lvl7pPr>
            <a:lvl8pPr indent="0" lvl="7" rtl="0">
              <a:spcBef>
                <a:spcPts val="0"/>
              </a:spcBef>
              <a:buSzPct val="71428"/>
              <a:buNone/>
              <a:defRPr sz="700"/>
            </a:lvl8pPr>
            <a:lvl9pPr indent="0" lvl="8" rtl="0">
              <a:spcBef>
                <a:spcPts val="0"/>
              </a:spcBef>
              <a:buSzPct val="71428"/>
              <a:buNone/>
              <a:defRPr sz="700"/>
            </a:lvl9pPr>
          </a:lstStyle>
          <a:p/>
        </p:txBody>
      </p:sp>
      <p:sp>
        <p:nvSpPr>
          <p:cNvPr id="80" name="Shape 80"/>
          <p:cNvSpPr txBox="1"/>
          <p:nvPr>
            <p:ph idx="12" type="sldNum"/>
          </p:nvPr>
        </p:nvSpPr>
        <p:spPr>
          <a:xfrm>
            <a:off x="8556791" y="4749850"/>
            <a:ext cx="548698" cy="393599"/>
          </a:xfrm>
          <a:prstGeom prst="rect">
            <a:avLst/>
          </a:prstGeom>
          <a:noFill/>
          <a:ln>
            <a:noFill/>
          </a:ln>
        </p:spPr>
        <p:txBody>
          <a:bodyPr anchorCtr="0" anchor="ctr" bIns="91425" lIns="91425" rIns="91425" tIns="91425">
            <a:noAutofit/>
          </a:bodyPr>
          <a:lstStyle/>
          <a:p>
            <a:pPr indent="0" lvl="0" marL="0" marR="0" rtl="0" algn="ctr">
              <a:spcBef>
                <a:spcPts val="0"/>
              </a:spcBef>
              <a:buSzPct val="25000"/>
              <a:buNone/>
            </a:pPr>
            <a:fld id="{00000000-1234-1234-1234-123412341234}" type="slidenum">
              <a:rPr lang="en" sz="1900">
                <a:latin typeface="Helvetica Neue"/>
                <a:ea typeface="Helvetica Neue"/>
                <a:cs typeface="Helvetica Neue"/>
                <a:sym typeface="Helvetica Neue"/>
              </a:rPr>
              <a:t>‹#›</a:t>
            </a:fld>
          </a:p>
        </p:txBody>
      </p:sp>
      <p:pic>
        <p:nvPicPr>
          <p:cNvPr id="81" name="Shape 81"/>
          <p:cNvPicPr preferRelativeResize="0"/>
          <p:nvPr/>
        </p:nvPicPr>
        <p:blipFill rotWithShape="1">
          <a:blip r:embed="rId2">
            <a:alphaModFix amt="96000"/>
          </a:blip>
          <a:srcRect b="0" l="0" r="0" t="0"/>
          <a:stretch/>
        </p:blipFill>
        <p:spPr>
          <a:xfrm>
            <a:off x="8344099" y="131246"/>
            <a:ext cx="623100" cy="577292"/>
          </a:xfrm>
          <a:prstGeom prst="rect">
            <a:avLst/>
          </a:prstGeom>
          <a:noFill/>
          <a:ln>
            <a:noFill/>
          </a:ln>
        </p:spPr>
      </p:pic>
      <p:sp>
        <p:nvSpPr>
          <p:cNvPr id="82" name="Shape 82"/>
          <p:cNvSpPr txBox="1"/>
          <p:nvPr>
            <p:ph idx="1" type="body"/>
          </p:nvPr>
        </p:nvSpPr>
        <p:spPr>
          <a:xfrm>
            <a:off x="457200" y="751498"/>
            <a:ext cx="8229599" cy="3989399"/>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25000"/>
              <a:buFont typeface="Arial"/>
              <a:buNone/>
              <a:defRPr b="0" i="0" sz="2400" u="none" cap="none" strike="noStrike">
                <a:solidFill>
                  <a:srgbClr val="000000"/>
                </a:solidFill>
                <a:latin typeface="Arial"/>
                <a:ea typeface="Arial"/>
                <a:cs typeface="Arial"/>
                <a:sym typeface="Arial"/>
              </a:defRPr>
            </a:lvl1pPr>
            <a:lvl2pPr indent="0" lvl="1" marL="177800" marR="0" rtl="0" algn="l">
              <a:lnSpc>
                <a:spcPct val="100000"/>
              </a:lnSpc>
              <a:spcBef>
                <a:spcPts val="0"/>
              </a:spcBef>
              <a:spcAft>
                <a:spcPts val="0"/>
              </a:spcAft>
              <a:buClr>
                <a:srgbClr val="000000"/>
              </a:buClr>
              <a:buSzPct val="27777"/>
              <a:buFont typeface="Arial"/>
              <a:buNone/>
              <a:defRPr b="0" i="0" sz="1800" u="none" cap="none" strike="noStrike">
                <a:solidFill>
                  <a:srgbClr val="000000"/>
                </a:solidFill>
                <a:latin typeface="Arial"/>
                <a:ea typeface="Arial"/>
                <a:cs typeface="Arial"/>
                <a:sym typeface="Arial"/>
              </a:defRPr>
            </a:lvl2pPr>
            <a:lvl3pPr indent="0" lvl="2" marL="342900" marR="0" rtl="0" algn="l">
              <a:lnSpc>
                <a:spcPct val="100000"/>
              </a:lnSpc>
              <a:spcBef>
                <a:spcPts val="0"/>
              </a:spcBef>
              <a:spcAft>
                <a:spcPts val="0"/>
              </a:spcAft>
              <a:buClr>
                <a:srgbClr val="000000"/>
              </a:buClr>
              <a:buSzPct val="35714"/>
              <a:buFont typeface="Arial"/>
              <a:buNone/>
              <a:defRPr b="0" i="0" sz="1400" u="none" cap="none" strike="noStrike">
                <a:solidFill>
                  <a:srgbClr val="000000"/>
                </a:solidFill>
                <a:latin typeface="Arial"/>
                <a:ea typeface="Arial"/>
                <a:cs typeface="Arial"/>
                <a:sym typeface="Arial"/>
              </a:defRPr>
            </a:lvl3pPr>
            <a:lvl4pPr indent="0" lvl="3" marL="520700" marR="0" rtl="0" algn="l">
              <a:lnSpc>
                <a:spcPct val="100000"/>
              </a:lnSpc>
              <a:spcBef>
                <a:spcPts val="0"/>
              </a:spcBef>
              <a:spcAft>
                <a:spcPts val="0"/>
              </a:spcAft>
              <a:buClr>
                <a:srgbClr val="000000"/>
              </a:buClr>
              <a:buSzPct val="41666"/>
              <a:buFont typeface="Arial"/>
              <a:buNone/>
              <a:defRPr b="0" i="0" sz="1200" u="none" cap="none" strike="noStrike">
                <a:solidFill>
                  <a:srgbClr val="000000"/>
                </a:solidFill>
                <a:latin typeface="Arial"/>
                <a:ea typeface="Arial"/>
                <a:cs typeface="Arial"/>
                <a:sym typeface="Arial"/>
              </a:defRPr>
            </a:lvl4pPr>
            <a:lvl5pPr indent="0" lvl="4" marL="685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5pPr>
            <a:lvl6pPr indent="0" lvl="5" marL="863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6pPr>
            <a:lvl7pPr indent="0" lvl="6" marL="1028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7pPr>
            <a:lvl8pPr indent="0" lvl="7" marL="12065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8pPr>
            <a:lvl9pPr indent="0" lvl="8" marL="1371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83" name="Shape 83"/>
        <p:cNvGrpSpPr/>
        <p:nvPr/>
      </p:nvGrpSpPr>
      <p:grpSpPr>
        <a:xfrm>
          <a:off x="0" y="0"/>
          <a:ext cx="0" cy="0"/>
          <a:chOff x="0" y="0"/>
          <a:chExt cx="0" cy="0"/>
        </a:xfrm>
      </p:grpSpPr>
      <p:sp>
        <p:nvSpPr>
          <p:cNvPr id="84" name="Shape 84"/>
          <p:cNvSpPr txBox="1"/>
          <p:nvPr>
            <p:ph type="title"/>
          </p:nvPr>
        </p:nvSpPr>
        <p:spPr>
          <a:xfrm>
            <a:off x="377775" y="2"/>
            <a:ext cx="8229599" cy="857400"/>
          </a:xfrm>
          <a:prstGeom prst="rect">
            <a:avLst/>
          </a:prstGeom>
          <a:noFill/>
          <a:ln>
            <a:noFill/>
          </a:ln>
        </p:spPr>
        <p:txBody>
          <a:bodyPr anchorCtr="0" anchor="b"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a:spcBef>
                <a:spcPts val="0"/>
              </a:spcBef>
              <a:buSzPct val="71428"/>
              <a:buNone/>
              <a:defRPr sz="700"/>
            </a:lvl2pPr>
            <a:lvl3pPr indent="0" lvl="2">
              <a:spcBef>
                <a:spcPts val="0"/>
              </a:spcBef>
              <a:buSzPct val="71428"/>
              <a:buNone/>
              <a:defRPr sz="700"/>
            </a:lvl3pPr>
            <a:lvl4pPr indent="0" lvl="3">
              <a:spcBef>
                <a:spcPts val="0"/>
              </a:spcBef>
              <a:buSzPct val="71428"/>
              <a:buNone/>
              <a:defRPr sz="700"/>
            </a:lvl4pPr>
            <a:lvl5pPr indent="0" lvl="4">
              <a:spcBef>
                <a:spcPts val="0"/>
              </a:spcBef>
              <a:buSzPct val="71428"/>
              <a:buNone/>
              <a:defRPr sz="700"/>
            </a:lvl5pPr>
            <a:lvl6pPr indent="0" lvl="5">
              <a:spcBef>
                <a:spcPts val="0"/>
              </a:spcBef>
              <a:buSzPct val="71428"/>
              <a:buNone/>
              <a:defRPr sz="700"/>
            </a:lvl6pPr>
            <a:lvl7pPr indent="0" lvl="6">
              <a:spcBef>
                <a:spcPts val="0"/>
              </a:spcBef>
              <a:buSzPct val="71428"/>
              <a:buNone/>
              <a:defRPr sz="700"/>
            </a:lvl7pPr>
            <a:lvl8pPr indent="0" lvl="7">
              <a:spcBef>
                <a:spcPts val="0"/>
              </a:spcBef>
              <a:buSzPct val="71428"/>
              <a:buNone/>
              <a:defRPr sz="700"/>
            </a:lvl8pPr>
            <a:lvl9pPr indent="0" lvl="8">
              <a:spcBef>
                <a:spcPts val="0"/>
              </a:spcBef>
              <a:buSzPct val="71428"/>
              <a:buNone/>
              <a:defRPr sz="700"/>
            </a:lvl9pPr>
          </a:lstStyle>
          <a:p/>
        </p:txBody>
      </p:sp>
      <p:sp>
        <p:nvSpPr>
          <p:cNvPr id="85" name="Shape 85"/>
          <p:cNvSpPr txBox="1"/>
          <p:nvPr>
            <p:ph idx="1" type="body"/>
          </p:nvPr>
        </p:nvSpPr>
        <p:spPr>
          <a:xfrm>
            <a:off x="457200" y="758825"/>
            <a:ext cx="3994499" cy="3725698"/>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marL="177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2pPr>
            <a:lvl3pPr indent="0" lvl="2" marL="3429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3pPr>
            <a:lvl4pPr indent="0" lvl="3" marL="520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4pPr>
            <a:lvl5pPr indent="0" lvl="4" marL="685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5pPr>
            <a:lvl6pPr indent="0" lvl="5" marL="863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6pPr>
            <a:lvl7pPr indent="0" lvl="6" marL="1028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7pPr>
            <a:lvl8pPr indent="0" lvl="7" marL="12065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8pPr>
            <a:lvl9pPr indent="0" lvl="8" marL="1371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9pPr>
          </a:lstStyle>
          <a:p/>
        </p:txBody>
      </p:sp>
      <p:sp>
        <p:nvSpPr>
          <p:cNvPr id="86" name="Shape 86"/>
          <p:cNvSpPr txBox="1"/>
          <p:nvPr>
            <p:ph idx="2" type="body"/>
          </p:nvPr>
        </p:nvSpPr>
        <p:spPr>
          <a:xfrm>
            <a:off x="4692273" y="758825"/>
            <a:ext cx="3994499" cy="3725698"/>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marL="177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2pPr>
            <a:lvl3pPr indent="0" lvl="2" marL="3429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3pPr>
            <a:lvl4pPr indent="0" lvl="3" marL="520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4pPr>
            <a:lvl5pPr indent="0" lvl="4" marL="685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5pPr>
            <a:lvl6pPr indent="0" lvl="5" marL="863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6pPr>
            <a:lvl7pPr indent="0" lvl="6" marL="1028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7pPr>
            <a:lvl8pPr indent="0" lvl="7" marL="12065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8pPr>
            <a:lvl9pPr indent="0" lvl="8" marL="1371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9pPr>
          </a:lstStyle>
          <a:p/>
        </p:txBody>
      </p:sp>
      <p:sp>
        <p:nvSpPr>
          <p:cNvPr id="87" name="Shape 87"/>
          <p:cNvSpPr txBox="1"/>
          <p:nvPr>
            <p:ph idx="12" type="sldNum"/>
          </p:nvPr>
        </p:nvSpPr>
        <p:spPr>
          <a:xfrm>
            <a:off x="8556791" y="4749850"/>
            <a:ext cx="548698" cy="393523"/>
          </a:xfrm>
          <a:prstGeom prst="rect">
            <a:avLst/>
          </a:prstGeom>
          <a:noFill/>
          <a:ln>
            <a:noFill/>
          </a:ln>
        </p:spPr>
        <p:txBody>
          <a:bodyPr anchorCtr="0" anchor="ctr" bIns="91425" lIns="91425" rIns="91425" tIns="91425">
            <a:noAutofit/>
          </a:bodyPr>
          <a:lstStyle/>
          <a:p>
            <a:pPr indent="0" lvl="0" marL="0" marR="0" rtl="0" algn="ctr">
              <a:spcBef>
                <a:spcPts val="0"/>
              </a:spcBef>
              <a:buSzPct val="25000"/>
              <a:buFont typeface="Helvetica Neue"/>
              <a:buNone/>
            </a:pPr>
            <a:fld id="{00000000-1234-1234-1234-123412341234}" type="slidenum">
              <a:rPr lang="en" sz="1900">
                <a:latin typeface="Helvetica Neue"/>
                <a:ea typeface="Helvetica Neue"/>
                <a:cs typeface="Helvetica Neue"/>
                <a:sym typeface="Helvetica Neue"/>
              </a:rPr>
              <a:t>‹#›</a:t>
            </a:fld>
          </a:p>
        </p:txBody>
      </p:sp>
      <p:pic>
        <p:nvPicPr>
          <p:cNvPr id="88" name="Shape 88"/>
          <p:cNvPicPr preferRelativeResize="0"/>
          <p:nvPr/>
        </p:nvPicPr>
        <p:blipFill rotWithShape="1">
          <a:blip r:embed="rId2">
            <a:alphaModFix amt="96000"/>
          </a:blip>
          <a:srcRect b="0" l="0" r="0" t="0"/>
          <a:stretch/>
        </p:blipFill>
        <p:spPr>
          <a:xfrm>
            <a:off x="8344099" y="131246"/>
            <a:ext cx="623100" cy="57729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89" name="Shape 89"/>
        <p:cNvGrpSpPr/>
        <p:nvPr/>
      </p:nvGrpSpPr>
      <p:grpSpPr>
        <a:xfrm>
          <a:off x="0" y="0"/>
          <a:ext cx="0" cy="0"/>
          <a:chOff x="0" y="0"/>
          <a:chExt cx="0" cy="0"/>
        </a:xfrm>
      </p:grpSpPr>
      <p:sp>
        <p:nvSpPr>
          <p:cNvPr id="90" name="Shape 90"/>
          <p:cNvSpPr txBox="1"/>
          <p:nvPr>
            <p:ph type="title"/>
          </p:nvPr>
        </p:nvSpPr>
        <p:spPr>
          <a:xfrm>
            <a:off x="457200" y="205978"/>
            <a:ext cx="8229599" cy="857250"/>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a:spcBef>
                <a:spcPts val="0"/>
              </a:spcBef>
              <a:buSzPct val="71428"/>
              <a:buNone/>
              <a:defRPr sz="700"/>
            </a:lvl2pPr>
            <a:lvl3pPr indent="0" lvl="2">
              <a:spcBef>
                <a:spcPts val="0"/>
              </a:spcBef>
              <a:buSzPct val="71428"/>
              <a:buNone/>
              <a:defRPr sz="700"/>
            </a:lvl3pPr>
            <a:lvl4pPr indent="0" lvl="3">
              <a:spcBef>
                <a:spcPts val="0"/>
              </a:spcBef>
              <a:buSzPct val="71428"/>
              <a:buNone/>
              <a:defRPr sz="700"/>
            </a:lvl4pPr>
            <a:lvl5pPr indent="0" lvl="4">
              <a:spcBef>
                <a:spcPts val="0"/>
              </a:spcBef>
              <a:buSzPct val="71428"/>
              <a:buNone/>
              <a:defRPr sz="700"/>
            </a:lvl5pPr>
            <a:lvl6pPr indent="0" lvl="5">
              <a:spcBef>
                <a:spcPts val="0"/>
              </a:spcBef>
              <a:buSzPct val="71428"/>
              <a:buNone/>
              <a:defRPr sz="700"/>
            </a:lvl6pPr>
            <a:lvl7pPr indent="0" lvl="6">
              <a:spcBef>
                <a:spcPts val="0"/>
              </a:spcBef>
              <a:buSzPct val="71428"/>
              <a:buNone/>
              <a:defRPr sz="700"/>
            </a:lvl7pPr>
            <a:lvl8pPr indent="0" lvl="7">
              <a:spcBef>
                <a:spcPts val="0"/>
              </a:spcBef>
              <a:buSzPct val="71428"/>
              <a:buNone/>
              <a:defRPr sz="700"/>
            </a:lvl8pPr>
            <a:lvl9pPr indent="0" lvl="8">
              <a:spcBef>
                <a:spcPts val="0"/>
              </a:spcBef>
              <a:buSzPct val="71428"/>
              <a:buNone/>
              <a:defRPr sz="700"/>
            </a:lvl9pPr>
          </a:lstStyle>
          <a:p/>
        </p:txBody>
      </p:sp>
      <p:sp>
        <p:nvSpPr>
          <p:cNvPr id="91" name="Shape 91"/>
          <p:cNvSpPr txBox="1"/>
          <p:nvPr>
            <p:ph idx="10" type="dt"/>
          </p:nvPr>
        </p:nvSpPr>
        <p:spPr>
          <a:xfrm>
            <a:off x="457200" y="4767263"/>
            <a:ext cx="2133600" cy="273844"/>
          </a:xfrm>
          <a:prstGeom prst="rect">
            <a:avLst/>
          </a:prstGeom>
          <a:noFill/>
          <a:ln>
            <a:noFill/>
          </a:ln>
        </p:spPr>
        <p:txBody>
          <a:bodyPr anchorCtr="0" anchor="t" bIns="34275" lIns="34275" rIns="34275" tIns="34275"/>
          <a:lstStyle>
            <a:lvl1pPr indent="0" lvl="0" marL="0" marR="0" rtl="0" algn="ctr">
              <a:spcBef>
                <a:spcPts val="0"/>
              </a:spcBef>
              <a:buSzPct val="26315"/>
              <a:buNone/>
              <a:defRPr sz="1900">
                <a:latin typeface="Helvetica Neue"/>
                <a:ea typeface="Helvetica Neue"/>
                <a:cs typeface="Helvetica Neue"/>
                <a:sym typeface="Helvetica Neue"/>
              </a:defRPr>
            </a:lvl1pPr>
            <a:lvl2pPr indent="0" lvl="1" marL="177800" marR="0" rtl="0" algn="ctr">
              <a:spcBef>
                <a:spcPts val="0"/>
              </a:spcBef>
              <a:buSzPct val="26315"/>
              <a:buNone/>
              <a:defRPr b="0" i="0" sz="1900" u="none" cap="none" strike="noStrike">
                <a:latin typeface="Helvetica Neue"/>
                <a:ea typeface="Helvetica Neue"/>
                <a:cs typeface="Helvetica Neue"/>
                <a:sym typeface="Helvetica Neue"/>
              </a:defRPr>
            </a:lvl2pPr>
            <a:lvl3pPr indent="0" lvl="2" marL="342900" marR="0" rtl="0" algn="ctr">
              <a:spcBef>
                <a:spcPts val="0"/>
              </a:spcBef>
              <a:buSzPct val="26315"/>
              <a:buNone/>
              <a:defRPr b="0" i="0" sz="1900" u="none" cap="none" strike="noStrike">
                <a:latin typeface="Helvetica Neue"/>
                <a:ea typeface="Helvetica Neue"/>
                <a:cs typeface="Helvetica Neue"/>
                <a:sym typeface="Helvetica Neue"/>
              </a:defRPr>
            </a:lvl3pPr>
            <a:lvl4pPr indent="0" lvl="3" marL="520700" marR="0" rtl="0" algn="ctr">
              <a:spcBef>
                <a:spcPts val="0"/>
              </a:spcBef>
              <a:buSzPct val="26315"/>
              <a:buNone/>
              <a:defRPr b="0" i="0" sz="1900" u="none" cap="none" strike="noStrike">
                <a:latin typeface="Helvetica Neue"/>
                <a:ea typeface="Helvetica Neue"/>
                <a:cs typeface="Helvetica Neue"/>
                <a:sym typeface="Helvetica Neue"/>
              </a:defRPr>
            </a:lvl4pPr>
            <a:lvl5pPr indent="0" lvl="4" marL="685800" marR="0" rtl="0" algn="ctr">
              <a:spcBef>
                <a:spcPts val="0"/>
              </a:spcBef>
              <a:buSzPct val="26315"/>
              <a:buNone/>
              <a:defRPr b="0" i="0" sz="1900" u="none" cap="none" strike="noStrike">
                <a:latin typeface="Helvetica Neue"/>
                <a:ea typeface="Helvetica Neue"/>
                <a:cs typeface="Helvetica Neue"/>
                <a:sym typeface="Helvetica Neue"/>
              </a:defRPr>
            </a:lvl5pPr>
            <a:lvl6pPr indent="0" lvl="5" marL="863600" marR="0" rtl="0" algn="ctr">
              <a:spcBef>
                <a:spcPts val="0"/>
              </a:spcBef>
              <a:buSzPct val="26315"/>
              <a:buNone/>
              <a:defRPr b="0" i="0" sz="1900" u="none" cap="none" strike="noStrike">
                <a:latin typeface="Helvetica Neue"/>
                <a:ea typeface="Helvetica Neue"/>
                <a:cs typeface="Helvetica Neue"/>
                <a:sym typeface="Helvetica Neue"/>
              </a:defRPr>
            </a:lvl6pPr>
            <a:lvl7pPr indent="0" lvl="6" marL="1028700" marR="0" rtl="0" algn="ctr">
              <a:spcBef>
                <a:spcPts val="0"/>
              </a:spcBef>
              <a:buSzPct val="26315"/>
              <a:buNone/>
              <a:defRPr b="0" i="0" sz="1900" u="none" cap="none" strike="noStrike">
                <a:latin typeface="Helvetica Neue"/>
                <a:ea typeface="Helvetica Neue"/>
                <a:cs typeface="Helvetica Neue"/>
                <a:sym typeface="Helvetica Neue"/>
              </a:defRPr>
            </a:lvl7pPr>
            <a:lvl8pPr indent="0" lvl="7" marL="1206500" marR="0" rtl="0" algn="ctr">
              <a:spcBef>
                <a:spcPts val="0"/>
              </a:spcBef>
              <a:buSzPct val="26315"/>
              <a:buNone/>
              <a:defRPr b="0" i="0" sz="1900" u="none" cap="none" strike="noStrike">
                <a:latin typeface="Helvetica Neue"/>
                <a:ea typeface="Helvetica Neue"/>
                <a:cs typeface="Helvetica Neue"/>
                <a:sym typeface="Helvetica Neue"/>
              </a:defRPr>
            </a:lvl8pPr>
            <a:lvl9pPr indent="0" lvl="8" marL="1371600" marR="0" rtl="0" algn="ctr">
              <a:spcBef>
                <a:spcPts val="0"/>
              </a:spcBef>
              <a:buSzPct val="26315"/>
              <a:buNone/>
              <a:defRPr b="0" i="0" sz="1900" u="none" cap="none" strike="noStrike">
                <a:latin typeface="Helvetica Neue"/>
                <a:ea typeface="Helvetica Neue"/>
                <a:cs typeface="Helvetica Neue"/>
                <a:sym typeface="Helvetica Neue"/>
              </a:defRPr>
            </a:lvl9pPr>
          </a:lstStyle>
          <a:p/>
        </p:txBody>
      </p:sp>
      <p:sp>
        <p:nvSpPr>
          <p:cNvPr id="92" name="Shape 92"/>
          <p:cNvSpPr txBox="1"/>
          <p:nvPr>
            <p:ph idx="11" type="ftr"/>
          </p:nvPr>
        </p:nvSpPr>
        <p:spPr>
          <a:xfrm>
            <a:off x="3124201" y="4767263"/>
            <a:ext cx="2895599" cy="273844"/>
          </a:xfrm>
          <a:prstGeom prst="rect">
            <a:avLst/>
          </a:prstGeom>
          <a:noFill/>
          <a:ln>
            <a:noFill/>
          </a:ln>
        </p:spPr>
        <p:txBody>
          <a:bodyPr anchorCtr="0" anchor="t" bIns="34275" lIns="34275" rIns="34275" tIns="34275"/>
          <a:lstStyle>
            <a:lvl1pPr indent="0" lvl="0" marL="0" marR="0" rtl="0" algn="ctr">
              <a:spcBef>
                <a:spcPts val="0"/>
              </a:spcBef>
              <a:buSzPct val="26315"/>
              <a:buNone/>
              <a:defRPr sz="1900">
                <a:latin typeface="Helvetica Neue"/>
                <a:ea typeface="Helvetica Neue"/>
                <a:cs typeface="Helvetica Neue"/>
                <a:sym typeface="Helvetica Neue"/>
              </a:defRPr>
            </a:lvl1pPr>
            <a:lvl2pPr indent="0" lvl="1" marL="177800" marR="0" rtl="0" algn="ctr">
              <a:spcBef>
                <a:spcPts val="0"/>
              </a:spcBef>
              <a:buSzPct val="26315"/>
              <a:buNone/>
              <a:defRPr b="0" i="0" sz="1900" u="none" cap="none" strike="noStrike">
                <a:latin typeface="Helvetica Neue"/>
                <a:ea typeface="Helvetica Neue"/>
                <a:cs typeface="Helvetica Neue"/>
                <a:sym typeface="Helvetica Neue"/>
              </a:defRPr>
            </a:lvl2pPr>
            <a:lvl3pPr indent="0" lvl="2" marL="342900" marR="0" rtl="0" algn="ctr">
              <a:spcBef>
                <a:spcPts val="0"/>
              </a:spcBef>
              <a:buSzPct val="26315"/>
              <a:buNone/>
              <a:defRPr b="0" i="0" sz="1900" u="none" cap="none" strike="noStrike">
                <a:latin typeface="Helvetica Neue"/>
                <a:ea typeface="Helvetica Neue"/>
                <a:cs typeface="Helvetica Neue"/>
                <a:sym typeface="Helvetica Neue"/>
              </a:defRPr>
            </a:lvl3pPr>
            <a:lvl4pPr indent="0" lvl="3" marL="520700" marR="0" rtl="0" algn="ctr">
              <a:spcBef>
                <a:spcPts val="0"/>
              </a:spcBef>
              <a:buSzPct val="26315"/>
              <a:buNone/>
              <a:defRPr b="0" i="0" sz="1900" u="none" cap="none" strike="noStrike">
                <a:latin typeface="Helvetica Neue"/>
                <a:ea typeface="Helvetica Neue"/>
                <a:cs typeface="Helvetica Neue"/>
                <a:sym typeface="Helvetica Neue"/>
              </a:defRPr>
            </a:lvl4pPr>
            <a:lvl5pPr indent="0" lvl="4" marL="685800" marR="0" rtl="0" algn="ctr">
              <a:spcBef>
                <a:spcPts val="0"/>
              </a:spcBef>
              <a:buSzPct val="26315"/>
              <a:buNone/>
              <a:defRPr b="0" i="0" sz="1900" u="none" cap="none" strike="noStrike">
                <a:latin typeface="Helvetica Neue"/>
                <a:ea typeface="Helvetica Neue"/>
                <a:cs typeface="Helvetica Neue"/>
                <a:sym typeface="Helvetica Neue"/>
              </a:defRPr>
            </a:lvl5pPr>
            <a:lvl6pPr indent="0" lvl="5" marL="863600" marR="0" rtl="0" algn="ctr">
              <a:spcBef>
                <a:spcPts val="0"/>
              </a:spcBef>
              <a:buSzPct val="26315"/>
              <a:buNone/>
              <a:defRPr b="0" i="0" sz="1900" u="none" cap="none" strike="noStrike">
                <a:latin typeface="Helvetica Neue"/>
                <a:ea typeface="Helvetica Neue"/>
                <a:cs typeface="Helvetica Neue"/>
                <a:sym typeface="Helvetica Neue"/>
              </a:defRPr>
            </a:lvl6pPr>
            <a:lvl7pPr indent="0" lvl="6" marL="1028700" marR="0" rtl="0" algn="ctr">
              <a:spcBef>
                <a:spcPts val="0"/>
              </a:spcBef>
              <a:buSzPct val="26315"/>
              <a:buNone/>
              <a:defRPr b="0" i="0" sz="1900" u="none" cap="none" strike="noStrike">
                <a:latin typeface="Helvetica Neue"/>
                <a:ea typeface="Helvetica Neue"/>
                <a:cs typeface="Helvetica Neue"/>
                <a:sym typeface="Helvetica Neue"/>
              </a:defRPr>
            </a:lvl7pPr>
            <a:lvl8pPr indent="0" lvl="7" marL="1206500" marR="0" rtl="0" algn="ctr">
              <a:spcBef>
                <a:spcPts val="0"/>
              </a:spcBef>
              <a:buSzPct val="26315"/>
              <a:buNone/>
              <a:defRPr b="0" i="0" sz="1900" u="none" cap="none" strike="noStrike">
                <a:latin typeface="Helvetica Neue"/>
                <a:ea typeface="Helvetica Neue"/>
                <a:cs typeface="Helvetica Neue"/>
                <a:sym typeface="Helvetica Neue"/>
              </a:defRPr>
            </a:lvl8pPr>
            <a:lvl9pPr indent="0" lvl="8" marL="1371600" marR="0" rtl="0" algn="ctr">
              <a:spcBef>
                <a:spcPts val="0"/>
              </a:spcBef>
              <a:buSzPct val="26315"/>
              <a:buNone/>
              <a:defRPr b="0" i="0" sz="1900" u="none" cap="none" strike="noStrike">
                <a:latin typeface="Helvetica Neue"/>
                <a:ea typeface="Helvetica Neue"/>
                <a:cs typeface="Helvetica Neue"/>
                <a:sym typeface="Helvetica Neue"/>
              </a:defRPr>
            </a:lvl9pPr>
          </a:lstStyle>
          <a:p/>
        </p:txBody>
      </p:sp>
      <p:sp>
        <p:nvSpPr>
          <p:cNvPr id="93" name="Shape 93"/>
          <p:cNvSpPr txBox="1"/>
          <p:nvPr>
            <p:ph idx="12" type="sldNum"/>
          </p:nvPr>
        </p:nvSpPr>
        <p:spPr>
          <a:xfrm>
            <a:off x="6553200" y="4767263"/>
            <a:ext cx="2133600" cy="273844"/>
          </a:xfrm>
          <a:prstGeom prst="rect">
            <a:avLst/>
          </a:prstGeom>
          <a:noFill/>
          <a:ln>
            <a:noFill/>
          </a:ln>
        </p:spPr>
        <p:txBody>
          <a:bodyPr anchorCtr="0" anchor="t" bIns="45725" lIns="91425" rIns="91425" tIns="45725">
            <a:noAutofit/>
          </a:bodyPr>
          <a:lstStyle/>
          <a:p>
            <a:pPr indent="0" lvl="0" marL="0" marR="0" rtl="0" algn="ctr">
              <a:spcBef>
                <a:spcPts val="0"/>
              </a:spcBef>
              <a:buSzPct val="25000"/>
              <a:buNone/>
            </a:pPr>
            <a:fld id="{00000000-1234-1234-1234-123412341234}" type="slidenum">
              <a:rPr lang="en" sz="1900">
                <a:solidFill>
                  <a:srgbClr val="888888"/>
                </a:solidFill>
                <a:latin typeface="Calibri"/>
                <a:ea typeface="Calibri"/>
                <a:cs typeface="Calibri"/>
                <a:sym typeface="Calibri"/>
              </a:rPr>
              <a:t>‹#›</a:t>
            </a:fl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94" name="Shape 94"/>
        <p:cNvGrpSpPr/>
        <p:nvPr/>
      </p:nvGrpSpPr>
      <p:grpSpPr>
        <a:xfrm>
          <a:off x="0" y="0"/>
          <a:ext cx="0" cy="0"/>
          <a:chOff x="0" y="0"/>
          <a:chExt cx="0" cy="0"/>
        </a:xfrm>
      </p:grpSpPr>
      <p:sp>
        <p:nvSpPr>
          <p:cNvPr id="95" name="Shape 95"/>
          <p:cNvSpPr txBox="1"/>
          <p:nvPr>
            <p:ph type="title"/>
          </p:nvPr>
        </p:nvSpPr>
        <p:spPr>
          <a:xfrm>
            <a:off x="180705" y="76903"/>
            <a:ext cx="8848448" cy="857250"/>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a:spcBef>
                <a:spcPts val="0"/>
              </a:spcBef>
              <a:buSzPct val="71428"/>
              <a:buNone/>
              <a:defRPr sz="700"/>
            </a:lvl2pPr>
            <a:lvl3pPr indent="0" lvl="2">
              <a:spcBef>
                <a:spcPts val="0"/>
              </a:spcBef>
              <a:buSzPct val="71428"/>
              <a:buNone/>
              <a:defRPr sz="700"/>
            </a:lvl3pPr>
            <a:lvl4pPr indent="0" lvl="3">
              <a:spcBef>
                <a:spcPts val="0"/>
              </a:spcBef>
              <a:buSzPct val="71428"/>
              <a:buNone/>
              <a:defRPr sz="700"/>
            </a:lvl4pPr>
            <a:lvl5pPr indent="0" lvl="4">
              <a:spcBef>
                <a:spcPts val="0"/>
              </a:spcBef>
              <a:buSzPct val="71428"/>
              <a:buNone/>
              <a:defRPr sz="700"/>
            </a:lvl5pPr>
            <a:lvl6pPr indent="0" lvl="5">
              <a:spcBef>
                <a:spcPts val="0"/>
              </a:spcBef>
              <a:buSzPct val="71428"/>
              <a:buNone/>
              <a:defRPr sz="700"/>
            </a:lvl6pPr>
            <a:lvl7pPr indent="0" lvl="6">
              <a:spcBef>
                <a:spcPts val="0"/>
              </a:spcBef>
              <a:buSzPct val="71428"/>
              <a:buNone/>
              <a:defRPr sz="700"/>
            </a:lvl7pPr>
            <a:lvl8pPr indent="0" lvl="7">
              <a:spcBef>
                <a:spcPts val="0"/>
              </a:spcBef>
              <a:buSzPct val="71428"/>
              <a:buNone/>
              <a:defRPr sz="700"/>
            </a:lvl8pPr>
            <a:lvl9pPr indent="0" lvl="8">
              <a:spcBef>
                <a:spcPts val="0"/>
              </a:spcBef>
              <a:buSzPct val="71428"/>
              <a:buNone/>
              <a:defRPr sz="700"/>
            </a:lvl9pPr>
          </a:lstStyle>
          <a:p/>
        </p:txBody>
      </p:sp>
      <p:sp>
        <p:nvSpPr>
          <p:cNvPr id="96" name="Shape 96"/>
          <p:cNvSpPr txBox="1"/>
          <p:nvPr>
            <p:ph idx="1" type="body"/>
          </p:nvPr>
        </p:nvSpPr>
        <p:spPr>
          <a:xfrm>
            <a:off x="180705" y="1200151"/>
            <a:ext cx="8848448" cy="3880103"/>
          </a:xfrm>
          <a:prstGeom prst="rect">
            <a:avLst/>
          </a:prstGeom>
          <a:noFill/>
          <a:ln>
            <a:noFill/>
          </a:ln>
        </p:spPr>
        <p:txBody>
          <a:bodyPr anchorCtr="0" anchor="t" bIns="34275" lIns="34275" rIns="34275" tIns="34275"/>
          <a:lstStyle>
            <a:lvl1pPr indent="0" lvl="0" marL="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1pPr>
            <a:lvl2pPr indent="0" lvl="1" marL="177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2pPr>
            <a:lvl3pPr indent="0" lvl="2" marL="3429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3pPr>
            <a:lvl4pPr indent="0" lvl="3" marL="520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4pPr>
            <a:lvl5pPr indent="0" lvl="4" marL="6858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5pPr>
            <a:lvl6pPr indent="0" lvl="5" marL="863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6pPr>
            <a:lvl7pPr indent="0" lvl="6" marL="10287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7pPr>
            <a:lvl8pPr indent="0" lvl="7" marL="12065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8pPr>
            <a:lvl9pPr indent="0" lvl="8" marL="1371600" marR="0" rtl="0" algn="l">
              <a:lnSpc>
                <a:spcPct val="100000"/>
              </a:lnSpc>
              <a:spcBef>
                <a:spcPts val="0"/>
              </a:spcBef>
              <a:spcAft>
                <a:spcPts val="0"/>
              </a:spcAft>
              <a:buClr>
                <a:srgbClr val="000000"/>
              </a:buClr>
              <a:buSzPct val="100000"/>
              <a:buFont typeface="Arial"/>
              <a:buNone/>
              <a:defRPr b="0" i="0" sz="500" u="none" cap="none" strike="noStrike">
                <a:solidFill>
                  <a:srgbClr val="000000"/>
                </a:solidFill>
                <a:latin typeface="Arial"/>
                <a:ea typeface="Arial"/>
                <a:cs typeface="Arial"/>
                <a:sym typeface="Arial"/>
              </a:defRPr>
            </a:lvl9pPr>
          </a:lstStyle>
          <a:p/>
        </p:txBody>
      </p:sp>
      <p:sp>
        <p:nvSpPr>
          <p:cNvPr id="97" name="Shape 97"/>
          <p:cNvSpPr txBox="1"/>
          <p:nvPr>
            <p:ph idx="10" type="dt"/>
          </p:nvPr>
        </p:nvSpPr>
        <p:spPr>
          <a:xfrm>
            <a:off x="457200" y="4767263"/>
            <a:ext cx="2133600" cy="273844"/>
          </a:xfrm>
          <a:prstGeom prst="rect">
            <a:avLst/>
          </a:prstGeom>
          <a:noFill/>
          <a:ln>
            <a:noFill/>
          </a:ln>
        </p:spPr>
        <p:txBody>
          <a:bodyPr anchorCtr="0" anchor="t" bIns="34275" lIns="34275" rIns="34275" tIns="34275"/>
          <a:lstStyle>
            <a:lvl1pPr indent="0" lvl="0" marL="0" marR="0" rtl="0" algn="ctr">
              <a:spcBef>
                <a:spcPts val="0"/>
              </a:spcBef>
              <a:buSzPct val="26315"/>
              <a:buNone/>
              <a:defRPr sz="1900">
                <a:latin typeface="Helvetica Neue"/>
                <a:ea typeface="Helvetica Neue"/>
                <a:cs typeface="Helvetica Neue"/>
                <a:sym typeface="Helvetica Neue"/>
              </a:defRPr>
            </a:lvl1pPr>
            <a:lvl2pPr indent="0" lvl="1" marL="177800" marR="0" rtl="0" algn="ctr">
              <a:spcBef>
                <a:spcPts val="0"/>
              </a:spcBef>
              <a:buSzPct val="26315"/>
              <a:buNone/>
              <a:defRPr b="0" i="0" sz="1900" u="none" cap="none" strike="noStrike">
                <a:latin typeface="Helvetica Neue"/>
                <a:ea typeface="Helvetica Neue"/>
                <a:cs typeface="Helvetica Neue"/>
                <a:sym typeface="Helvetica Neue"/>
              </a:defRPr>
            </a:lvl2pPr>
            <a:lvl3pPr indent="0" lvl="2" marL="342900" marR="0" rtl="0" algn="ctr">
              <a:spcBef>
                <a:spcPts val="0"/>
              </a:spcBef>
              <a:buSzPct val="26315"/>
              <a:buNone/>
              <a:defRPr b="0" i="0" sz="1900" u="none" cap="none" strike="noStrike">
                <a:latin typeface="Helvetica Neue"/>
                <a:ea typeface="Helvetica Neue"/>
                <a:cs typeface="Helvetica Neue"/>
                <a:sym typeface="Helvetica Neue"/>
              </a:defRPr>
            </a:lvl3pPr>
            <a:lvl4pPr indent="0" lvl="3" marL="520700" marR="0" rtl="0" algn="ctr">
              <a:spcBef>
                <a:spcPts val="0"/>
              </a:spcBef>
              <a:buSzPct val="26315"/>
              <a:buNone/>
              <a:defRPr b="0" i="0" sz="1900" u="none" cap="none" strike="noStrike">
                <a:latin typeface="Helvetica Neue"/>
                <a:ea typeface="Helvetica Neue"/>
                <a:cs typeface="Helvetica Neue"/>
                <a:sym typeface="Helvetica Neue"/>
              </a:defRPr>
            </a:lvl4pPr>
            <a:lvl5pPr indent="0" lvl="4" marL="685800" marR="0" rtl="0" algn="ctr">
              <a:spcBef>
                <a:spcPts val="0"/>
              </a:spcBef>
              <a:buSzPct val="26315"/>
              <a:buNone/>
              <a:defRPr b="0" i="0" sz="1900" u="none" cap="none" strike="noStrike">
                <a:latin typeface="Helvetica Neue"/>
                <a:ea typeface="Helvetica Neue"/>
                <a:cs typeface="Helvetica Neue"/>
                <a:sym typeface="Helvetica Neue"/>
              </a:defRPr>
            </a:lvl5pPr>
            <a:lvl6pPr indent="0" lvl="5" marL="863600" marR="0" rtl="0" algn="ctr">
              <a:spcBef>
                <a:spcPts val="0"/>
              </a:spcBef>
              <a:buSzPct val="26315"/>
              <a:buNone/>
              <a:defRPr b="0" i="0" sz="1900" u="none" cap="none" strike="noStrike">
                <a:latin typeface="Helvetica Neue"/>
                <a:ea typeface="Helvetica Neue"/>
                <a:cs typeface="Helvetica Neue"/>
                <a:sym typeface="Helvetica Neue"/>
              </a:defRPr>
            </a:lvl6pPr>
            <a:lvl7pPr indent="0" lvl="6" marL="1028700" marR="0" rtl="0" algn="ctr">
              <a:spcBef>
                <a:spcPts val="0"/>
              </a:spcBef>
              <a:buSzPct val="26315"/>
              <a:buNone/>
              <a:defRPr b="0" i="0" sz="1900" u="none" cap="none" strike="noStrike">
                <a:latin typeface="Helvetica Neue"/>
                <a:ea typeface="Helvetica Neue"/>
                <a:cs typeface="Helvetica Neue"/>
                <a:sym typeface="Helvetica Neue"/>
              </a:defRPr>
            </a:lvl7pPr>
            <a:lvl8pPr indent="0" lvl="7" marL="1206500" marR="0" rtl="0" algn="ctr">
              <a:spcBef>
                <a:spcPts val="0"/>
              </a:spcBef>
              <a:buSzPct val="26315"/>
              <a:buNone/>
              <a:defRPr b="0" i="0" sz="1900" u="none" cap="none" strike="noStrike">
                <a:latin typeface="Helvetica Neue"/>
                <a:ea typeface="Helvetica Neue"/>
                <a:cs typeface="Helvetica Neue"/>
                <a:sym typeface="Helvetica Neue"/>
              </a:defRPr>
            </a:lvl8pPr>
            <a:lvl9pPr indent="0" lvl="8" marL="1371600" marR="0" rtl="0" algn="ctr">
              <a:spcBef>
                <a:spcPts val="0"/>
              </a:spcBef>
              <a:buSzPct val="26315"/>
              <a:buNone/>
              <a:defRPr b="0" i="0" sz="1900" u="none" cap="none" strike="noStrike">
                <a:latin typeface="Helvetica Neue"/>
                <a:ea typeface="Helvetica Neue"/>
                <a:cs typeface="Helvetica Neue"/>
                <a:sym typeface="Helvetica Neue"/>
              </a:defRPr>
            </a:lvl9pPr>
          </a:lstStyle>
          <a:p/>
        </p:txBody>
      </p:sp>
      <p:sp>
        <p:nvSpPr>
          <p:cNvPr id="98" name="Shape 98"/>
          <p:cNvSpPr txBox="1"/>
          <p:nvPr>
            <p:ph idx="11" type="ftr"/>
          </p:nvPr>
        </p:nvSpPr>
        <p:spPr>
          <a:xfrm>
            <a:off x="3124200" y="4767263"/>
            <a:ext cx="2895599" cy="273844"/>
          </a:xfrm>
          <a:prstGeom prst="rect">
            <a:avLst/>
          </a:prstGeom>
          <a:noFill/>
          <a:ln>
            <a:noFill/>
          </a:ln>
        </p:spPr>
        <p:txBody>
          <a:bodyPr anchorCtr="0" anchor="t" bIns="34275" lIns="34275" rIns="34275" tIns="34275"/>
          <a:lstStyle>
            <a:lvl1pPr indent="0" lvl="0" marL="0" marR="0" rtl="0" algn="ctr">
              <a:spcBef>
                <a:spcPts val="0"/>
              </a:spcBef>
              <a:buSzPct val="26315"/>
              <a:buNone/>
              <a:defRPr sz="1900">
                <a:latin typeface="Helvetica Neue"/>
                <a:ea typeface="Helvetica Neue"/>
                <a:cs typeface="Helvetica Neue"/>
                <a:sym typeface="Helvetica Neue"/>
              </a:defRPr>
            </a:lvl1pPr>
            <a:lvl2pPr indent="0" lvl="1" marL="177800" marR="0" rtl="0" algn="ctr">
              <a:spcBef>
                <a:spcPts val="0"/>
              </a:spcBef>
              <a:buSzPct val="26315"/>
              <a:buNone/>
              <a:defRPr b="0" i="0" sz="1900" u="none" cap="none" strike="noStrike">
                <a:latin typeface="Helvetica Neue"/>
                <a:ea typeface="Helvetica Neue"/>
                <a:cs typeface="Helvetica Neue"/>
                <a:sym typeface="Helvetica Neue"/>
              </a:defRPr>
            </a:lvl2pPr>
            <a:lvl3pPr indent="0" lvl="2" marL="342900" marR="0" rtl="0" algn="ctr">
              <a:spcBef>
                <a:spcPts val="0"/>
              </a:spcBef>
              <a:buSzPct val="26315"/>
              <a:buNone/>
              <a:defRPr b="0" i="0" sz="1900" u="none" cap="none" strike="noStrike">
                <a:latin typeface="Helvetica Neue"/>
                <a:ea typeface="Helvetica Neue"/>
                <a:cs typeface="Helvetica Neue"/>
                <a:sym typeface="Helvetica Neue"/>
              </a:defRPr>
            </a:lvl3pPr>
            <a:lvl4pPr indent="0" lvl="3" marL="520700" marR="0" rtl="0" algn="ctr">
              <a:spcBef>
                <a:spcPts val="0"/>
              </a:spcBef>
              <a:buSzPct val="26315"/>
              <a:buNone/>
              <a:defRPr b="0" i="0" sz="1900" u="none" cap="none" strike="noStrike">
                <a:latin typeface="Helvetica Neue"/>
                <a:ea typeface="Helvetica Neue"/>
                <a:cs typeface="Helvetica Neue"/>
                <a:sym typeface="Helvetica Neue"/>
              </a:defRPr>
            </a:lvl4pPr>
            <a:lvl5pPr indent="0" lvl="4" marL="685800" marR="0" rtl="0" algn="ctr">
              <a:spcBef>
                <a:spcPts val="0"/>
              </a:spcBef>
              <a:buSzPct val="26315"/>
              <a:buNone/>
              <a:defRPr b="0" i="0" sz="1900" u="none" cap="none" strike="noStrike">
                <a:latin typeface="Helvetica Neue"/>
                <a:ea typeface="Helvetica Neue"/>
                <a:cs typeface="Helvetica Neue"/>
                <a:sym typeface="Helvetica Neue"/>
              </a:defRPr>
            </a:lvl5pPr>
            <a:lvl6pPr indent="0" lvl="5" marL="863600" marR="0" rtl="0" algn="ctr">
              <a:spcBef>
                <a:spcPts val="0"/>
              </a:spcBef>
              <a:buSzPct val="26315"/>
              <a:buNone/>
              <a:defRPr b="0" i="0" sz="1900" u="none" cap="none" strike="noStrike">
                <a:latin typeface="Helvetica Neue"/>
                <a:ea typeface="Helvetica Neue"/>
                <a:cs typeface="Helvetica Neue"/>
                <a:sym typeface="Helvetica Neue"/>
              </a:defRPr>
            </a:lvl6pPr>
            <a:lvl7pPr indent="0" lvl="6" marL="1028700" marR="0" rtl="0" algn="ctr">
              <a:spcBef>
                <a:spcPts val="0"/>
              </a:spcBef>
              <a:buSzPct val="26315"/>
              <a:buNone/>
              <a:defRPr b="0" i="0" sz="1900" u="none" cap="none" strike="noStrike">
                <a:latin typeface="Helvetica Neue"/>
                <a:ea typeface="Helvetica Neue"/>
                <a:cs typeface="Helvetica Neue"/>
                <a:sym typeface="Helvetica Neue"/>
              </a:defRPr>
            </a:lvl7pPr>
            <a:lvl8pPr indent="0" lvl="7" marL="1206500" marR="0" rtl="0" algn="ctr">
              <a:spcBef>
                <a:spcPts val="0"/>
              </a:spcBef>
              <a:buSzPct val="26315"/>
              <a:buNone/>
              <a:defRPr b="0" i="0" sz="1900" u="none" cap="none" strike="noStrike">
                <a:latin typeface="Helvetica Neue"/>
                <a:ea typeface="Helvetica Neue"/>
                <a:cs typeface="Helvetica Neue"/>
                <a:sym typeface="Helvetica Neue"/>
              </a:defRPr>
            </a:lvl8pPr>
            <a:lvl9pPr indent="0" lvl="8" marL="1371600" marR="0" rtl="0" algn="ctr">
              <a:spcBef>
                <a:spcPts val="0"/>
              </a:spcBef>
              <a:buSzPct val="26315"/>
              <a:buNone/>
              <a:defRPr b="0" i="0" sz="1900" u="none" cap="none" strike="noStrike">
                <a:latin typeface="Helvetica Neue"/>
                <a:ea typeface="Helvetica Neue"/>
                <a:cs typeface="Helvetica Neue"/>
                <a:sym typeface="Helvetica Neue"/>
              </a:defRPr>
            </a:lvl9pPr>
          </a:lstStyle>
          <a:p/>
        </p:txBody>
      </p:sp>
      <p:sp>
        <p:nvSpPr>
          <p:cNvPr id="99" name="Shape 99"/>
          <p:cNvSpPr txBox="1"/>
          <p:nvPr>
            <p:ph idx="12" type="sldNum"/>
          </p:nvPr>
        </p:nvSpPr>
        <p:spPr>
          <a:xfrm>
            <a:off x="6553200" y="4767263"/>
            <a:ext cx="2133600" cy="273844"/>
          </a:xfrm>
          <a:prstGeom prst="rect">
            <a:avLst/>
          </a:prstGeom>
          <a:noFill/>
          <a:ln>
            <a:noFill/>
          </a:ln>
        </p:spPr>
        <p:txBody>
          <a:bodyPr anchorCtr="0" anchor="t" bIns="45700" lIns="91425" rIns="91425" tIns="45700">
            <a:noAutofit/>
          </a:bodyPr>
          <a:lstStyle/>
          <a:p>
            <a:pPr indent="0" lvl="0" marL="0" marR="0" rtl="0" algn="ctr">
              <a:spcBef>
                <a:spcPts val="0"/>
              </a:spcBef>
              <a:buSzPct val="25000"/>
              <a:buNone/>
            </a:pPr>
            <a:fld id="{00000000-1234-1234-1234-123412341234}" type="slidenum">
              <a:rPr lang="en" sz="1900">
                <a:solidFill>
                  <a:srgbClr val="000000"/>
                </a:solidFill>
                <a:latin typeface="Calibri"/>
                <a:ea typeface="Calibri"/>
                <a:cs typeface="Calibri"/>
                <a:sym typeface="Calibri"/>
              </a:rPr>
              <a:t>‹#›</a:t>
            </a:fl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07" name="Shape 107"/>
        <p:cNvGrpSpPr/>
        <p:nvPr/>
      </p:nvGrpSpPr>
      <p:grpSpPr>
        <a:xfrm>
          <a:off x="0" y="0"/>
          <a:ext cx="0" cy="0"/>
          <a:chOff x="0" y="0"/>
          <a:chExt cx="0" cy="0"/>
        </a:xfrm>
      </p:grpSpPr>
      <p:pic>
        <p:nvPicPr>
          <p:cNvPr id="108" name="Shape 108"/>
          <p:cNvPicPr preferRelativeResize="0"/>
          <p:nvPr/>
        </p:nvPicPr>
        <p:blipFill rotWithShape="1">
          <a:blip r:embed="rId2">
            <a:alphaModFix/>
          </a:blip>
          <a:srcRect b="43638" l="0" r="0" t="15840"/>
          <a:stretch/>
        </p:blipFill>
        <p:spPr>
          <a:xfrm>
            <a:off x="-12450" y="0"/>
            <a:ext cx="9168901" cy="2476502"/>
          </a:xfrm>
          <a:prstGeom prst="rect">
            <a:avLst/>
          </a:prstGeom>
          <a:noFill/>
          <a:ln>
            <a:noFill/>
          </a:ln>
        </p:spPr>
      </p:pic>
      <p:sp>
        <p:nvSpPr>
          <p:cNvPr id="109" name="Shape 109"/>
          <p:cNvSpPr txBox="1"/>
          <p:nvPr>
            <p:ph idx="1" type="subTitle"/>
          </p:nvPr>
        </p:nvSpPr>
        <p:spPr>
          <a:xfrm>
            <a:off x="723900" y="3174725"/>
            <a:ext cx="7696198" cy="932099"/>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buClr>
                <a:srgbClr val="434343"/>
              </a:buClr>
              <a:buFont typeface="Droid Sans"/>
              <a:buNone/>
              <a:defRPr b="0" i="0" sz="1800" u="none" cap="none" strike="noStrike">
                <a:solidFill>
                  <a:srgbClr val="434343"/>
                </a:solidFill>
                <a:latin typeface="Droid Sans"/>
                <a:ea typeface="Droid Sans"/>
                <a:cs typeface="Droid Sans"/>
                <a:sym typeface="Droid Sans"/>
              </a:defRPr>
            </a:lvl1pPr>
            <a:lvl2pPr indent="0" lvl="1" marL="457200" marR="0" rtl="0" algn="ctr">
              <a:lnSpc>
                <a:spcPct val="100000"/>
              </a:lnSpc>
              <a:spcBef>
                <a:spcPts val="0"/>
              </a:spcBef>
              <a:spcAft>
                <a:spcPts val="0"/>
              </a:spcAft>
              <a:buClr>
                <a:schemeClr val="dk2"/>
              </a:buClr>
              <a:buFont typeface="Droid Sans"/>
              <a:buNone/>
              <a:defRPr b="0" i="0" sz="1800" u="none" cap="none" strike="noStrike">
                <a:solidFill>
                  <a:schemeClr val="dk2"/>
                </a:solidFill>
                <a:latin typeface="Droid Sans"/>
                <a:ea typeface="Droid Sans"/>
                <a:cs typeface="Droid Sans"/>
                <a:sym typeface="Droid Sans"/>
              </a:defRPr>
            </a:lvl2pPr>
            <a:lvl3pPr indent="0" lvl="2" marL="914400" marR="0" rtl="0" algn="ctr">
              <a:lnSpc>
                <a:spcPct val="100000"/>
              </a:lnSpc>
              <a:spcBef>
                <a:spcPts val="0"/>
              </a:spcBef>
              <a:spcAft>
                <a:spcPts val="0"/>
              </a:spcAft>
              <a:buClr>
                <a:schemeClr val="dk2"/>
              </a:buClr>
              <a:buFont typeface="Droid Sans"/>
              <a:buNone/>
              <a:defRPr b="0" i="0" sz="1800" u="none" cap="none" strike="noStrike">
                <a:solidFill>
                  <a:schemeClr val="dk2"/>
                </a:solidFill>
                <a:latin typeface="Droid Sans"/>
                <a:ea typeface="Droid Sans"/>
                <a:cs typeface="Droid Sans"/>
                <a:sym typeface="Droid Sans"/>
              </a:defRPr>
            </a:lvl3pPr>
            <a:lvl4pPr indent="0" lvl="3" marL="1371600" marR="0" rtl="0" algn="ctr">
              <a:lnSpc>
                <a:spcPct val="100000"/>
              </a:lnSpc>
              <a:spcBef>
                <a:spcPts val="0"/>
              </a:spcBef>
              <a:spcAft>
                <a:spcPts val="0"/>
              </a:spcAft>
              <a:buClr>
                <a:schemeClr val="dk2"/>
              </a:buClr>
              <a:buFont typeface="Droid Sans"/>
              <a:buNone/>
              <a:defRPr b="0" i="0" sz="1800" u="none" cap="none" strike="noStrike">
                <a:solidFill>
                  <a:schemeClr val="dk2"/>
                </a:solidFill>
                <a:latin typeface="Droid Sans"/>
                <a:ea typeface="Droid Sans"/>
                <a:cs typeface="Droid Sans"/>
                <a:sym typeface="Droid Sans"/>
              </a:defRPr>
            </a:lvl4pPr>
            <a:lvl5pPr indent="0" lvl="4" marL="1828800" marR="0" rtl="0" algn="ctr">
              <a:lnSpc>
                <a:spcPct val="100000"/>
              </a:lnSpc>
              <a:spcBef>
                <a:spcPts val="0"/>
              </a:spcBef>
              <a:spcAft>
                <a:spcPts val="0"/>
              </a:spcAft>
              <a:buClr>
                <a:schemeClr val="dk2"/>
              </a:buClr>
              <a:buFont typeface="Droid Sans"/>
              <a:buNone/>
              <a:defRPr b="0" i="0" sz="1800" u="none" cap="none" strike="noStrike">
                <a:solidFill>
                  <a:schemeClr val="dk2"/>
                </a:solidFill>
                <a:latin typeface="Droid Sans"/>
                <a:ea typeface="Droid Sans"/>
                <a:cs typeface="Droid Sans"/>
                <a:sym typeface="Droid Sans"/>
              </a:defRPr>
            </a:lvl5pPr>
            <a:lvl6pPr indent="0" lvl="5" marL="2286000" marR="0" rtl="0" algn="ctr">
              <a:lnSpc>
                <a:spcPct val="100000"/>
              </a:lnSpc>
              <a:spcBef>
                <a:spcPts val="0"/>
              </a:spcBef>
              <a:spcAft>
                <a:spcPts val="0"/>
              </a:spcAft>
              <a:buClr>
                <a:schemeClr val="dk2"/>
              </a:buClr>
              <a:buFont typeface="Droid Sans"/>
              <a:buNone/>
              <a:defRPr b="0" i="0" sz="1400" u="none" cap="none" strike="noStrike">
                <a:solidFill>
                  <a:schemeClr val="dk2"/>
                </a:solidFill>
                <a:latin typeface="Droid Sans"/>
                <a:ea typeface="Droid Sans"/>
                <a:cs typeface="Droid Sans"/>
                <a:sym typeface="Droid Sans"/>
              </a:defRPr>
            </a:lvl6pPr>
            <a:lvl7pPr indent="0" lvl="6" marL="2743200" marR="0" rtl="0" algn="ctr">
              <a:lnSpc>
                <a:spcPct val="100000"/>
              </a:lnSpc>
              <a:spcBef>
                <a:spcPts val="0"/>
              </a:spcBef>
              <a:spcAft>
                <a:spcPts val="0"/>
              </a:spcAft>
              <a:buClr>
                <a:schemeClr val="dk2"/>
              </a:buClr>
              <a:buFont typeface="Droid Sans"/>
              <a:buNone/>
              <a:defRPr b="0" i="0" sz="1400" u="none" cap="none" strike="noStrike">
                <a:solidFill>
                  <a:schemeClr val="dk2"/>
                </a:solidFill>
                <a:latin typeface="Droid Sans"/>
                <a:ea typeface="Droid Sans"/>
                <a:cs typeface="Droid Sans"/>
                <a:sym typeface="Droid Sans"/>
              </a:defRPr>
            </a:lvl7pPr>
            <a:lvl8pPr indent="0" lvl="7" marL="3200400" marR="0" rtl="0" algn="ctr">
              <a:lnSpc>
                <a:spcPct val="100000"/>
              </a:lnSpc>
              <a:spcBef>
                <a:spcPts val="0"/>
              </a:spcBef>
              <a:spcAft>
                <a:spcPts val="0"/>
              </a:spcAft>
              <a:buClr>
                <a:schemeClr val="dk2"/>
              </a:buClr>
              <a:buFont typeface="Droid Sans"/>
              <a:buNone/>
              <a:defRPr b="0" i="0" sz="1400" u="none" cap="none" strike="noStrike">
                <a:solidFill>
                  <a:schemeClr val="dk2"/>
                </a:solidFill>
                <a:latin typeface="Droid Sans"/>
                <a:ea typeface="Droid Sans"/>
                <a:cs typeface="Droid Sans"/>
                <a:sym typeface="Droid Sans"/>
              </a:defRPr>
            </a:lvl8pPr>
            <a:lvl9pPr indent="0" lvl="8" marL="3657600" marR="0" rtl="0" algn="ctr">
              <a:lnSpc>
                <a:spcPct val="100000"/>
              </a:lnSpc>
              <a:spcBef>
                <a:spcPts val="0"/>
              </a:spcBef>
              <a:spcAft>
                <a:spcPts val="0"/>
              </a:spcAft>
              <a:buClr>
                <a:schemeClr val="dk2"/>
              </a:buClr>
              <a:buFont typeface="Droid Sans"/>
              <a:buNone/>
              <a:defRPr b="0" i="0" sz="1400" u="none" cap="none" strike="noStrike">
                <a:solidFill>
                  <a:schemeClr val="dk2"/>
                </a:solidFill>
                <a:latin typeface="Droid Sans"/>
                <a:ea typeface="Droid Sans"/>
                <a:cs typeface="Droid Sans"/>
                <a:sym typeface="Droid Sans"/>
              </a:defRPr>
            </a:lvl9pPr>
          </a:lstStyle>
          <a:p/>
        </p:txBody>
      </p:sp>
      <p:sp>
        <p:nvSpPr>
          <p:cNvPr id="110" name="Shape 110"/>
          <p:cNvSpPr txBox="1"/>
          <p:nvPr>
            <p:ph type="ctrTitle"/>
          </p:nvPr>
        </p:nvSpPr>
        <p:spPr>
          <a:xfrm>
            <a:off x="-24900" y="1800900"/>
            <a:ext cx="9181200" cy="1265999"/>
          </a:xfrm>
          <a:prstGeom prst="rect">
            <a:avLst/>
          </a:prstGeom>
          <a:solidFill>
            <a:srgbClr val="980000"/>
          </a:solidFill>
          <a:ln>
            <a:noFill/>
          </a:ln>
        </p:spPr>
        <p:txBody>
          <a:bodyPr anchorCtr="0" anchor="ctr" bIns="91425" lIns="91425" rIns="91425" tIns="91425"/>
          <a:lstStyle>
            <a:lvl1pPr indent="0" lvl="0" marL="0" marR="0" rtl="0" algn="ctr">
              <a:lnSpc>
                <a:spcPct val="100000"/>
              </a:lnSpc>
              <a:spcBef>
                <a:spcPts val="0"/>
              </a:spcBef>
              <a:spcAft>
                <a:spcPts val="0"/>
              </a:spcAft>
              <a:buClr>
                <a:srgbClr val="FFFFFF"/>
              </a:buClr>
              <a:buFont typeface="Droid Sans"/>
              <a:buNone/>
              <a:defRPr b="1" i="0" sz="3600" u="none" cap="none" strike="noStrike">
                <a:solidFill>
                  <a:srgbClr val="FFFFFF"/>
                </a:solidFill>
                <a:latin typeface="Droid Sans"/>
                <a:ea typeface="Droid Sans"/>
                <a:cs typeface="Droid Sans"/>
                <a:sym typeface="Droid Sans"/>
              </a:defRPr>
            </a:lvl1pPr>
            <a:lvl2pPr indent="0" lvl="1" rtl="0" algn="ctr">
              <a:spcBef>
                <a:spcPts val="0"/>
              </a:spcBef>
              <a:buFont typeface="Arial"/>
              <a:buNone/>
              <a:defRPr sz="4800"/>
            </a:lvl2pPr>
            <a:lvl3pPr indent="0" lvl="2" rtl="0" algn="ctr">
              <a:spcBef>
                <a:spcPts val="0"/>
              </a:spcBef>
              <a:buFont typeface="Arial"/>
              <a:buNone/>
              <a:defRPr sz="4800"/>
            </a:lvl3pPr>
            <a:lvl4pPr indent="0" lvl="3" rtl="0" algn="ctr">
              <a:spcBef>
                <a:spcPts val="0"/>
              </a:spcBef>
              <a:buFont typeface="Arial"/>
              <a:buNone/>
              <a:defRPr sz="4800"/>
            </a:lvl4pPr>
            <a:lvl5pPr indent="0" lvl="4" rtl="0" algn="ctr">
              <a:spcBef>
                <a:spcPts val="0"/>
              </a:spcBef>
              <a:buFont typeface="Arial"/>
              <a:buNone/>
              <a:defRPr sz="4800"/>
            </a:lvl5pPr>
            <a:lvl6pPr indent="0" lvl="5" rtl="0" algn="ctr">
              <a:spcBef>
                <a:spcPts val="0"/>
              </a:spcBef>
              <a:buFont typeface="Arial"/>
              <a:buNone/>
              <a:defRPr sz="4800"/>
            </a:lvl6pPr>
            <a:lvl7pPr indent="0" lvl="6" rtl="0" algn="ctr">
              <a:spcBef>
                <a:spcPts val="0"/>
              </a:spcBef>
              <a:buFont typeface="Arial"/>
              <a:buNone/>
              <a:defRPr sz="4800"/>
            </a:lvl7pPr>
            <a:lvl8pPr indent="0" lvl="7" rtl="0" algn="ctr">
              <a:spcBef>
                <a:spcPts val="0"/>
              </a:spcBef>
              <a:buFont typeface="Arial"/>
              <a:buNone/>
              <a:defRPr sz="4800"/>
            </a:lvl8pPr>
            <a:lvl9pPr indent="0" lvl="8" rtl="0" algn="ctr">
              <a:spcBef>
                <a:spcPts val="0"/>
              </a:spcBef>
              <a:buFont typeface="Arial"/>
              <a:buNone/>
              <a:defRPr sz="4800"/>
            </a:lvl9pPr>
          </a:lstStyle>
          <a:p/>
        </p:txBody>
      </p:sp>
      <p:pic>
        <p:nvPicPr>
          <p:cNvPr id="111" name="Shape 111"/>
          <p:cNvPicPr preferRelativeResize="0"/>
          <p:nvPr/>
        </p:nvPicPr>
        <p:blipFill rotWithShape="1">
          <a:blip r:embed="rId3">
            <a:alphaModFix/>
          </a:blip>
          <a:srcRect b="0" l="0" r="0" t="0"/>
          <a:stretch/>
        </p:blipFill>
        <p:spPr>
          <a:xfrm>
            <a:off x="8063668" y="4252550"/>
            <a:ext cx="968175" cy="7996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112" name="Shape 112"/>
        <p:cNvGrpSpPr/>
        <p:nvPr/>
      </p:nvGrpSpPr>
      <p:grpSpPr>
        <a:xfrm>
          <a:off x="0" y="0"/>
          <a:ext cx="0" cy="0"/>
          <a:chOff x="0" y="0"/>
          <a:chExt cx="0" cy="0"/>
        </a:xfrm>
      </p:grpSpPr>
      <p:sp>
        <p:nvSpPr>
          <p:cNvPr id="113" name="Shape 113"/>
          <p:cNvSpPr txBox="1"/>
          <p:nvPr>
            <p:ph type="title"/>
          </p:nvPr>
        </p:nvSpPr>
        <p:spPr>
          <a:xfrm>
            <a:off x="0" y="0"/>
            <a:ext cx="7640100" cy="771599"/>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FFFFFF"/>
              </a:buClr>
              <a:buFont typeface="Droid Sans"/>
              <a:buNone/>
              <a:defRPr b="1" i="0" sz="3400" u="none" cap="none" strike="noStrike">
                <a:solidFill>
                  <a:srgbClr val="FFFFFF"/>
                </a:solidFill>
                <a:latin typeface="Droid Sans"/>
                <a:ea typeface="Droid Sans"/>
                <a:cs typeface="Droid Sans"/>
                <a:sym typeface="Droid Sans"/>
              </a:defRPr>
            </a:lvl1pPr>
            <a:lvl2pPr indent="0" lvl="1" rtl="0">
              <a:spcBef>
                <a:spcPts val="0"/>
              </a:spcBef>
              <a:buFont typeface="Arial"/>
              <a:buNone/>
              <a:defRPr sz="1800"/>
            </a:lvl2pPr>
            <a:lvl3pPr indent="0" lvl="2" rtl="0">
              <a:spcBef>
                <a:spcPts val="0"/>
              </a:spcBef>
              <a:buFont typeface="Arial"/>
              <a:buNone/>
              <a:defRPr sz="1800"/>
            </a:lvl3pPr>
            <a:lvl4pPr indent="0" lvl="3" rtl="0">
              <a:spcBef>
                <a:spcPts val="0"/>
              </a:spcBef>
              <a:buFont typeface="Arial"/>
              <a:buNone/>
              <a:defRPr sz="1800"/>
            </a:lvl4pPr>
            <a:lvl5pPr indent="0" lvl="4" rtl="0">
              <a:spcBef>
                <a:spcPts val="0"/>
              </a:spcBef>
              <a:buFont typeface="Arial"/>
              <a:buNone/>
              <a:defRPr sz="1800"/>
            </a:lvl5pPr>
            <a:lvl6pPr indent="0" lvl="5" rtl="0">
              <a:spcBef>
                <a:spcPts val="0"/>
              </a:spcBef>
              <a:buFont typeface="Arial"/>
              <a:buNone/>
              <a:defRPr sz="1800"/>
            </a:lvl6pPr>
            <a:lvl7pPr indent="0" lvl="6" rtl="0">
              <a:spcBef>
                <a:spcPts val="0"/>
              </a:spcBef>
              <a:buFont typeface="Arial"/>
              <a:buNone/>
              <a:defRPr sz="1800"/>
            </a:lvl7pPr>
            <a:lvl8pPr indent="0" lvl="7" rtl="0">
              <a:spcBef>
                <a:spcPts val="0"/>
              </a:spcBef>
              <a:buFont typeface="Arial"/>
              <a:buNone/>
              <a:defRPr sz="1800"/>
            </a:lvl8pPr>
            <a:lvl9pPr indent="0" lvl="8">
              <a:spcBef>
                <a:spcPts val="0"/>
              </a:spcBef>
              <a:buFont typeface="Arial"/>
              <a:buNone/>
              <a:defRPr sz="1800"/>
            </a:lvl9pPr>
          </a:lstStyle>
          <a:p/>
        </p:txBody>
      </p:sp>
      <p:sp>
        <p:nvSpPr>
          <p:cNvPr id="114" name="Shape 114"/>
          <p:cNvSpPr txBox="1"/>
          <p:nvPr>
            <p:ph idx="1" type="body"/>
          </p:nvPr>
        </p:nvSpPr>
        <p:spPr>
          <a:xfrm>
            <a:off x="457200" y="760325"/>
            <a:ext cx="8229600" cy="39894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Droid Sans"/>
              <a:buNone/>
              <a:defRPr b="0" i="0" sz="2400" u="none" cap="none" strike="noStrike">
                <a:solidFill>
                  <a:schemeClr val="dk1"/>
                </a:solidFill>
                <a:latin typeface="Droid Sans"/>
                <a:ea typeface="Droid Sans"/>
                <a:cs typeface="Droid Sans"/>
                <a:sym typeface="Droid Sans"/>
              </a:defRPr>
            </a:lvl1pPr>
            <a:lvl2pPr indent="0" lvl="1" marL="457200" marR="0" rtl="0" algn="l">
              <a:lnSpc>
                <a:spcPct val="100000"/>
              </a:lnSpc>
              <a:spcBef>
                <a:spcPts val="480"/>
              </a:spcBef>
              <a:spcAft>
                <a:spcPts val="0"/>
              </a:spcAft>
              <a:buClr>
                <a:schemeClr val="dk1"/>
              </a:buClr>
              <a:buFont typeface="Droid Sans"/>
              <a:buNone/>
              <a:defRPr b="0" i="0" sz="2000" u="none" cap="none" strike="noStrike">
                <a:solidFill>
                  <a:schemeClr val="dk1"/>
                </a:solidFill>
                <a:latin typeface="Droid Sans"/>
                <a:ea typeface="Droid Sans"/>
                <a:cs typeface="Droid Sans"/>
                <a:sym typeface="Droid Sans"/>
              </a:defRPr>
            </a:lvl2pPr>
            <a:lvl3pPr indent="0" lvl="2" marL="914400" marR="0" rtl="0" algn="l">
              <a:lnSpc>
                <a:spcPct val="100000"/>
              </a:lnSpc>
              <a:spcBef>
                <a:spcPts val="480"/>
              </a:spcBef>
              <a:spcAft>
                <a:spcPts val="0"/>
              </a:spcAft>
              <a:buClr>
                <a:schemeClr val="dk1"/>
              </a:buClr>
              <a:buFont typeface="Droid Sans"/>
              <a:buNone/>
              <a:defRPr b="0" i="0" sz="1600" u="none" cap="none" strike="noStrike">
                <a:solidFill>
                  <a:schemeClr val="dk1"/>
                </a:solidFill>
                <a:latin typeface="Droid Sans"/>
                <a:ea typeface="Droid Sans"/>
                <a:cs typeface="Droid Sans"/>
                <a:sym typeface="Droid Sans"/>
              </a:defRPr>
            </a:lvl3pPr>
            <a:lvl4pPr indent="0" lvl="3" marL="1371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4pPr>
            <a:lvl5pPr indent="0" lvl="4" marL="18288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5pPr>
            <a:lvl6pPr indent="0" lvl="5" marL="22860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6pPr>
            <a:lvl7pPr indent="0" lvl="6" marL="27432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7pPr>
            <a:lvl8pPr indent="0" lvl="7" marL="32004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8pPr>
            <a:lvl9pPr indent="0" lvl="8" marL="3657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9pPr>
          </a:lstStyle>
          <a:p/>
        </p:txBody>
      </p:sp>
      <p:sp>
        <p:nvSpPr>
          <p:cNvPr id="115" name="Shape 115"/>
          <p:cNvSpPr txBox="1"/>
          <p:nvPr>
            <p:ph idx="10" type="dt"/>
          </p:nvPr>
        </p:nvSpPr>
        <p:spPr>
          <a:xfrm>
            <a:off x="7212106" y="4767264"/>
            <a:ext cx="1752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16" name="Shape 116"/>
          <p:cNvSpPr txBox="1"/>
          <p:nvPr>
            <p:ph idx="11" type="ftr"/>
          </p:nvPr>
        </p:nvSpPr>
        <p:spPr>
          <a:xfrm>
            <a:off x="174811" y="4767264"/>
            <a:ext cx="60071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17" name="Shape 117"/>
        <p:cNvGrpSpPr/>
        <p:nvPr/>
      </p:nvGrpSpPr>
      <p:grpSpPr>
        <a:xfrm>
          <a:off x="0" y="0"/>
          <a:ext cx="0" cy="0"/>
          <a:chOff x="0" y="0"/>
          <a:chExt cx="0" cy="0"/>
        </a:xfrm>
      </p:grpSpPr>
      <p:sp>
        <p:nvSpPr>
          <p:cNvPr id="118" name="Shape 118"/>
          <p:cNvSpPr txBox="1"/>
          <p:nvPr>
            <p:ph idx="1" type="body"/>
          </p:nvPr>
        </p:nvSpPr>
        <p:spPr>
          <a:xfrm>
            <a:off x="457200" y="758825"/>
            <a:ext cx="3994500" cy="3725698"/>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Droid Sans"/>
              <a:buNone/>
              <a:defRPr b="0" i="0" sz="2400" u="none" cap="none" strike="noStrike">
                <a:solidFill>
                  <a:schemeClr val="dk1"/>
                </a:solidFill>
                <a:latin typeface="Droid Sans"/>
                <a:ea typeface="Droid Sans"/>
                <a:cs typeface="Droid Sans"/>
                <a:sym typeface="Droid Sans"/>
              </a:defRPr>
            </a:lvl1pPr>
            <a:lvl2pPr indent="0" lvl="1" marL="457200" marR="0" rtl="0" algn="l">
              <a:lnSpc>
                <a:spcPct val="100000"/>
              </a:lnSpc>
              <a:spcBef>
                <a:spcPts val="0"/>
              </a:spcBef>
              <a:spcAft>
                <a:spcPts val="0"/>
              </a:spcAft>
              <a:buClr>
                <a:schemeClr val="dk1"/>
              </a:buClr>
              <a:buFont typeface="Droid Sans"/>
              <a:buNone/>
              <a:defRPr b="0" i="0" sz="2000" u="none" cap="none" strike="noStrike">
                <a:solidFill>
                  <a:schemeClr val="dk1"/>
                </a:solidFill>
                <a:latin typeface="Droid Sans"/>
                <a:ea typeface="Droid Sans"/>
                <a:cs typeface="Droid Sans"/>
                <a:sym typeface="Droid Sans"/>
              </a:defRPr>
            </a:lvl2pPr>
            <a:lvl3pPr indent="0" lvl="2" marL="914400" marR="0" rtl="0" algn="l">
              <a:lnSpc>
                <a:spcPct val="100000"/>
              </a:lnSpc>
              <a:spcBef>
                <a:spcPts val="0"/>
              </a:spcBef>
              <a:spcAft>
                <a:spcPts val="0"/>
              </a:spcAft>
              <a:buClr>
                <a:schemeClr val="dk1"/>
              </a:buClr>
              <a:buFont typeface="Droid Sans"/>
              <a:buNone/>
              <a:defRPr b="0" i="0" sz="1600" u="none" cap="none" strike="noStrike">
                <a:solidFill>
                  <a:schemeClr val="dk1"/>
                </a:solidFill>
                <a:latin typeface="Droid Sans"/>
                <a:ea typeface="Droid Sans"/>
                <a:cs typeface="Droid Sans"/>
                <a:sym typeface="Droid Sans"/>
              </a:defRPr>
            </a:lvl3pPr>
            <a:lvl4pPr indent="0" lvl="3" marL="13716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4pPr>
            <a:lvl5pPr indent="0" lvl="4" marL="18288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5pPr>
            <a:lvl6pPr indent="0" lvl="5" marL="22860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6pPr>
            <a:lvl7pPr indent="0" lvl="6" marL="27432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7pPr>
            <a:lvl8pPr indent="0" lvl="7" marL="32004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8pPr>
            <a:lvl9pPr indent="0" lvl="8" marL="36576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9pPr>
          </a:lstStyle>
          <a:p/>
        </p:txBody>
      </p:sp>
      <p:sp>
        <p:nvSpPr>
          <p:cNvPr id="119" name="Shape 119"/>
          <p:cNvSpPr txBox="1"/>
          <p:nvPr>
            <p:ph idx="2" type="body"/>
          </p:nvPr>
        </p:nvSpPr>
        <p:spPr>
          <a:xfrm>
            <a:off x="4692273" y="758825"/>
            <a:ext cx="3994500" cy="3725698"/>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Droid Sans"/>
              <a:buNone/>
              <a:defRPr b="0" i="0" sz="2400" u="none" cap="none" strike="noStrike">
                <a:solidFill>
                  <a:schemeClr val="dk1"/>
                </a:solidFill>
                <a:latin typeface="Droid Sans"/>
                <a:ea typeface="Droid Sans"/>
                <a:cs typeface="Droid Sans"/>
                <a:sym typeface="Droid Sans"/>
              </a:defRPr>
            </a:lvl1pPr>
            <a:lvl2pPr indent="0" lvl="1" marL="457200" marR="0" rtl="0" algn="l">
              <a:lnSpc>
                <a:spcPct val="100000"/>
              </a:lnSpc>
              <a:spcBef>
                <a:spcPts val="0"/>
              </a:spcBef>
              <a:spcAft>
                <a:spcPts val="0"/>
              </a:spcAft>
              <a:buClr>
                <a:schemeClr val="dk1"/>
              </a:buClr>
              <a:buFont typeface="Droid Sans"/>
              <a:buNone/>
              <a:defRPr b="0" i="0" sz="2000" u="none" cap="none" strike="noStrike">
                <a:solidFill>
                  <a:schemeClr val="dk1"/>
                </a:solidFill>
                <a:latin typeface="Droid Sans"/>
                <a:ea typeface="Droid Sans"/>
                <a:cs typeface="Droid Sans"/>
                <a:sym typeface="Droid Sans"/>
              </a:defRPr>
            </a:lvl2pPr>
            <a:lvl3pPr indent="0" lvl="2" marL="914400" marR="0" rtl="0" algn="l">
              <a:lnSpc>
                <a:spcPct val="100000"/>
              </a:lnSpc>
              <a:spcBef>
                <a:spcPts val="0"/>
              </a:spcBef>
              <a:spcAft>
                <a:spcPts val="0"/>
              </a:spcAft>
              <a:buClr>
                <a:schemeClr val="dk1"/>
              </a:buClr>
              <a:buFont typeface="Droid Sans"/>
              <a:buNone/>
              <a:defRPr b="0" i="0" sz="1600" u="none" cap="none" strike="noStrike">
                <a:solidFill>
                  <a:schemeClr val="dk1"/>
                </a:solidFill>
                <a:latin typeface="Droid Sans"/>
                <a:ea typeface="Droid Sans"/>
                <a:cs typeface="Droid Sans"/>
                <a:sym typeface="Droid Sans"/>
              </a:defRPr>
            </a:lvl3pPr>
            <a:lvl4pPr indent="0" lvl="3" marL="13716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4pPr>
            <a:lvl5pPr indent="0" lvl="4" marL="18288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5pPr>
            <a:lvl6pPr indent="0" lvl="5" marL="22860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6pPr>
            <a:lvl7pPr indent="0" lvl="6" marL="27432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7pPr>
            <a:lvl8pPr indent="0" lvl="7" marL="32004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8pPr>
            <a:lvl9pPr indent="0" lvl="8" marL="3657600" marR="0" rtl="0" algn="l">
              <a:lnSpc>
                <a:spcPct val="100000"/>
              </a:lnSpc>
              <a:spcBef>
                <a:spcPts val="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9pPr>
          </a:lstStyle>
          <a:p/>
        </p:txBody>
      </p:sp>
      <p:sp>
        <p:nvSpPr>
          <p:cNvPr id="120" name="Shape 120"/>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121" name="Shape 121"/>
        <p:cNvGrpSpPr/>
        <p:nvPr/>
      </p:nvGrpSpPr>
      <p:grpSpPr>
        <a:xfrm>
          <a:off x="0" y="0"/>
          <a:ext cx="0" cy="0"/>
          <a:chOff x="0" y="0"/>
          <a:chExt cx="0" cy="0"/>
        </a:xfrm>
      </p:grpSpPr>
      <p:pic>
        <p:nvPicPr>
          <p:cNvPr id="122" name="Shape 122"/>
          <p:cNvPicPr preferRelativeResize="0"/>
          <p:nvPr/>
        </p:nvPicPr>
        <p:blipFill rotWithShape="1">
          <a:blip r:embed="rId2">
            <a:alphaModFix/>
          </a:blip>
          <a:srcRect b="0" l="0" r="0" t="0"/>
          <a:stretch/>
        </p:blipFill>
        <p:spPr>
          <a:xfrm>
            <a:off x="8179725" y="-132725"/>
            <a:ext cx="925774" cy="955649"/>
          </a:xfrm>
          <a:prstGeom prst="rect">
            <a:avLst/>
          </a:prstGeom>
          <a:noFill/>
          <a:ln>
            <a:noFill/>
          </a:ln>
        </p:spPr>
      </p:pic>
      <p:sp>
        <p:nvSpPr>
          <p:cNvPr id="123" name="Shape 123"/>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124" name="Shape 124"/>
        <p:cNvGrpSpPr/>
        <p:nvPr/>
      </p:nvGrpSpPr>
      <p:grpSpPr>
        <a:xfrm>
          <a:off x="0" y="0"/>
          <a:ext cx="0" cy="0"/>
          <a:chOff x="0" y="0"/>
          <a:chExt cx="0" cy="0"/>
        </a:xfrm>
      </p:grpSpPr>
      <p:sp>
        <p:nvSpPr>
          <p:cNvPr id="125" name="Shape 125"/>
          <p:cNvSpPr txBox="1"/>
          <p:nvPr>
            <p:ph idx="1" type="body"/>
          </p:nvPr>
        </p:nvSpPr>
        <p:spPr>
          <a:xfrm>
            <a:off x="457200" y="4406308"/>
            <a:ext cx="8229600" cy="519520"/>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Droid Sans"/>
              <a:buNone/>
              <a:defRPr b="0" i="0" sz="1800" u="none" cap="none" strike="noStrike">
                <a:solidFill>
                  <a:schemeClr val="dk1"/>
                </a:solidFill>
                <a:latin typeface="Droid Sans"/>
                <a:ea typeface="Droid Sans"/>
                <a:cs typeface="Droid Sans"/>
                <a:sym typeface="Droid Sans"/>
              </a:defRPr>
            </a:lvl1pPr>
            <a:lvl2pPr indent="0" lvl="1" marL="457200" marR="0" rtl="0" algn="l">
              <a:lnSpc>
                <a:spcPct val="100000"/>
              </a:lnSpc>
              <a:spcBef>
                <a:spcPts val="480"/>
              </a:spcBef>
              <a:spcAft>
                <a:spcPts val="0"/>
              </a:spcAft>
              <a:buClr>
                <a:schemeClr val="dk1"/>
              </a:buClr>
              <a:buFont typeface="Droid Sans"/>
              <a:buNone/>
              <a:defRPr b="0" i="0" sz="2000" u="none" cap="none" strike="noStrike">
                <a:solidFill>
                  <a:schemeClr val="dk1"/>
                </a:solidFill>
                <a:latin typeface="Droid Sans"/>
                <a:ea typeface="Droid Sans"/>
                <a:cs typeface="Droid Sans"/>
                <a:sym typeface="Droid Sans"/>
              </a:defRPr>
            </a:lvl2pPr>
            <a:lvl3pPr indent="0" lvl="2" marL="914400" marR="0" rtl="0" algn="l">
              <a:lnSpc>
                <a:spcPct val="100000"/>
              </a:lnSpc>
              <a:spcBef>
                <a:spcPts val="480"/>
              </a:spcBef>
              <a:spcAft>
                <a:spcPts val="0"/>
              </a:spcAft>
              <a:buClr>
                <a:schemeClr val="dk1"/>
              </a:buClr>
              <a:buFont typeface="Droid Sans"/>
              <a:buNone/>
              <a:defRPr b="0" i="0" sz="1600" u="none" cap="none" strike="noStrike">
                <a:solidFill>
                  <a:schemeClr val="dk1"/>
                </a:solidFill>
                <a:latin typeface="Droid Sans"/>
                <a:ea typeface="Droid Sans"/>
                <a:cs typeface="Droid Sans"/>
                <a:sym typeface="Droid Sans"/>
              </a:defRPr>
            </a:lvl3pPr>
            <a:lvl4pPr indent="0" lvl="3" marL="1371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4pPr>
            <a:lvl5pPr indent="0" lvl="4" marL="18288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5pPr>
            <a:lvl6pPr indent="0" lvl="5" marL="22860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6pPr>
            <a:lvl7pPr indent="0" lvl="6" marL="27432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7pPr>
            <a:lvl8pPr indent="0" lvl="7" marL="32004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8pPr>
            <a:lvl9pPr indent="0" lvl="8" marL="3657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9pPr>
          </a:lstStyle>
          <a:p/>
        </p:txBody>
      </p:sp>
      <p:sp>
        <p:nvSpPr>
          <p:cNvPr id="126" name="Shape 126"/>
          <p:cNvSpPr/>
          <p:nvPr/>
        </p:nvSpPr>
        <p:spPr>
          <a:xfrm>
            <a:off x="0" y="0"/>
            <a:ext cx="9144000" cy="771599"/>
          </a:xfrm>
          <a:prstGeom prst="rect">
            <a:avLst/>
          </a:prstGeom>
          <a:solidFill>
            <a:srgbClr val="B43232"/>
          </a:solidFill>
          <a:ln>
            <a:noFill/>
          </a:ln>
        </p:spPr>
        <p:txBody>
          <a:bodyPr anchorCtr="0" anchor="ctr" bIns="243825" lIns="243825" rIns="243825" tIns="2438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pic>
        <p:nvPicPr>
          <p:cNvPr id="127" name="Shape 127"/>
          <p:cNvPicPr preferRelativeResize="0"/>
          <p:nvPr/>
        </p:nvPicPr>
        <p:blipFill rotWithShape="1">
          <a:blip r:embed="rId2">
            <a:alphaModFix/>
          </a:blip>
          <a:srcRect b="0" l="0" r="0" t="0"/>
          <a:stretch/>
        </p:blipFill>
        <p:spPr>
          <a:xfrm>
            <a:off x="8179725" y="-132725"/>
            <a:ext cx="925774" cy="955649"/>
          </a:xfrm>
          <a:prstGeom prst="rect">
            <a:avLst/>
          </a:prstGeom>
          <a:noFill/>
          <a:ln>
            <a:noFill/>
          </a:ln>
        </p:spPr>
      </p:pic>
      <p:sp>
        <p:nvSpPr>
          <p:cNvPr id="128" name="Shape 128"/>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129" name="Shape 129"/>
        <p:cNvGrpSpPr/>
        <p:nvPr/>
      </p:nvGrpSpPr>
      <p:grpSpPr>
        <a:xfrm>
          <a:off x="0" y="0"/>
          <a:ext cx="0" cy="0"/>
          <a:chOff x="0" y="0"/>
          <a:chExt cx="0" cy="0"/>
        </a:xfrm>
      </p:grpSpPr>
      <p:sp>
        <p:nvSpPr>
          <p:cNvPr id="130" name="Shape 130"/>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38" name="Shape 138"/>
        <p:cNvGrpSpPr/>
        <p:nvPr/>
      </p:nvGrpSpPr>
      <p:grpSpPr>
        <a:xfrm>
          <a:off x="0" y="0"/>
          <a:ext cx="0" cy="0"/>
          <a:chOff x="0" y="0"/>
          <a:chExt cx="0" cy="0"/>
        </a:xfrm>
      </p:grpSpPr>
      <p:sp>
        <p:nvSpPr>
          <p:cNvPr id="139" name="Shape 139"/>
          <p:cNvSpPr txBox="1"/>
          <p:nvPr>
            <p:ph type="ctrTitle"/>
          </p:nvPr>
        </p:nvSpPr>
        <p:spPr>
          <a:xfrm>
            <a:off x="3827671" y="2115591"/>
            <a:ext cx="4630530" cy="1102518"/>
          </a:xfrm>
          <a:prstGeom prst="rect">
            <a:avLst/>
          </a:prstGeom>
          <a:noFill/>
          <a:ln>
            <a:noFill/>
          </a:ln>
        </p:spPr>
        <p:txBody>
          <a:bodyPr anchorCtr="0" anchor="ctr" bIns="91425" lIns="91425" rIns="91425" tIns="91425"/>
          <a:lstStyle>
            <a:lvl1pPr indent="0" lvl="0" marL="0" marR="0" rtl="0" algn="l">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40" name="Shape 140"/>
          <p:cNvSpPr txBox="1"/>
          <p:nvPr>
            <p:ph idx="1" type="subTitle"/>
          </p:nvPr>
        </p:nvSpPr>
        <p:spPr>
          <a:xfrm>
            <a:off x="3827669" y="3218108"/>
            <a:ext cx="4630530" cy="763447"/>
          </a:xfrm>
          <a:prstGeom prst="rect">
            <a:avLst/>
          </a:prstGeom>
          <a:noFill/>
          <a:ln>
            <a:noFill/>
          </a:ln>
        </p:spPr>
        <p:txBody>
          <a:bodyPr anchorCtr="0" anchor="t" bIns="91425" lIns="91425" rIns="91425" tIns="91425"/>
          <a:lstStyle>
            <a:lvl1pPr indent="0" lvl="0" marL="0" marR="0" rtl="0" algn="l">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2pPr>
            <a:lvl3pPr indent="0" lvl="2" marL="914400"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3pPr>
            <a:lvl4pPr indent="0" lvl="3" marL="1371600" marR="0" rtl="0" algn="ctr">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4pPr>
            <a:lvl5pPr indent="0" lvl="4" marL="1828800" marR="0" rtl="0" algn="ctr">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141" name="Shape 141"/>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42" name="Shape 142"/>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43" name="Shape 143"/>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
        <p:nvSpPr>
          <p:cNvPr id="144" name="Shape 144"/>
          <p:cNvSpPr/>
          <p:nvPr/>
        </p:nvSpPr>
        <p:spPr>
          <a:xfrm>
            <a:off x="268287" y="201613"/>
            <a:ext cx="184149" cy="2914649"/>
          </a:xfrm>
          <a:prstGeom prst="rect">
            <a:avLst/>
          </a:prstGeom>
          <a:solidFill>
            <a:schemeClr val="accen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400" u="none" cap="none" strike="noStrike">
              <a:solidFill>
                <a:srgbClr val="FFFFFF"/>
              </a:solidFill>
              <a:latin typeface="Arial"/>
              <a:ea typeface="Arial"/>
              <a:cs typeface="Arial"/>
              <a:sym typeface="Arial"/>
            </a:endParaRPr>
          </a:p>
        </p:txBody>
      </p:sp>
      <p:pic>
        <p:nvPicPr>
          <p:cNvPr id="145" name="Shape 145"/>
          <p:cNvPicPr preferRelativeResize="0"/>
          <p:nvPr/>
        </p:nvPicPr>
        <p:blipFill rotWithShape="1">
          <a:blip r:embed="rId2">
            <a:alphaModFix/>
          </a:blip>
          <a:srcRect b="0" l="0" r="0" t="0"/>
          <a:stretch/>
        </p:blipFill>
        <p:spPr>
          <a:xfrm>
            <a:off x="980487" y="201613"/>
            <a:ext cx="1792975" cy="1481000"/>
          </a:xfrm>
          <a:prstGeom prst="rect">
            <a:avLst/>
          </a:prstGeom>
          <a:noFill/>
          <a:ln>
            <a:noFill/>
          </a:ln>
        </p:spPr>
      </p:pic>
      <p:sp>
        <p:nvSpPr>
          <p:cNvPr id="146" name="Shape 146"/>
          <p:cNvSpPr/>
          <p:nvPr/>
        </p:nvSpPr>
        <p:spPr>
          <a:xfrm>
            <a:off x="8170336" y="14111"/>
            <a:ext cx="917223" cy="1157112"/>
          </a:xfrm>
          <a:prstGeom prst="rect">
            <a:avLst/>
          </a:prstGeom>
          <a:solidFill>
            <a:schemeClr val="lt1"/>
          </a:solidFill>
          <a:ln cap="flat" cmpd="sng" w="25400">
            <a:solidFill>
              <a:srgbClr val="FFFFFF"/>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
        <p:nvSpPr>
          <p:cNvPr id="147" name="Shape 147"/>
          <p:cNvSpPr/>
          <p:nvPr/>
        </p:nvSpPr>
        <p:spPr>
          <a:xfrm>
            <a:off x="3200400" y="201613"/>
            <a:ext cx="5486399" cy="740293"/>
          </a:xfrm>
          <a:prstGeom prst="rect">
            <a:avLst/>
          </a:prstGeom>
          <a:gradFill>
            <a:gsLst>
              <a:gs pos="0">
                <a:srgbClr val="FF0000"/>
              </a:gs>
              <a:gs pos="99000">
                <a:srgbClr val="0E47B1"/>
              </a:gs>
              <a:gs pos="100000">
                <a:srgbClr val="FFFFFF"/>
              </a:gs>
            </a:gsLst>
            <a:lin ang="10800000" scaled="0"/>
          </a:gra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148" name="Shape 148"/>
          <p:cNvSpPr/>
          <p:nvPr/>
        </p:nvSpPr>
        <p:spPr>
          <a:xfrm>
            <a:off x="2925233" y="166510"/>
            <a:ext cx="378178" cy="898877"/>
          </a:xfrm>
          <a:prstGeom prst="rect">
            <a:avLst/>
          </a:prstGeom>
          <a:solidFill>
            <a:schemeClr val="lt1"/>
          </a:solidFill>
          <a:ln cap="flat" cmpd="sng" w="25400">
            <a:solidFill>
              <a:srgbClr val="FFFFFF"/>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149" name="Shape 149"/>
        <p:cNvGrpSpPr/>
        <p:nvPr/>
      </p:nvGrpSpPr>
      <p:grpSpPr>
        <a:xfrm>
          <a:off x="0" y="0"/>
          <a:ext cx="0" cy="0"/>
          <a:chOff x="0" y="0"/>
          <a:chExt cx="0" cy="0"/>
        </a:xfrm>
      </p:grpSpPr>
      <p:sp>
        <p:nvSpPr>
          <p:cNvPr id="150" name="Shape 150"/>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51" name="Shape 151"/>
          <p:cNvSpPr txBox="1"/>
          <p:nvPr>
            <p:ph idx="1" type="body"/>
          </p:nvPr>
        </p:nvSpPr>
        <p:spPr>
          <a:xfrm>
            <a:off x="267375" y="969170"/>
            <a:ext cx="8419424" cy="3625453"/>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152" name="Shape 152"/>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53" name="Shape 153"/>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54" name="Shape 154"/>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155" name="Shape 155"/>
        <p:cNvGrpSpPr/>
        <p:nvPr/>
      </p:nvGrpSpPr>
      <p:grpSpPr>
        <a:xfrm>
          <a:off x="0" y="0"/>
          <a:ext cx="0" cy="0"/>
          <a:chOff x="0" y="0"/>
          <a:chExt cx="0" cy="0"/>
        </a:xfrm>
      </p:grpSpPr>
      <p:sp>
        <p:nvSpPr>
          <p:cNvPr id="156" name="Shape 156"/>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57" name="Shape 157"/>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58" name="Shape 158"/>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59" name="Shape 159"/>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160" name="Shape 160"/>
        <p:cNvGrpSpPr/>
        <p:nvPr/>
      </p:nvGrpSpPr>
      <p:grpSpPr>
        <a:xfrm>
          <a:off x="0" y="0"/>
          <a:ext cx="0" cy="0"/>
          <a:chOff x="0" y="0"/>
          <a:chExt cx="0" cy="0"/>
        </a:xfrm>
      </p:grpSpPr>
      <p:sp>
        <p:nvSpPr>
          <p:cNvPr id="161" name="Shape 161"/>
          <p:cNvSpPr txBox="1"/>
          <p:nvPr>
            <p:ph type="title"/>
          </p:nvPr>
        </p:nvSpPr>
        <p:spPr>
          <a:xfrm>
            <a:off x="722312" y="3446275"/>
            <a:ext cx="7772400" cy="1021555"/>
          </a:xfrm>
          <a:prstGeom prst="rect">
            <a:avLst/>
          </a:prstGeom>
          <a:noFill/>
          <a:ln>
            <a:noFill/>
          </a:ln>
        </p:spPr>
        <p:txBody>
          <a:bodyPr anchorCtr="0" anchor="t" bIns="91425" lIns="91425" rIns="91425" tIns="91425"/>
          <a:lstStyle>
            <a:lvl1pPr indent="0" lvl="0" marL="0" marR="0" rtl="0" algn="ctr">
              <a:spcBef>
                <a:spcPts val="0"/>
              </a:spcBef>
              <a:buClr>
                <a:schemeClr val="accent1"/>
              </a:buClr>
              <a:buFont typeface="Calibri"/>
              <a:buNone/>
              <a:defRPr b="1" i="0" sz="40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62" name="Shape 162"/>
          <p:cNvSpPr txBox="1"/>
          <p:nvPr>
            <p:ph idx="1" type="body"/>
          </p:nvPr>
        </p:nvSpPr>
        <p:spPr>
          <a:xfrm>
            <a:off x="722312" y="2180034"/>
            <a:ext cx="7772400" cy="1125140"/>
          </a:xfrm>
          <a:prstGeom prst="rect">
            <a:avLst/>
          </a:prstGeom>
          <a:noFill/>
          <a:ln>
            <a:noFill/>
          </a:ln>
        </p:spPr>
        <p:txBody>
          <a:bodyPr anchorCtr="0" anchor="b" bIns="91425" lIns="91425" rIns="91425" tIns="91425"/>
          <a:lstStyle>
            <a:lvl1pPr indent="0" lvl="0" marL="0" marR="0" rtl="0" algn="l">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l">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2pPr>
            <a:lvl3pPr indent="0" lvl="2" marL="914400" marR="0" rtl="0" algn="l">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3pPr>
            <a:lvl4pPr indent="0" lvl="3" marL="1371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4pPr>
            <a:lvl5pPr indent="0" lvl="4" marL="18288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5pPr>
            <a:lvl6pPr indent="0" lvl="5" marL="22860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6pPr>
            <a:lvl7pPr indent="0" lvl="6" marL="27432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7pPr>
            <a:lvl8pPr indent="0" lvl="7" marL="32004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8pPr>
            <a:lvl9pPr indent="0" lvl="8" marL="3657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9pPr>
          </a:lstStyle>
          <a:p/>
        </p:txBody>
      </p:sp>
      <p:sp>
        <p:nvSpPr>
          <p:cNvPr id="163" name="Shape 163"/>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64" name="Shape 164"/>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65" name="Shape 165"/>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166" name="Shape 166"/>
        <p:cNvGrpSpPr/>
        <p:nvPr/>
      </p:nvGrpSpPr>
      <p:grpSpPr>
        <a:xfrm>
          <a:off x="0" y="0"/>
          <a:ext cx="0" cy="0"/>
          <a:chOff x="0" y="0"/>
          <a:chExt cx="0" cy="0"/>
        </a:xfrm>
      </p:grpSpPr>
      <p:sp>
        <p:nvSpPr>
          <p:cNvPr id="167" name="Shape 167"/>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68" name="Shape 168"/>
          <p:cNvSpPr txBox="1"/>
          <p:nvPr>
            <p:ph idx="1" type="body"/>
          </p:nvPr>
        </p:nvSpPr>
        <p:spPr>
          <a:xfrm>
            <a:off x="457200" y="1200150"/>
            <a:ext cx="4038599" cy="3394472"/>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Shape 169"/>
          <p:cNvSpPr txBox="1"/>
          <p:nvPr>
            <p:ph idx="2" type="body"/>
          </p:nvPr>
        </p:nvSpPr>
        <p:spPr>
          <a:xfrm>
            <a:off x="4648200" y="1200150"/>
            <a:ext cx="4038599" cy="3394472"/>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Shape 170"/>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71" name="Shape 171"/>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72" name="Shape 172"/>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173" name="Shape 173"/>
        <p:cNvGrpSpPr/>
        <p:nvPr/>
      </p:nvGrpSpPr>
      <p:grpSpPr>
        <a:xfrm>
          <a:off x="0" y="0"/>
          <a:ext cx="0" cy="0"/>
          <a:chOff x="0" y="0"/>
          <a:chExt cx="0" cy="0"/>
        </a:xfrm>
      </p:grpSpPr>
      <p:sp>
        <p:nvSpPr>
          <p:cNvPr id="174" name="Shape 174"/>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75" name="Shape 175"/>
          <p:cNvSpPr txBox="1"/>
          <p:nvPr>
            <p:ph idx="1" type="body"/>
          </p:nvPr>
        </p:nvSpPr>
        <p:spPr>
          <a:xfrm>
            <a:off x="457200" y="1151334"/>
            <a:ext cx="4040187" cy="479821"/>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176" name="Shape 176"/>
          <p:cNvSpPr txBox="1"/>
          <p:nvPr>
            <p:ph idx="2" type="body"/>
          </p:nvPr>
        </p:nvSpPr>
        <p:spPr>
          <a:xfrm>
            <a:off x="457200" y="1631155"/>
            <a:ext cx="4040187"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177" name="Shape 177"/>
          <p:cNvSpPr txBox="1"/>
          <p:nvPr>
            <p:ph idx="3" type="body"/>
          </p:nvPr>
        </p:nvSpPr>
        <p:spPr>
          <a:xfrm>
            <a:off x="4645030" y="1151334"/>
            <a:ext cx="4041774" cy="479821"/>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178" name="Shape 178"/>
          <p:cNvSpPr txBox="1"/>
          <p:nvPr>
            <p:ph idx="4" type="body"/>
          </p:nvPr>
        </p:nvSpPr>
        <p:spPr>
          <a:xfrm>
            <a:off x="4645030" y="1631155"/>
            <a:ext cx="4041774"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179" name="Shape 179"/>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80" name="Shape 180"/>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81" name="Shape 181"/>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182" name="Shape 182"/>
        <p:cNvGrpSpPr/>
        <p:nvPr/>
      </p:nvGrpSpPr>
      <p:grpSpPr>
        <a:xfrm>
          <a:off x="0" y="0"/>
          <a:ext cx="0" cy="0"/>
          <a:chOff x="0" y="0"/>
          <a:chExt cx="0" cy="0"/>
        </a:xfrm>
      </p:grpSpPr>
      <p:sp>
        <p:nvSpPr>
          <p:cNvPr id="183" name="Shape 183"/>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84" name="Shape 184"/>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85" name="Shape 185"/>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186" name="Shape 186"/>
        <p:cNvGrpSpPr/>
        <p:nvPr/>
      </p:nvGrpSpPr>
      <p:grpSpPr>
        <a:xfrm>
          <a:off x="0" y="0"/>
          <a:ext cx="0" cy="0"/>
          <a:chOff x="0" y="0"/>
          <a:chExt cx="0" cy="0"/>
        </a:xfrm>
      </p:grpSpPr>
      <p:sp>
        <p:nvSpPr>
          <p:cNvPr id="187" name="Shape 187"/>
          <p:cNvSpPr txBox="1"/>
          <p:nvPr>
            <p:ph type="title"/>
          </p:nvPr>
        </p:nvSpPr>
        <p:spPr>
          <a:xfrm>
            <a:off x="457204" y="204786"/>
            <a:ext cx="3008313" cy="871538"/>
          </a:xfrm>
          <a:prstGeom prst="rect">
            <a:avLst/>
          </a:prstGeom>
          <a:noFill/>
          <a:ln>
            <a:noFill/>
          </a:ln>
        </p:spPr>
        <p:txBody>
          <a:bodyPr anchorCtr="0" anchor="b" bIns="91425" lIns="91425" rIns="91425" tIns="91425"/>
          <a:lstStyle>
            <a:lvl1pPr indent="0" lvl="0" marL="0" marR="0" rtl="0" algn="l">
              <a:spcBef>
                <a:spcPts val="0"/>
              </a:spcBef>
              <a:buClr>
                <a:schemeClr val="accent1"/>
              </a:buClr>
              <a:buFont typeface="Calibri"/>
              <a:buNone/>
              <a:defRPr b="1" i="0" sz="20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88" name="Shape 188"/>
          <p:cNvSpPr txBox="1"/>
          <p:nvPr>
            <p:ph idx="1" type="body"/>
          </p:nvPr>
        </p:nvSpPr>
        <p:spPr>
          <a:xfrm>
            <a:off x="3575050" y="204789"/>
            <a:ext cx="5111750" cy="4389834"/>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189" name="Shape 189"/>
          <p:cNvSpPr txBox="1"/>
          <p:nvPr>
            <p:ph idx="2" type="body"/>
          </p:nvPr>
        </p:nvSpPr>
        <p:spPr>
          <a:xfrm>
            <a:off x="457204" y="1076328"/>
            <a:ext cx="3008313" cy="3518296"/>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190" name="Shape 190"/>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91" name="Shape 191"/>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92" name="Shape 192"/>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193" name="Shape 193"/>
        <p:cNvGrpSpPr/>
        <p:nvPr/>
      </p:nvGrpSpPr>
      <p:grpSpPr>
        <a:xfrm>
          <a:off x="0" y="0"/>
          <a:ext cx="0" cy="0"/>
          <a:chOff x="0" y="0"/>
          <a:chExt cx="0" cy="0"/>
        </a:xfrm>
      </p:grpSpPr>
      <p:sp>
        <p:nvSpPr>
          <p:cNvPr id="194" name="Shape 194"/>
          <p:cNvSpPr txBox="1"/>
          <p:nvPr>
            <p:ph type="title"/>
          </p:nvPr>
        </p:nvSpPr>
        <p:spPr>
          <a:xfrm>
            <a:off x="1792288" y="3732730"/>
            <a:ext cx="5486399" cy="425053"/>
          </a:xfrm>
          <a:prstGeom prst="rect">
            <a:avLst/>
          </a:prstGeom>
          <a:noFill/>
          <a:ln>
            <a:noFill/>
          </a:ln>
        </p:spPr>
        <p:txBody>
          <a:bodyPr anchorCtr="0" anchor="b" bIns="91425" lIns="91425" rIns="91425" tIns="91425"/>
          <a:lstStyle>
            <a:lvl1pPr indent="0" lvl="0" marL="0" marR="0" rtl="0" algn="ctr">
              <a:spcBef>
                <a:spcPts val="0"/>
              </a:spcBef>
              <a:buClr>
                <a:schemeClr val="accent1"/>
              </a:buClr>
              <a:buFont typeface="Calibri"/>
              <a:buNone/>
              <a:defRPr b="1" i="0" sz="20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95" name="Shape 195"/>
          <p:cNvSpPr/>
          <p:nvPr>
            <p:ph idx="2" type="pic"/>
          </p:nvPr>
        </p:nvSpPr>
        <p:spPr>
          <a:xfrm>
            <a:off x="1792288" y="459581"/>
            <a:ext cx="5486399" cy="3086099"/>
          </a:xfrm>
          <a:prstGeom prst="rect">
            <a:avLst/>
          </a:prstGeom>
          <a:noFill/>
          <a:ln>
            <a:noFill/>
          </a:ln>
        </p:spPr>
        <p:txBody>
          <a:bodyPr anchorCtr="0" anchor="t" bIns="91425" lIns="91425" rIns="91425" tIns="91425"/>
          <a:lstStyle>
            <a:lvl1pPr indent="0" lvl="0" marL="0" marR="0" rtl="0" algn="l">
              <a:spcBef>
                <a:spcPts val="640"/>
              </a:spcBef>
              <a:buClr>
                <a:schemeClr val="dk1"/>
              </a:buClr>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buClr>
                <a:schemeClr val="dk1"/>
              </a:buClr>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buClr>
                <a:schemeClr val="dk1"/>
              </a:buClr>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9pPr>
          </a:lstStyle>
          <a:p/>
        </p:txBody>
      </p:sp>
      <p:sp>
        <p:nvSpPr>
          <p:cNvPr id="196" name="Shape 196"/>
          <p:cNvSpPr txBox="1"/>
          <p:nvPr>
            <p:ph idx="1" type="body"/>
          </p:nvPr>
        </p:nvSpPr>
        <p:spPr>
          <a:xfrm>
            <a:off x="1792288" y="4025505"/>
            <a:ext cx="5486399" cy="603647"/>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197" name="Shape 197"/>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98" name="Shape 198"/>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99" name="Shape 199"/>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200" name="Shape 200"/>
        <p:cNvGrpSpPr/>
        <p:nvPr/>
      </p:nvGrpSpPr>
      <p:grpSpPr>
        <a:xfrm>
          <a:off x="0" y="0"/>
          <a:ext cx="0" cy="0"/>
          <a:chOff x="0" y="0"/>
          <a:chExt cx="0" cy="0"/>
        </a:xfrm>
      </p:grpSpPr>
      <p:sp>
        <p:nvSpPr>
          <p:cNvPr id="201" name="Shape 201"/>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02" name="Shape 202"/>
          <p:cNvSpPr txBox="1"/>
          <p:nvPr>
            <p:ph idx="1" type="body"/>
          </p:nvPr>
        </p:nvSpPr>
        <p:spPr>
          <a:xfrm rot="5400000">
            <a:off x="2664360" y="-1427814"/>
            <a:ext cx="3625453" cy="8419424"/>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03" name="Shape 203"/>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04" name="Shape 204"/>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05" name="Shape 205"/>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206" name="Shape 206"/>
        <p:cNvGrpSpPr/>
        <p:nvPr/>
      </p:nvGrpSpPr>
      <p:grpSpPr>
        <a:xfrm>
          <a:off x="0" y="0"/>
          <a:ext cx="0" cy="0"/>
          <a:chOff x="0" y="0"/>
          <a:chExt cx="0" cy="0"/>
        </a:xfrm>
      </p:grpSpPr>
      <p:sp>
        <p:nvSpPr>
          <p:cNvPr id="207" name="Shape 207"/>
          <p:cNvSpPr txBox="1"/>
          <p:nvPr>
            <p:ph type="title"/>
          </p:nvPr>
        </p:nvSpPr>
        <p:spPr>
          <a:xfrm rot="5400000">
            <a:off x="5463777" y="1371602"/>
            <a:ext cx="4388643" cy="205740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08" name="Shape 208"/>
          <p:cNvSpPr txBox="1"/>
          <p:nvPr>
            <p:ph idx="1" type="body"/>
          </p:nvPr>
        </p:nvSpPr>
        <p:spPr>
          <a:xfrm rot="5400000">
            <a:off x="1272778" y="-609596"/>
            <a:ext cx="4388643" cy="6019799"/>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09" name="Shape 209"/>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10" name="Shape 210"/>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11" name="Shape 211"/>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215" name="Shape 215"/>
        <p:cNvGrpSpPr/>
        <p:nvPr/>
      </p:nvGrpSpPr>
      <p:grpSpPr>
        <a:xfrm>
          <a:off x="0" y="0"/>
          <a:ext cx="0" cy="0"/>
          <a:chOff x="0" y="0"/>
          <a:chExt cx="0" cy="0"/>
        </a:xfrm>
      </p:grpSpPr>
      <p:sp>
        <p:nvSpPr>
          <p:cNvPr id="216" name="Shape 216"/>
          <p:cNvSpPr txBox="1"/>
          <p:nvPr>
            <p:ph type="title"/>
          </p:nvPr>
        </p:nvSpPr>
        <p:spPr>
          <a:xfrm>
            <a:off x="457200" y="205978"/>
            <a:ext cx="8229600" cy="85725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3600" u="none" cap="none" strike="noStrike">
                <a:solidFill>
                  <a:srgbClr val="85200C"/>
                </a:solidFill>
                <a:latin typeface="Calibri"/>
                <a:ea typeface="Calibri"/>
                <a:cs typeface="Calibri"/>
                <a:sym typeface="Calibri"/>
              </a:defRPr>
            </a:lvl1pPr>
            <a:lvl2pPr indent="0" lvl="1"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2pPr>
            <a:lvl3pPr indent="0" lvl="2">
              <a:spcBef>
                <a:spcPts val="0"/>
              </a:spcBef>
              <a:buClr>
                <a:schemeClr val="dk1"/>
              </a:buClr>
              <a:buFont typeface="Arial"/>
              <a:buNone/>
              <a:defRPr b="1" sz="3600">
                <a:solidFill>
                  <a:schemeClr val="dk1"/>
                </a:solidFill>
              </a:defRPr>
            </a:lvl3pPr>
            <a:lvl4pPr indent="0" lvl="3">
              <a:spcBef>
                <a:spcPts val="0"/>
              </a:spcBef>
              <a:buClr>
                <a:schemeClr val="dk1"/>
              </a:buClr>
              <a:buFont typeface="Arial"/>
              <a:buNone/>
              <a:defRPr b="1" sz="3600">
                <a:solidFill>
                  <a:schemeClr val="dk1"/>
                </a:solidFill>
              </a:defRPr>
            </a:lvl4pPr>
            <a:lvl5pPr indent="0" lvl="4">
              <a:spcBef>
                <a:spcPts val="0"/>
              </a:spcBef>
              <a:buClr>
                <a:schemeClr val="dk1"/>
              </a:buClr>
              <a:buFont typeface="Arial"/>
              <a:buNone/>
              <a:defRPr b="1" sz="3600">
                <a:solidFill>
                  <a:schemeClr val="dk1"/>
                </a:solidFill>
              </a:defRPr>
            </a:lvl5pPr>
            <a:lvl6pPr indent="0" lvl="5">
              <a:spcBef>
                <a:spcPts val="0"/>
              </a:spcBef>
              <a:buClr>
                <a:schemeClr val="dk1"/>
              </a:buClr>
              <a:buFont typeface="Arial"/>
              <a:buNone/>
              <a:defRPr b="1" sz="3600">
                <a:solidFill>
                  <a:schemeClr val="dk1"/>
                </a:solidFill>
              </a:defRPr>
            </a:lvl6pPr>
            <a:lvl7pPr indent="0" lvl="6">
              <a:spcBef>
                <a:spcPts val="0"/>
              </a:spcBef>
              <a:buClr>
                <a:schemeClr val="dk1"/>
              </a:buClr>
              <a:buFont typeface="Arial"/>
              <a:buNone/>
              <a:defRPr b="1" sz="3600">
                <a:solidFill>
                  <a:schemeClr val="dk1"/>
                </a:solidFill>
              </a:defRPr>
            </a:lvl7pPr>
            <a:lvl8pPr indent="0" lvl="7">
              <a:spcBef>
                <a:spcPts val="0"/>
              </a:spcBef>
              <a:buClr>
                <a:schemeClr val="dk1"/>
              </a:buClr>
              <a:buFont typeface="Arial"/>
              <a:buNone/>
              <a:defRPr b="1" sz="3600">
                <a:solidFill>
                  <a:schemeClr val="dk1"/>
                </a:solidFill>
              </a:defRPr>
            </a:lvl8pPr>
            <a:lvl9pPr indent="0" lvl="8">
              <a:spcBef>
                <a:spcPts val="0"/>
              </a:spcBef>
              <a:buClr>
                <a:schemeClr val="dk1"/>
              </a:buClr>
              <a:buFont typeface="Arial"/>
              <a:buNone/>
              <a:defRPr b="1" sz="3600">
                <a:solidFill>
                  <a:schemeClr val="dk1"/>
                </a:solidFill>
              </a:defRPr>
            </a:lvl9pPr>
          </a:lstStyle>
          <a:p/>
        </p:txBody>
      </p:sp>
      <p:sp>
        <p:nvSpPr>
          <p:cNvPr id="217" name="Shape 217"/>
          <p:cNvSpPr txBox="1"/>
          <p:nvPr>
            <p:ph idx="1" type="body"/>
          </p:nvPr>
        </p:nvSpPr>
        <p:spPr>
          <a:xfrm>
            <a:off x="457200" y="1200151"/>
            <a:ext cx="8229600" cy="3725679"/>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Calibri"/>
              <a:buNone/>
              <a:defRPr b="0" i="0" sz="24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218" name="Shape 218"/>
        <p:cNvGrpSpPr/>
        <p:nvPr/>
      </p:nvGrpSpPr>
      <p:grpSpPr>
        <a:xfrm>
          <a:off x="0" y="0"/>
          <a:ext cx="0" cy="0"/>
          <a:chOff x="0" y="0"/>
          <a:chExt cx="0" cy="0"/>
        </a:xfrm>
      </p:grpSpPr>
      <p:sp>
        <p:nvSpPr>
          <p:cNvPr id="219" name="Shape 219"/>
          <p:cNvSpPr txBox="1"/>
          <p:nvPr>
            <p:ph type="ctrTitle"/>
          </p:nvPr>
        </p:nvSpPr>
        <p:spPr>
          <a:xfrm>
            <a:off x="685800" y="1583346"/>
            <a:ext cx="7772400" cy="1159856"/>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4800" u="none" cap="none" strike="noStrike">
                <a:solidFill>
                  <a:srgbClr val="85200C"/>
                </a:solidFill>
                <a:latin typeface="Calibri"/>
                <a:ea typeface="Calibri"/>
                <a:cs typeface="Calibri"/>
                <a:sym typeface="Calibri"/>
              </a:defRPr>
            </a:lvl1pPr>
            <a:lvl2pPr indent="0" lvl="1" marL="0" marR="0" rtl="0" algn="ctr">
              <a:lnSpc>
                <a:spcPct val="100000"/>
              </a:lnSpc>
              <a:spcBef>
                <a:spcPts val="0"/>
              </a:spcBef>
              <a:spcAft>
                <a:spcPts val="0"/>
              </a:spcAft>
              <a:buClr>
                <a:schemeClr val="dk1"/>
              </a:buClr>
              <a:buFont typeface="Arial"/>
              <a:buNone/>
              <a:defRPr b="1" i="0" sz="4800" u="none" cap="none" strike="noStrike">
                <a:solidFill>
                  <a:schemeClr val="dk1"/>
                </a:solidFill>
                <a:latin typeface="Arial"/>
                <a:ea typeface="Arial"/>
                <a:cs typeface="Arial"/>
                <a:sym typeface="Arial"/>
              </a:defRPr>
            </a:lvl2pPr>
            <a:lvl3pPr indent="0" lvl="2" algn="ctr">
              <a:spcBef>
                <a:spcPts val="0"/>
              </a:spcBef>
              <a:buClr>
                <a:schemeClr val="dk1"/>
              </a:buClr>
              <a:buFont typeface="Arial"/>
              <a:buNone/>
              <a:defRPr b="1" sz="4800">
                <a:solidFill>
                  <a:schemeClr val="dk1"/>
                </a:solidFill>
              </a:defRPr>
            </a:lvl3pPr>
            <a:lvl4pPr indent="0" lvl="3" algn="ctr">
              <a:spcBef>
                <a:spcPts val="0"/>
              </a:spcBef>
              <a:buClr>
                <a:schemeClr val="dk1"/>
              </a:buClr>
              <a:buFont typeface="Arial"/>
              <a:buNone/>
              <a:defRPr b="1" sz="4800">
                <a:solidFill>
                  <a:schemeClr val="dk1"/>
                </a:solidFill>
              </a:defRPr>
            </a:lvl4pPr>
            <a:lvl5pPr indent="0" lvl="4" algn="ctr">
              <a:spcBef>
                <a:spcPts val="0"/>
              </a:spcBef>
              <a:buClr>
                <a:schemeClr val="dk1"/>
              </a:buClr>
              <a:buFont typeface="Arial"/>
              <a:buNone/>
              <a:defRPr b="1" sz="4800">
                <a:solidFill>
                  <a:schemeClr val="dk1"/>
                </a:solidFill>
              </a:defRPr>
            </a:lvl5pPr>
            <a:lvl6pPr indent="0" lvl="5" algn="ctr">
              <a:spcBef>
                <a:spcPts val="0"/>
              </a:spcBef>
              <a:buClr>
                <a:schemeClr val="dk1"/>
              </a:buClr>
              <a:buFont typeface="Arial"/>
              <a:buNone/>
              <a:defRPr b="1" sz="4800">
                <a:solidFill>
                  <a:schemeClr val="dk1"/>
                </a:solidFill>
              </a:defRPr>
            </a:lvl6pPr>
            <a:lvl7pPr indent="0" lvl="6" algn="ctr">
              <a:spcBef>
                <a:spcPts val="0"/>
              </a:spcBef>
              <a:buClr>
                <a:schemeClr val="dk1"/>
              </a:buClr>
              <a:buFont typeface="Arial"/>
              <a:buNone/>
              <a:defRPr b="1" sz="4800">
                <a:solidFill>
                  <a:schemeClr val="dk1"/>
                </a:solidFill>
              </a:defRPr>
            </a:lvl7pPr>
            <a:lvl8pPr indent="0" lvl="7" algn="ctr">
              <a:spcBef>
                <a:spcPts val="0"/>
              </a:spcBef>
              <a:buClr>
                <a:schemeClr val="dk1"/>
              </a:buClr>
              <a:buFont typeface="Arial"/>
              <a:buNone/>
              <a:defRPr b="1" sz="4800">
                <a:solidFill>
                  <a:schemeClr val="dk1"/>
                </a:solidFill>
              </a:defRPr>
            </a:lvl8pPr>
            <a:lvl9pPr indent="0" lvl="8" algn="ctr">
              <a:spcBef>
                <a:spcPts val="0"/>
              </a:spcBef>
              <a:buClr>
                <a:schemeClr val="dk1"/>
              </a:buClr>
              <a:buFont typeface="Arial"/>
              <a:buNone/>
              <a:defRPr b="1" sz="4800">
                <a:solidFill>
                  <a:schemeClr val="dk1"/>
                </a:solidFill>
              </a:defRPr>
            </a:lvl9pPr>
          </a:lstStyle>
          <a:p/>
        </p:txBody>
      </p:sp>
      <p:sp>
        <p:nvSpPr>
          <p:cNvPr id="220" name="Shape 220"/>
          <p:cNvSpPr txBox="1"/>
          <p:nvPr>
            <p:ph idx="1" type="subTitle"/>
          </p:nvPr>
        </p:nvSpPr>
        <p:spPr>
          <a:xfrm>
            <a:off x="685800" y="2840053"/>
            <a:ext cx="7772400" cy="784737"/>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2"/>
              </a:buClr>
              <a:buFont typeface="Calibri"/>
              <a:buNone/>
              <a:defRPr b="0" i="0" sz="2400" u="none" cap="none" strike="noStrike">
                <a:solidFill>
                  <a:schemeClr val="dk2"/>
                </a:solidFill>
                <a:latin typeface="Calibri"/>
                <a:ea typeface="Calibri"/>
                <a:cs typeface="Calibri"/>
                <a:sym typeface="Calibri"/>
              </a:defRPr>
            </a:lvl1pPr>
            <a:lvl2pPr indent="0" lvl="1" marL="4572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2pPr>
            <a:lvl3pPr indent="0" lvl="2" marL="9144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3pPr>
            <a:lvl4pPr indent="0" lvl="3" marL="13716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4pPr>
            <a:lvl5pPr indent="0" lvl="4" marL="18288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5pPr>
            <a:lvl6pPr indent="0" lvl="5" marL="22860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6pPr>
            <a:lvl7pPr indent="0" lvl="6" marL="27432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7pPr>
            <a:lvl8pPr indent="0" lvl="7" marL="32004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8pPr>
            <a:lvl9pPr indent="0" lvl="8" marL="3657600" marR="0" rtl="0" algn="ctr">
              <a:lnSpc>
                <a:spcPct val="100000"/>
              </a:lnSpc>
              <a:spcBef>
                <a:spcPts val="0"/>
              </a:spcBef>
              <a:spcAft>
                <a:spcPts val="0"/>
              </a:spcAft>
              <a:buClr>
                <a:schemeClr val="dk2"/>
              </a:buClr>
              <a:buFont typeface="Arial"/>
              <a:buNone/>
              <a:defRPr b="0" i="0" sz="3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21" name="Shape 221"/>
        <p:cNvGrpSpPr/>
        <p:nvPr/>
      </p:nvGrpSpPr>
      <p:grpSpPr>
        <a:xfrm>
          <a:off x="0" y="0"/>
          <a:ext cx="0" cy="0"/>
          <a:chOff x="0" y="0"/>
          <a:chExt cx="0" cy="0"/>
        </a:xfrm>
      </p:grpSpPr>
      <p:sp>
        <p:nvSpPr>
          <p:cNvPr id="222" name="Shape 222"/>
          <p:cNvSpPr txBox="1"/>
          <p:nvPr>
            <p:ph type="title"/>
          </p:nvPr>
        </p:nvSpPr>
        <p:spPr>
          <a:xfrm>
            <a:off x="457200" y="205978"/>
            <a:ext cx="8229600" cy="85725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3600" u="none" cap="none" strike="noStrike">
                <a:solidFill>
                  <a:srgbClr val="85200C"/>
                </a:solidFill>
                <a:latin typeface="Calibri"/>
                <a:ea typeface="Calibri"/>
                <a:cs typeface="Calibri"/>
                <a:sym typeface="Calibri"/>
              </a:defRPr>
            </a:lvl1pPr>
            <a:lvl2pPr indent="0" lvl="1"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2pPr>
            <a:lvl3pPr indent="0" lvl="2">
              <a:spcBef>
                <a:spcPts val="0"/>
              </a:spcBef>
              <a:buClr>
                <a:schemeClr val="dk1"/>
              </a:buClr>
              <a:buFont typeface="Arial"/>
              <a:buNone/>
              <a:defRPr b="1" sz="3600">
                <a:solidFill>
                  <a:schemeClr val="dk1"/>
                </a:solidFill>
              </a:defRPr>
            </a:lvl3pPr>
            <a:lvl4pPr indent="0" lvl="3">
              <a:spcBef>
                <a:spcPts val="0"/>
              </a:spcBef>
              <a:buClr>
                <a:schemeClr val="dk1"/>
              </a:buClr>
              <a:buFont typeface="Arial"/>
              <a:buNone/>
              <a:defRPr b="1" sz="3600">
                <a:solidFill>
                  <a:schemeClr val="dk1"/>
                </a:solidFill>
              </a:defRPr>
            </a:lvl4pPr>
            <a:lvl5pPr indent="0" lvl="4">
              <a:spcBef>
                <a:spcPts val="0"/>
              </a:spcBef>
              <a:buClr>
                <a:schemeClr val="dk1"/>
              </a:buClr>
              <a:buFont typeface="Arial"/>
              <a:buNone/>
              <a:defRPr b="1" sz="3600">
                <a:solidFill>
                  <a:schemeClr val="dk1"/>
                </a:solidFill>
              </a:defRPr>
            </a:lvl5pPr>
            <a:lvl6pPr indent="0" lvl="5">
              <a:spcBef>
                <a:spcPts val="0"/>
              </a:spcBef>
              <a:buClr>
                <a:schemeClr val="dk1"/>
              </a:buClr>
              <a:buFont typeface="Arial"/>
              <a:buNone/>
              <a:defRPr b="1" sz="3600">
                <a:solidFill>
                  <a:schemeClr val="dk1"/>
                </a:solidFill>
              </a:defRPr>
            </a:lvl6pPr>
            <a:lvl7pPr indent="0" lvl="6">
              <a:spcBef>
                <a:spcPts val="0"/>
              </a:spcBef>
              <a:buClr>
                <a:schemeClr val="dk1"/>
              </a:buClr>
              <a:buFont typeface="Arial"/>
              <a:buNone/>
              <a:defRPr b="1" sz="3600">
                <a:solidFill>
                  <a:schemeClr val="dk1"/>
                </a:solidFill>
              </a:defRPr>
            </a:lvl7pPr>
            <a:lvl8pPr indent="0" lvl="7">
              <a:spcBef>
                <a:spcPts val="0"/>
              </a:spcBef>
              <a:buClr>
                <a:schemeClr val="dk1"/>
              </a:buClr>
              <a:buFont typeface="Arial"/>
              <a:buNone/>
              <a:defRPr b="1" sz="3600">
                <a:solidFill>
                  <a:schemeClr val="dk1"/>
                </a:solidFill>
              </a:defRPr>
            </a:lvl8pPr>
            <a:lvl9pPr indent="0" lvl="8">
              <a:spcBef>
                <a:spcPts val="0"/>
              </a:spcBef>
              <a:buClr>
                <a:schemeClr val="dk1"/>
              </a:buClr>
              <a:buFont typeface="Arial"/>
              <a:buNone/>
              <a:defRPr b="1" sz="3600">
                <a:solidFill>
                  <a:schemeClr val="dk1"/>
                </a:solidFill>
              </a:defRPr>
            </a:lvl9pPr>
          </a:lstStyle>
          <a:p/>
        </p:txBody>
      </p:sp>
      <p:sp>
        <p:nvSpPr>
          <p:cNvPr id="223" name="Shape 223"/>
          <p:cNvSpPr txBox="1"/>
          <p:nvPr>
            <p:ph idx="1" type="body"/>
          </p:nvPr>
        </p:nvSpPr>
        <p:spPr>
          <a:xfrm>
            <a:off x="457214" y="1200151"/>
            <a:ext cx="3994524" cy="3725679"/>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Calibri"/>
              <a:buNone/>
              <a:defRPr b="0" i="0" sz="24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224" name="Shape 224"/>
          <p:cNvSpPr txBox="1"/>
          <p:nvPr>
            <p:ph idx="2" type="body"/>
          </p:nvPr>
        </p:nvSpPr>
        <p:spPr>
          <a:xfrm>
            <a:off x="4692278" y="1200151"/>
            <a:ext cx="3994524" cy="3725679"/>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Calibri"/>
              <a:buNone/>
              <a:defRPr b="0" i="0" sz="24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225" name="Shape 225"/>
        <p:cNvGrpSpPr/>
        <p:nvPr/>
      </p:nvGrpSpPr>
      <p:grpSpPr>
        <a:xfrm>
          <a:off x="0" y="0"/>
          <a:ext cx="0" cy="0"/>
          <a:chOff x="0" y="0"/>
          <a:chExt cx="0" cy="0"/>
        </a:xfrm>
      </p:grpSpPr>
      <p:sp>
        <p:nvSpPr>
          <p:cNvPr id="226" name="Shape 226"/>
          <p:cNvSpPr txBox="1"/>
          <p:nvPr>
            <p:ph idx="1" type="body"/>
          </p:nvPr>
        </p:nvSpPr>
        <p:spPr>
          <a:xfrm>
            <a:off x="457200" y="4406312"/>
            <a:ext cx="8229600" cy="519520"/>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48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27" name="Shape 227"/>
        <p:cNvGrpSpPr/>
        <p:nvPr/>
      </p:nvGrpSpPr>
      <p:grpSpPr>
        <a:xfrm>
          <a:off x="0" y="0"/>
          <a:ext cx="0" cy="0"/>
          <a:chOff x="0" y="0"/>
          <a:chExt cx="0" cy="0"/>
        </a:xfrm>
      </p:grpSpPr>
      <p:sp>
        <p:nvSpPr>
          <p:cNvPr id="228" name="Shape 228"/>
          <p:cNvSpPr txBox="1"/>
          <p:nvPr>
            <p:ph type="title"/>
          </p:nvPr>
        </p:nvSpPr>
        <p:spPr>
          <a:xfrm>
            <a:off x="457200" y="205978"/>
            <a:ext cx="8229600" cy="85725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3600" u="none" cap="none" strike="noStrike">
                <a:solidFill>
                  <a:srgbClr val="85200C"/>
                </a:solidFill>
                <a:latin typeface="Calibri"/>
                <a:ea typeface="Calibri"/>
                <a:cs typeface="Calibri"/>
                <a:sym typeface="Calibri"/>
              </a:defRPr>
            </a:lvl1pPr>
            <a:lvl2pPr indent="0" lvl="1"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2pPr>
            <a:lvl3pPr indent="0" lvl="2">
              <a:spcBef>
                <a:spcPts val="0"/>
              </a:spcBef>
              <a:buClr>
                <a:schemeClr val="dk1"/>
              </a:buClr>
              <a:buFont typeface="Arial"/>
              <a:buNone/>
              <a:defRPr b="1" sz="3600">
                <a:solidFill>
                  <a:schemeClr val="dk1"/>
                </a:solidFill>
              </a:defRPr>
            </a:lvl3pPr>
            <a:lvl4pPr indent="0" lvl="3">
              <a:spcBef>
                <a:spcPts val="0"/>
              </a:spcBef>
              <a:buClr>
                <a:schemeClr val="dk1"/>
              </a:buClr>
              <a:buFont typeface="Arial"/>
              <a:buNone/>
              <a:defRPr b="1" sz="3600">
                <a:solidFill>
                  <a:schemeClr val="dk1"/>
                </a:solidFill>
              </a:defRPr>
            </a:lvl4pPr>
            <a:lvl5pPr indent="0" lvl="4">
              <a:spcBef>
                <a:spcPts val="0"/>
              </a:spcBef>
              <a:buClr>
                <a:schemeClr val="dk1"/>
              </a:buClr>
              <a:buFont typeface="Arial"/>
              <a:buNone/>
              <a:defRPr b="1" sz="3600">
                <a:solidFill>
                  <a:schemeClr val="dk1"/>
                </a:solidFill>
              </a:defRPr>
            </a:lvl5pPr>
            <a:lvl6pPr indent="0" lvl="5">
              <a:spcBef>
                <a:spcPts val="0"/>
              </a:spcBef>
              <a:buClr>
                <a:schemeClr val="dk1"/>
              </a:buClr>
              <a:buFont typeface="Arial"/>
              <a:buNone/>
              <a:defRPr b="1" sz="3600">
                <a:solidFill>
                  <a:schemeClr val="dk1"/>
                </a:solidFill>
              </a:defRPr>
            </a:lvl6pPr>
            <a:lvl7pPr indent="0" lvl="6">
              <a:spcBef>
                <a:spcPts val="0"/>
              </a:spcBef>
              <a:buClr>
                <a:schemeClr val="dk1"/>
              </a:buClr>
              <a:buFont typeface="Arial"/>
              <a:buNone/>
              <a:defRPr b="1" sz="3600">
                <a:solidFill>
                  <a:schemeClr val="dk1"/>
                </a:solidFill>
              </a:defRPr>
            </a:lvl7pPr>
            <a:lvl8pPr indent="0" lvl="7">
              <a:spcBef>
                <a:spcPts val="0"/>
              </a:spcBef>
              <a:buClr>
                <a:schemeClr val="dk1"/>
              </a:buClr>
              <a:buFont typeface="Arial"/>
              <a:buNone/>
              <a:defRPr b="1" sz="3600">
                <a:solidFill>
                  <a:schemeClr val="dk1"/>
                </a:solidFill>
              </a:defRPr>
            </a:lvl8pPr>
            <a:lvl9pPr indent="0" lvl="8">
              <a:spcBef>
                <a:spcPts val="0"/>
              </a:spcBef>
              <a:buClr>
                <a:schemeClr val="dk1"/>
              </a:buClr>
              <a:buFont typeface="Arial"/>
              <a:buNone/>
              <a:defRPr b="1" sz="36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29" name="Shape 229"/>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230" name="Shape 230"/>
        <p:cNvGrpSpPr/>
        <p:nvPr/>
      </p:nvGrpSpPr>
      <p:grpSpPr>
        <a:xfrm>
          <a:off x="0" y="0"/>
          <a:ext cx="0" cy="0"/>
          <a:chOff x="0" y="0"/>
          <a:chExt cx="0" cy="0"/>
        </a:xfrm>
      </p:grpSpPr>
      <p:sp>
        <p:nvSpPr>
          <p:cNvPr id="231" name="Shape 231"/>
          <p:cNvSpPr txBox="1"/>
          <p:nvPr>
            <p:ph type="title"/>
          </p:nvPr>
        </p:nvSpPr>
        <p:spPr>
          <a:xfrm>
            <a:off x="457200" y="205978"/>
            <a:ext cx="8229600" cy="85725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3600" u="none" cap="none" strike="noStrike">
                <a:solidFill>
                  <a:srgbClr val="85200C"/>
                </a:solidFill>
                <a:latin typeface="Calibri"/>
                <a:ea typeface="Calibri"/>
                <a:cs typeface="Calibri"/>
                <a:sym typeface="Calibri"/>
              </a:defRPr>
            </a:lvl1pPr>
            <a:lvl2pPr indent="0" lvl="1"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2pPr>
            <a:lvl3pPr indent="0" lvl="2">
              <a:spcBef>
                <a:spcPts val="0"/>
              </a:spcBef>
              <a:buClr>
                <a:schemeClr val="dk1"/>
              </a:buClr>
              <a:buFont typeface="Arial"/>
              <a:buNone/>
              <a:defRPr b="1" sz="3600">
                <a:solidFill>
                  <a:schemeClr val="dk1"/>
                </a:solidFill>
              </a:defRPr>
            </a:lvl3pPr>
            <a:lvl4pPr indent="0" lvl="3">
              <a:spcBef>
                <a:spcPts val="0"/>
              </a:spcBef>
              <a:buClr>
                <a:schemeClr val="dk1"/>
              </a:buClr>
              <a:buFont typeface="Arial"/>
              <a:buNone/>
              <a:defRPr b="1" sz="3600">
                <a:solidFill>
                  <a:schemeClr val="dk1"/>
                </a:solidFill>
              </a:defRPr>
            </a:lvl4pPr>
            <a:lvl5pPr indent="0" lvl="4">
              <a:spcBef>
                <a:spcPts val="0"/>
              </a:spcBef>
              <a:buClr>
                <a:schemeClr val="dk1"/>
              </a:buClr>
              <a:buFont typeface="Arial"/>
              <a:buNone/>
              <a:defRPr b="1" sz="3600">
                <a:solidFill>
                  <a:schemeClr val="dk1"/>
                </a:solidFill>
              </a:defRPr>
            </a:lvl5pPr>
            <a:lvl6pPr indent="0" lvl="5">
              <a:spcBef>
                <a:spcPts val="0"/>
              </a:spcBef>
              <a:buClr>
                <a:schemeClr val="dk1"/>
              </a:buClr>
              <a:buFont typeface="Arial"/>
              <a:buNone/>
              <a:defRPr b="1" sz="3600">
                <a:solidFill>
                  <a:schemeClr val="dk1"/>
                </a:solidFill>
              </a:defRPr>
            </a:lvl6pPr>
            <a:lvl7pPr indent="0" lvl="6">
              <a:spcBef>
                <a:spcPts val="0"/>
              </a:spcBef>
              <a:buClr>
                <a:schemeClr val="dk1"/>
              </a:buClr>
              <a:buFont typeface="Arial"/>
              <a:buNone/>
              <a:defRPr b="1" sz="3600">
                <a:solidFill>
                  <a:schemeClr val="dk1"/>
                </a:solidFill>
              </a:defRPr>
            </a:lvl7pPr>
            <a:lvl8pPr indent="0" lvl="7">
              <a:spcBef>
                <a:spcPts val="0"/>
              </a:spcBef>
              <a:buClr>
                <a:schemeClr val="dk1"/>
              </a:buClr>
              <a:buFont typeface="Arial"/>
              <a:buNone/>
              <a:defRPr b="1" sz="3600">
                <a:solidFill>
                  <a:schemeClr val="dk1"/>
                </a:solidFill>
              </a:defRPr>
            </a:lvl8pPr>
            <a:lvl9pPr indent="0" lvl="8">
              <a:spcBef>
                <a:spcPts val="0"/>
              </a:spcBef>
              <a:buClr>
                <a:schemeClr val="dk1"/>
              </a:buClr>
              <a:buFont typeface="Arial"/>
              <a:buNone/>
              <a:defRPr b="1" sz="3600">
                <a:solidFill>
                  <a:schemeClr val="dk1"/>
                </a:solidFill>
              </a:defRPr>
            </a:lvl9pPr>
          </a:lstStyle>
          <a:p/>
        </p:txBody>
      </p:sp>
      <p:sp>
        <p:nvSpPr>
          <p:cNvPr id="232" name="Shape 232"/>
          <p:cNvSpPr txBox="1"/>
          <p:nvPr>
            <p:ph idx="1" type="body"/>
          </p:nvPr>
        </p:nvSpPr>
        <p:spPr>
          <a:xfrm>
            <a:off x="457200" y="1200151"/>
            <a:ext cx="8229600" cy="3725679"/>
          </a:xfrm>
          <a:prstGeom prst="rect">
            <a:avLst/>
          </a:prstGeom>
          <a:noFill/>
          <a:ln>
            <a:noFill/>
          </a:ln>
        </p:spPr>
        <p:txBody>
          <a:bodyPr anchorCtr="0" anchor="t" bIns="91425" lIns="91425" rIns="91425" tIns="91425"/>
          <a:lstStyle>
            <a:lvl1pPr indent="0" lvl="0" marL="0" marR="0" rtl="0" algn="l">
              <a:lnSpc>
                <a:spcPct val="100000"/>
              </a:lnSpc>
              <a:spcBef>
                <a:spcPts val="600"/>
              </a:spcBef>
              <a:spcAft>
                <a:spcPts val="0"/>
              </a:spcAft>
              <a:buClr>
                <a:schemeClr val="dk1"/>
              </a:buClr>
              <a:buFont typeface="Calibri"/>
              <a:buNone/>
              <a:defRPr b="0" i="0" sz="2400" u="none" cap="none" strike="noStrike">
                <a:solidFill>
                  <a:schemeClr val="dk1"/>
                </a:solidFill>
                <a:latin typeface="Calibri"/>
                <a:ea typeface="Calibri"/>
                <a:cs typeface="Calibri"/>
                <a:sym typeface="Calibri"/>
              </a:defRPr>
            </a:lvl1pPr>
            <a:lvl2pPr indent="0" lvl="1" marL="457200" marR="0" rtl="0" algn="l">
              <a:lnSpc>
                <a:spcPct val="100000"/>
              </a:lnSpc>
              <a:spcBef>
                <a:spcPts val="48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233" name="Shape 233"/>
          <p:cNvSpPr txBox="1"/>
          <p:nvPr>
            <p:ph idx="10" type="dt"/>
          </p:nvPr>
        </p:nvSpPr>
        <p:spPr>
          <a:xfrm>
            <a:off x="457200" y="4767264"/>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34" name="Shape 234"/>
          <p:cNvSpPr txBox="1"/>
          <p:nvPr>
            <p:ph idx="11" type="ftr"/>
          </p:nvPr>
        </p:nvSpPr>
        <p:spPr>
          <a:xfrm>
            <a:off x="3124200" y="4767264"/>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35" name="Shape 235"/>
          <p:cNvSpPr txBox="1"/>
          <p:nvPr>
            <p:ph idx="12" type="sldNum"/>
          </p:nvPr>
        </p:nvSpPr>
        <p:spPr>
          <a:xfrm>
            <a:off x="6553200" y="4767264"/>
            <a:ext cx="2133599" cy="273843"/>
          </a:xfrm>
          <a:prstGeom prst="rect">
            <a:avLst/>
          </a:prstGeom>
          <a:noFill/>
          <a:ln>
            <a:noFill/>
          </a:ln>
        </p:spPr>
        <p:txBody>
          <a:bodyPr anchorCtr="0" anchor="t" bIns="29700" lIns="59425" rIns="59425" tIns="29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242" name="Shape 242"/>
        <p:cNvGrpSpPr/>
        <p:nvPr/>
      </p:nvGrpSpPr>
      <p:grpSpPr>
        <a:xfrm>
          <a:off x="0" y="0"/>
          <a:ext cx="0" cy="0"/>
          <a:chOff x="0" y="0"/>
          <a:chExt cx="0" cy="0"/>
        </a:xfrm>
      </p:grpSpPr>
      <p:sp>
        <p:nvSpPr>
          <p:cNvPr id="243" name="Shape 243"/>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44" name="Shape 244"/>
          <p:cNvSpPr txBox="1"/>
          <p:nvPr>
            <p:ph idx="1" type="body"/>
          </p:nvPr>
        </p:nvSpPr>
        <p:spPr>
          <a:xfrm>
            <a:off x="193260" y="971825"/>
            <a:ext cx="8895521" cy="3622797"/>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45" name="Shape 245"/>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46" name="Shape 246"/>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47" name="Shape 247"/>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48" name="Shape 248"/>
        <p:cNvGrpSpPr/>
        <p:nvPr/>
      </p:nvGrpSpPr>
      <p:grpSpPr>
        <a:xfrm>
          <a:off x="0" y="0"/>
          <a:ext cx="0" cy="0"/>
          <a:chOff x="0" y="0"/>
          <a:chExt cx="0" cy="0"/>
        </a:xfrm>
      </p:grpSpPr>
      <p:sp>
        <p:nvSpPr>
          <p:cNvPr id="249" name="Shape 249"/>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50" name="Shape 250"/>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51" name="Shape 251"/>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2" name="Shape 252"/>
        <p:cNvGrpSpPr/>
        <p:nvPr/>
      </p:nvGrpSpPr>
      <p:grpSpPr>
        <a:xfrm>
          <a:off x="0" y="0"/>
          <a:ext cx="0" cy="0"/>
          <a:chOff x="0" y="0"/>
          <a:chExt cx="0" cy="0"/>
        </a:xfrm>
      </p:grpSpPr>
      <p:sp>
        <p:nvSpPr>
          <p:cNvPr id="253" name="Shape 253"/>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54" name="Shape 254"/>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55" name="Shape 255"/>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56" name="Shape 256"/>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1_Title slide">
    <p:spTree>
      <p:nvGrpSpPr>
        <p:cNvPr id="257" name="Shape 257"/>
        <p:cNvGrpSpPr/>
        <p:nvPr/>
      </p:nvGrpSpPr>
      <p:grpSpPr>
        <a:xfrm>
          <a:off x="0" y="0"/>
          <a:ext cx="0" cy="0"/>
          <a:chOff x="0" y="0"/>
          <a:chExt cx="0" cy="0"/>
        </a:xfrm>
      </p:grpSpPr>
      <p:sp>
        <p:nvSpPr>
          <p:cNvPr id="258" name="Shape 258"/>
          <p:cNvSpPr/>
          <p:nvPr/>
        </p:nvSpPr>
        <p:spPr>
          <a:xfrm>
            <a:off x="0" y="1906350"/>
            <a:ext cx="9144000" cy="2011798"/>
          </a:xfrm>
          <a:prstGeom prst="rect">
            <a:avLst/>
          </a:prstGeom>
          <a:solidFill>
            <a:srgbClr val="007EC4"/>
          </a:solid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Shape 259"/>
          <p:cNvSpPr txBox="1"/>
          <p:nvPr>
            <p:ph type="ctrTitle"/>
          </p:nvPr>
        </p:nvSpPr>
        <p:spPr>
          <a:xfrm>
            <a:off x="311700" y="1906348"/>
            <a:ext cx="8520599" cy="2011798"/>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Droid Sans"/>
              <a:buNone/>
              <a:defRPr b="0" i="0" sz="4400" u="none" cap="none" strike="noStrike">
                <a:solidFill>
                  <a:srgbClr val="FFFFFF"/>
                </a:solidFill>
                <a:latin typeface="Calibri"/>
                <a:ea typeface="Calibri"/>
                <a:cs typeface="Calibri"/>
                <a:sym typeface="Calibri"/>
              </a:defRPr>
            </a:lvl1pPr>
            <a:lvl2pPr indent="0" lvl="1" algn="ctr">
              <a:spcBef>
                <a:spcPts val="0"/>
              </a:spcBef>
              <a:buNone/>
              <a:defRPr sz="5200">
                <a:solidFill>
                  <a:srgbClr val="FFFFFF"/>
                </a:solidFill>
              </a:defRPr>
            </a:lvl2pPr>
            <a:lvl3pPr indent="0" lvl="2" algn="ctr">
              <a:spcBef>
                <a:spcPts val="0"/>
              </a:spcBef>
              <a:buNone/>
              <a:defRPr sz="5200">
                <a:solidFill>
                  <a:srgbClr val="FFFFFF"/>
                </a:solidFill>
              </a:defRPr>
            </a:lvl3pPr>
            <a:lvl4pPr indent="0" lvl="3" algn="ctr">
              <a:spcBef>
                <a:spcPts val="0"/>
              </a:spcBef>
              <a:buNone/>
              <a:defRPr sz="5200">
                <a:solidFill>
                  <a:srgbClr val="FFFFFF"/>
                </a:solidFill>
              </a:defRPr>
            </a:lvl4pPr>
            <a:lvl5pPr indent="0" lvl="4" algn="ctr">
              <a:spcBef>
                <a:spcPts val="0"/>
              </a:spcBef>
              <a:buNone/>
              <a:defRPr sz="5200">
                <a:solidFill>
                  <a:srgbClr val="FFFFFF"/>
                </a:solidFill>
              </a:defRPr>
            </a:lvl5pPr>
            <a:lvl6pPr indent="0" lvl="5" algn="ctr">
              <a:spcBef>
                <a:spcPts val="0"/>
              </a:spcBef>
              <a:buNone/>
              <a:defRPr sz="5200">
                <a:solidFill>
                  <a:srgbClr val="FFFFFF"/>
                </a:solidFill>
              </a:defRPr>
            </a:lvl6pPr>
            <a:lvl7pPr indent="0" lvl="6" algn="ctr">
              <a:spcBef>
                <a:spcPts val="0"/>
              </a:spcBef>
              <a:buNone/>
              <a:defRPr sz="5200">
                <a:solidFill>
                  <a:srgbClr val="FFFFFF"/>
                </a:solidFill>
              </a:defRPr>
            </a:lvl7pPr>
            <a:lvl8pPr indent="0" lvl="7" algn="ctr">
              <a:spcBef>
                <a:spcPts val="0"/>
              </a:spcBef>
              <a:buNone/>
              <a:defRPr sz="5200">
                <a:solidFill>
                  <a:srgbClr val="FFFFFF"/>
                </a:solidFill>
              </a:defRPr>
            </a:lvl8pPr>
            <a:lvl9pPr indent="0" lvl="8" algn="ctr">
              <a:spcBef>
                <a:spcPts val="0"/>
              </a:spcBef>
              <a:buNone/>
              <a:defRPr sz="5200">
                <a:solidFill>
                  <a:srgbClr val="FFFFFF"/>
                </a:solidFill>
              </a:defRPr>
            </a:lvl9pPr>
          </a:lstStyle>
          <a:p/>
        </p:txBody>
      </p:sp>
      <p:pic>
        <p:nvPicPr>
          <p:cNvPr id="260" name="Shape 260"/>
          <p:cNvPicPr preferRelativeResize="0"/>
          <p:nvPr/>
        </p:nvPicPr>
        <p:blipFill rotWithShape="1">
          <a:blip r:embed="rId2">
            <a:alphaModFix/>
          </a:blip>
          <a:srcRect b="17856" l="0" r="0" t="50794"/>
          <a:stretch/>
        </p:blipFill>
        <p:spPr>
          <a:xfrm>
            <a:off x="0" y="0"/>
            <a:ext cx="9143998" cy="1906345"/>
          </a:xfrm>
          <a:prstGeom prst="rect">
            <a:avLst/>
          </a:prstGeom>
          <a:noFill/>
          <a:ln>
            <a:noFill/>
          </a:ln>
        </p:spPr>
      </p:pic>
      <p:pic>
        <p:nvPicPr>
          <p:cNvPr id="261" name="Shape 261"/>
          <p:cNvPicPr preferRelativeResize="0"/>
          <p:nvPr/>
        </p:nvPicPr>
        <p:blipFill rotWithShape="1">
          <a:blip r:embed="rId3">
            <a:alphaModFix/>
          </a:blip>
          <a:srcRect b="0" l="0" r="0" t="0"/>
          <a:stretch/>
        </p:blipFill>
        <p:spPr>
          <a:xfrm>
            <a:off x="7137450" y="4562953"/>
            <a:ext cx="2001026" cy="59159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Slide">
    <p:spTree>
      <p:nvGrpSpPr>
        <p:cNvPr id="262" name="Shape 262"/>
        <p:cNvGrpSpPr/>
        <p:nvPr/>
      </p:nvGrpSpPr>
      <p:grpSpPr>
        <a:xfrm>
          <a:off x="0" y="0"/>
          <a:ext cx="0" cy="0"/>
          <a:chOff x="0" y="0"/>
          <a:chExt cx="0" cy="0"/>
        </a:xfrm>
      </p:grpSpPr>
      <p:sp>
        <p:nvSpPr>
          <p:cNvPr id="263" name="Shape 263"/>
          <p:cNvSpPr txBox="1"/>
          <p:nvPr>
            <p:ph type="ctrTitle"/>
          </p:nvPr>
        </p:nvSpPr>
        <p:spPr>
          <a:xfrm>
            <a:off x="685800" y="1597819"/>
            <a:ext cx="7772400" cy="1102518"/>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64" name="Shape 264"/>
          <p:cNvSpPr txBox="1"/>
          <p:nvPr>
            <p:ph idx="1" type="subTitle"/>
          </p:nvPr>
        </p:nvSpPr>
        <p:spPr>
          <a:xfrm>
            <a:off x="1371600" y="2914650"/>
            <a:ext cx="6400799" cy="1314449"/>
          </a:xfrm>
          <a:prstGeom prst="rect">
            <a:avLst/>
          </a:prstGeom>
          <a:noFill/>
          <a:ln>
            <a:noFill/>
          </a:ln>
        </p:spPr>
        <p:txBody>
          <a:bodyPr anchorCtr="0" anchor="t" bIns="91425" lIns="91425" rIns="91425" tIns="91425"/>
          <a:lstStyle>
            <a:lvl1pPr indent="0" lvl="0" marL="0" marR="0" rtl="0" algn="ctr">
              <a:spcBef>
                <a:spcPts val="480"/>
              </a:spcBef>
              <a:buClr>
                <a:srgbClr val="888888"/>
              </a:buClr>
              <a:buFont typeface="Arial"/>
              <a:buNone/>
              <a:defRPr b="0" i="0" sz="2400" u="none" cap="none" strike="noStrike">
                <a:solidFill>
                  <a:srgbClr val="888888"/>
                </a:solidFill>
                <a:latin typeface="Calibri"/>
                <a:ea typeface="Calibri"/>
                <a:cs typeface="Calibri"/>
                <a:sym typeface="Calibri"/>
              </a:defRPr>
            </a:lvl1pPr>
            <a:lvl2pPr indent="0" lvl="1" marL="457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2pPr>
            <a:lvl3pPr indent="0" lvl="2" marL="914400"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3pPr>
            <a:lvl4pPr indent="0" lvl="3" marL="1371600" marR="0" rtl="0" algn="ctr">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4pPr>
            <a:lvl5pPr indent="0" lvl="4" marL="1828800" marR="0" rtl="0" algn="ctr">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265" name="Shape 265"/>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66" name="Shape 266"/>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67" name="Shape 267"/>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268" name="Shape 268"/>
        <p:cNvGrpSpPr/>
        <p:nvPr/>
      </p:nvGrpSpPr>
      <p:grpSpPr>
        <a:xfrm>
          <a:off x="0" y="0"/>
          <a:ext cx="0" cy="0"/>
          <a:chOff x="0" y="0"/>
          <a:chExt cx="0" cy="0"/>
        </a:xfrm>
      </p:grpSpPr>
      <p:sp>
        <p:nvSpPr>
          <p:cNvPr id="269" name="Shape 269"/>
          <p:cNvSpPr txBox="1"/>
          <p:nvPr>
            <p:ph type="title"/>
          </p:nvPr>
        </p:nvSpPr>
        <p:spPr>
          <a:xfrm>
            <a:off x="722312" y="3305176"/>
            <a:ext cx="7772400" cy="1021555"/>
          </a:xfrm>
          <a:prstGeom prst="rect">
            <a:avLst/>
          </a:prstGeom>
          <a:noFill/>
          <a:ln>
            <a:noFill/>
          </a:ln>
        </p:spPr>
        <p:txBody>
          <a:bodyPr anchorCtr="0" anchor="t" bIns="91425" lIns="91425" rIns="91425" tIns="91425"/>
          <a:lstStyle>
            <a:lvl1pPr indent="0" lvl="0" marL="0" marR="0" rtl="0" algn="l">
              <a:spcBef>
                <a:spcPts val="0"/>
              </a:spcBef>
              <a:buClr>
                <a:srgbClr val="FFFFFF"/>
              </a:buClr>
              <a:buFont typeface="Calibri"/>
              <a:buNone/>
              <a:defRPr b="1" i="0" sz="40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70" name="Shape 270"/>
          <p:cNvSpPr txBox="1"/>
          <p:nvPr>
            <p:ph idx="1" type="body"/>
          </p:nvPr>
        </p:nvSpPr>
        <p:spPr>
          <a:xfrm>
            <a:off x="722312" y="2180034"/>
            <a:ext cx="7772400" cy="1125140"/>
          </a:xfrm>
          <a:prstGeom prst="rect">
            <a:avLst/>
          </a:prstGeom>
          <a:noFill/>
          <a:ln>
            <a:noFill/>
          </a:ln>
        </p:spPr>
        <p:txBody>
          <a:bodyPr anchorCtr="0" anchor="b" bIns="91425" lIns="91425" rIns="91425" tIns="91425"/>
          <a:lstStyle>
            <a:lvl1pPr indent="0" lvl="0" marL="0" marR="0" rtl="0" algn="l">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l">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2pPr>
            <a:lvl3pPr indent="0" lvl="2" marL="914400" marR="0" rtl="0" algn="l">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3pPr>
            <a:lvl4pPr indent="0" lvl="3" marL="1371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4pPr>
            <a:lvl5pPr indent="0" lvl="4" marL="18288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5pPr>
            <a:lvl6pPr indent="0" lvl="5" marL="22860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6pPr>
            <a:lvl7pPr indent="0" lvl="6" marL="27432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7pPr>
            <a:lvl8pPr indent="0" lvl="7" marL="32004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8pPr>
            <a:lvl9pPr indent="0" lvl="8" marL="3657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9pPr>
          </a:lstStyle>
          <a:p/>
        </p:txBody>
      </p:sp>
      <p:sp>
        <p:nvSpPr>
          <p:cNvPr id="271" name="Shape 271"/>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72" name="Shape 272"/>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73" name="Shape 273"/>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274" name="Shape 274"/>
        <p:cNvGrpSpPr/>
        <p:nvPr/>
      </p:nvGrpSpPr>
      <p:grpSpPr>
        <a:xfrm>
          <a:off x="0" y="0"/>
          <a:ext cx="0" cy="0"/>
          <a:chOff x="0" y="0"/>
          <a:chExt cx="0" cy="0"/>
        </a:xfrm>
      </p:grpSpPr>
      <p:sp>
        <p:nvSpPr>
          <p:cNvPr id="275" name="Shape 275"/>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76" name="Shape 276"/>
          <p:cNvSpPr txBox="1"/>
          <p:nvPr>
            <p:ph idx="1" type="body"/>
          </p:nvPr>
        </p:nvSpPr>
        <p:spPr>
          <a:xfrm>
            <a:off x="457200" y="900112"/>
            <a:ext cx="4038599" cy="2545556"/>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277" name="Shape 277"/>
          <p:cNvSpPr txBox="1"/>
          <p:nvPr>
            <p:ph idx="2" type="body"/>
          </p:nvPr>
        </p:nvSpPr>
        <p:spPr>
          <a:xfrm>
            <a:off x="4648200" y="900112"/>
            <a:ext cx="4038599" cy="2545556"/>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278" name="Shape 278"/>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79" name="Shape 279"/>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80" name="Shape 280"/>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281" name="Shape 281"/>
        <p:cNvGrpSpPr/>
        <p:nvPr/>
      </p:nvGrpSpPr>
      <p:grpSpPr>
        <a:xfrm>
          <a:off x="0" y="0"/>
          <a:ext cx="0" cy="0"/>
          <a:chOff x="0" y="0"/>
          <a:chExt cx="0" cy="0"/>
        </a:xfrm>
      </p:grpSpPr>
      <p:sp>
        <p:nvSpPr>
          <p:cNvPr id="282" name="Shape 282"/>
          <p:cNvSpPr txBox="1"/>
          <p:nvPr>
            <p:ph type="title"/>
          </p:nvPr>
        </p:nvSpPr>
        <p:spPr>
          <a:xfrm>
            <a:off x="457200" y="205979"/>
            <a:ext cx="8229600"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83" name="Shape 283"/>
          <p:cNvSpPr txBox="1"/>
          <p:nvPr>
            <p:ph idx="1" type="body"/>
          </p:nvPr>
        </p:nvSpPr>
        <p:spPr>
          <a:xfrm>
            <a:off x="457200" y="1151334"/>
            <a:ext cx="4040187" cy="479821"/>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284" name="Shape 284"/>
          <p:cNvSpPr txBox="1"/>
          <p:nvPr>
            <p:ph idx="2" type="body"/>
          </p:nvPr>
        </p:nvSpPr>
        <p:spPr>
          <a:xfrm>
            <a:off x="457200" y="1631155"/>
            <a:ext cx="4040187"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285" name="Shape 285"/>
          <p:cNvSpPr txBox="1"/>
          <p:nvPr>
            <p:ph idx="3" type="body"/>
          </p:nvPr>
        </p:nvSpPr>
        <p:spPr>
          <a:xfrm>
            <a:off x="4645026" y="1151334"/>
            <a:ext cx="4041774" cy="479821"/>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286" name="Shape 286"/>
          <p:cNvSpPr txBox="1"/>
          <p:nvPr>
            <p:ph idx="4" type="body"/>
          </p:nvPr>
        </p:nvSpPr>
        <p:spPr>
          <a:xfrm>
            <a:off x="4645026" y="1631155"/>
            <a:ext cx="4041774"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287" name="Shape 287"/>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88" name="Shape 288"/>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89" name="Shape 289"/>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290" name="Shape 290"/>
        <p:cNvGrpSpPr/>
        <p:nvPr/>
      </p:nvGrpSpPr>
      <p:grpSpPr>
        <a:xfrm>
          <a:off x="0" y="0"/>
          <a:ext cx="0" cy="0"/>
          <a:chOff x="0" y="0"/>
          <a:chExt cx="0" cy="0"/>
        </a:xfrm>
      </p:grpSpPr>
      <p:sp>
        <p:nvSpPr>
          <p:cNvPr id="291" name="Shape 291"/>
          <p:cNvSpPr txBox="1"/>
          <p:nvPr>
            <p:ph type="title"/>
          </p:nvPr>
        </p:nvSpPr>
        <p:spPr>
          <a:xfrm>
            <a:off x="457200" y="204786"/>
            <a:ext cx="3008313" cy="871538"/>
          </a:xfrm>
          <a:prstGeom prst="rect">
            <a:avLst/>
          </a:prstGeom>
          <a:noFill/>
          <a:ln>
            <a:noFill/>
          </a:ln>
        </p:spPr>
        <p:txBody>
          <a:bodyPr anchorCtr="0" anchor="b" bIns="91425" lIns="91425" rIns="91425" tIns="91425"/>
          <a:lstStyle>
            <a:lvl1pPr indent="0" lvl="0" marL="0" marR="0" rtl="0" algn="l">
              <a:spcBef>
                <a:spcPts val="0"/>
              </a:spcBef>
              <a:buClr>
                <a:srgbClr val="FFFFFF"/>
              </a:buClr>
              <a:buFont typeface="Calibri"/>
              <a:buNone/>
              <a:defRPr b="1" i="0" sz="20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92" name="Shape 292"/>
          <p:cNvSpPr txBox="1"/>
          <p:nvPr>
            <p:ph idx="1" type="body"/>
          </p:nvPr>
        </p:nvSpPr>
        <p:spPr>
          <a:xfrm>
            <a:off x="3575050" y="204788"/>
            <a:ext cx="5111750" cy="4389834"/>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93" name="Shape 293"/>
          <p:cNvSpPr txBox="1"/>
          <p:nvPr>
            <p:ph idx="2" type="body"/>
          </p:nvPr>
        </p:nvSpPr>
        <p:spPr>
          <a:xfrm>
            <a:off x="457200" y="1076325"/>
            <a:ext cx="3008313" cy="3518296"/>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294" name="Shape 294"/>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95" name="Shape 295"/>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296" name="Shape 296"/>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297" name="Shape 297"/>
        <p:cNvGrpSpPr/>
        <p:nvPr/>
      </p:nvGrpSpPr>
      <p:grpSpPr>
        <a:xfrm>
          <a:off x="0" y="0"/>
          <a:ext cx="0" cy="0"/>
          <a:chOff x="0" y="0"/>
          <a:chExt cx="0" cy="0"/>
        </a:xfrm>
      </p:grpSpPr>
      <p:sp>
        <p:nvSpPr>
          <p:cNvPr id="298" name="Shape 298"/>
          <p:cNvSpPr txBox="1"/>
          <p:nvPr>
            <p:ph type="title"/>
          </p:nvPr>
        </p:nvSpPr>
        <p:spPr>
          <a:xfrm>
            <a:off x="1792288" y="3600450"/>
            <a:ext cx="5486399" cy="425053"/>
          </a:xfrm>
          <a:prstGeom prst="rect">
            <a:avLst/>
          </a:prstGeom>
          <a:noFill/>
          <a:ln>
            <a:noFill/>
          </a:ln>
        </p:spPr>
        <p:txBody>
          <a:bodyPr anchorCtr="0" anchor="b" bIns="91425" lIns="91425" rIns="91425" tIns="91425"/>
          <a:lstStyle>
            <a:lvl1pPr indent="0" lvl="0" marL="0" marR="0" rtl="0" algn="l">
              <a:spcBef>
                <a:spcPts val="0"/>
              </a:spcBef>
              <a:buClr>
                <a:srgbClr val="FFFFFF"/>
              </a:buClr>
              <a:buFont typeface="Calibri"/>
              <a:buNone/>
              <a:defRPr b="1" i="0" sz="20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99" name="Shape 299"/>
          <p:cNvSpPr/>
          <p:nvPr>
            <p:ph idx="2" type="pic"/>
          </p:nvPr>
        </p:nvSpPr>
        <p:spPr>
          <a:xfrm>
            <a:off x="1792288" y="459581"/>
            <a:ext cx="5486399" cy="3086099"/>
          </a:xfrm>
          <a:prstGeom prst="rect">
            <a:avLst/>
          </a:prstGeom>
          <a:noFill/>
          <a:ln>
            <a:noFill/>
          </a:ln>
        </p:spPr>
        <p:txBody>
          <a:bodyPr anchorCtr="0" anchor="t" bIns="91425" lIns="91425" rIns="91425" tIns="91425"/>
          <a:lstStyle>
            <a:lvl1pPr indent="0" lvl="0" marL="0" marR="0" rtl="0" algn="l">
              <a:spcBef>
                <a:spcPts val="640"/>
              </a:spcBef>
              <a:buClr>
                <a:schemeClr val="dk1"/>
              </a:buClr>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buClr>
                <a:schemeClr val="dk1"/>
              </a:buClr>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buClr>
                <a:schemeClr val="dk1"/>
              </a:buClr>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9pPr>
          </a:lstStyle>
          <a:p/>
        </p:txBody>
      </p:sp>
      <p:sp>
        <p:nvSpPr>
          <p:cNvPr id="300" name="Shape 300"/>
          <p:cNvSpPr txBox="1"/>
          <p:nvPr>
            <p:ph idx="1" type="body"/>
          </p:nvPr>
        </p:nvSpPr>
        <p:spPr>
          <a:xfrm>
            <a:off x="1792288" y="4025503"/>
            <a:ext cx="5486399" cy="603647"/>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301" name="Shape 301"/>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02" name="Shape 302"/>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03" name="Shape 303"/>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304" name="Shape 304"/>
        <p:cNvGrpSpPr/>
        <p:nvPr/>
      </p:nvGrpSpPr>
      <p:grpSpPr>
        <a:xfrm>
          <a:off x="0" y="0"/>
          <a:ext cx="0" cy="0"/>
          <a:chOff x="0" y="0"/>
          <a:chExt cx="0" cy="0"/>
        </a:xfrm>
      </p:grpSpPr>
      <p:sp>
        <p:nvSpPr>
          <p:cNvPr id="305" name="Shape 305"/>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06" name="Shape 306"/>
          <p:cNvSpPr txBox="1"/>
          <p:nvPr>
            <p:ph idx="1" type="body"/>
          </p:nvPr>
        </p:nvSpPr>
        <p:spPr>
          <a:xfrm rot="5400000">
            <a:off x="2829623" y="-1664536"/>
            <a:ext cx="3622797" cy="8895521"/>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307" name="Shape 307"/>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08" name="Shape 308"/>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09" name="Shape 309"/>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310" name="Shape 310"/>
        <p:cNvGrpSpPr/>
        <p:nvPr/>
      </p:nvGrpSpPr>
      <p:grpSpPr>
        <a:xfrm>
          <a:off x="0" y="0"/>
          <a:ext cx="0" cy="0"/>
          <a:chOff x="0" y="0"/>
          <a:chExt cx="0" cy="0"/>
        </a:xfrm>
      </p:grpSpPr>
      <p:sp>
        <p:nvSpPr>
          <p:cNvPr id="311" name="Shape 311"/>
          <p:cNvSpPr txBox="1"/>
          <p:nvPr>
            <p:ph type="title"/>
          </p:nvPr>
        </p:nvSpPr>
        <p:spPr>
          <a:xfrm rot="5400000">
            <a:off x="6012655" y="771525"/>
            <a:ext cx="3290888" cy="205740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12" name="Shape 312"/>
          <p:cNvSpPr txBox="1"/>
          <p:nvPr>
            <p:ph idx="1" type="body"/>
          </p:nvPr>
        </p:nvSpPr>
        <p:spPr>
          <a:xfrm rot="5400000">
            <a:off x="1821656" y="-1209674"/>
            <a:ext cx="3290888" cy="6019799"/>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313" name="Shape 313"/>
          <p:cNvSpPr txBox="1"/>
          <p:nvPr>
            <p:ph idx="10" type="dt"/>
          </p:nvPr>
        </p:nvSpPr>
        <p:spPr>
          <a:xfrm>
            <a:off x="457200" y="4767262"/>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14" name="Shape 314"/>
          <p:cNvSpPr txBox="1"/>
          <p:nvPr>
            <p:ph idx="11" type="ftr"/>
          </p:nvPr>
        </p:nvSpPr>
        <p:spPr>
          <a:xfrm>
            <a:off x="3124200" y="4767262"/>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315" name="Shape 315"/>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ustom Layout">
    <p:spTree>
      <p:nvGrpSpPr>
        <p:cNvPr id="316" name="Shape 316"/>
        <p:cNvGrpSpPr/>
        <p:nvPr/>
      </p:nvGrpSpPr>
      <p:grpSpPr>
        <a:xfrm>
          <a:off x="0" y="0"/>
          <a:ext cx="0" cy="0"/>
          <a:chOff x="0" y="0"/>
          <a:chExt cx="0" cy="0"/>
        </a:xfrm>
      </p:grpSpPr>
      <p:sp>
        <p:nvSpPr>
          <p:cNvPr id="317" name="Shape 317"/>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chemeClr val="lt1"/>
              </a:buClr>
              <a:buFont typeface="Calibri"/>
              <a:buNone/>
              <a:defRPr b="0" i="0" sz="3600" u="none" cap="none" strike="noStrike">
                <a:solidFill>
                  <a:schemeClr val="l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18" name="Shape 318"/>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1F497D"/>
              </a:buClr>
              <a:buSzPct val="25000"/>
              <a:buFont typeface="Calibri"/>
              <a:buNone/>
            </a:pPr>
            <a:fld id="{00000000-1234-1234-1234-123412341234}" type="slidenum">
              <a:rPr b="0" i="0" lang="en" sz="1000" u="none" cap="none" strike="noStrike">
                <a:solidFill>
                  <a:srgbClr val="1F497D"/>
                </a:solidFill>
                <a:latin typeface="Calibri"/>
                <a:ea typeface="Calibri"/>
                <a:cs typeface="Calibri"/>
                <a:sym typeface="Calibri"/>
              </a:rPr>
              <a:t>‹#›</a:t>
            </a:fld>
          </a:p>
        </p:txBody>
      </p:sp>
      <p:sp>
        <p:nvSpPr>
          <p:cNvPr id="319" name="Shape 319"/>
          <p:cNvSpPr txBox="1"/>
          <p:nvPr>
            <p:ph idx="1" type="body"/>
          </p:nvPr>
        </p:nvSpPr>
        <p:spPr>
          <a:xfrm>
            <a:off x="311700" y="983149"/>
            <a:ext cx="8520599" cy="3416400"/>
          </a:xfrm>
          <a:prstGeom prst="rect">
            <a:avLst/>
          </a:prstGeom>
          <a:noFill/>
          <a:ln>
            <a:noFill/>
          </a:ln>
        </p:spPr>
        <p:txBody>
          <a:bodyPr anchorCtr="0" anchor="t" bIns="91425" lIns="91425" rIns="91425" tIns="91425"/>
          <a:lstStyle>
            <a:lvl1pPr indent="-190500" lvl="0" marL="342900" marR="0" rtl="0" algn="l">
              <a:lnSpc>
                <a:spcPct val="100000"/>
              </a:lnSpc>
              <a:spcBef>
                <a:spcPts val="0"/>
              </a:spcBef>
              <a:spcAft>
                <a:spcPts val="1600"/>
              </a:spcAft>
              <a:buClr>
                <a:schemeClr val="dk2"/>
              </a:buClr>
              <a:buSzPct val="100000"/>
              <a:buFont typeface="Arial"/>
              <a:buChar char="•"/>
              <a:defRPr b="0" i="0" sz="2400" u="none" cap="none" strike="noStrike">
                <a:solidFill>
                  <a:schemeClr val="dk2"/>
                </a:solidFill>
                <a:latin typeface="Calibri"/>
                <a:ea typeface="Calibri"/>
                <a:cs typeface="Calibri"/>
                <a:sym typeface="Calibri"/>
              </a:defRPr>
            </a:lvl1pPr>
            <a:lvl2pPr indent="-158750" lvl="1" marL="742950" marR="0" rtl="0" algn="l">
              <a:lnSpc>
                <a:spcPct val="115000"/>
              </a:lnSpc>
              <a:spcBef>
                <a:spcPts val="0"/>
              </a:spcBef>
              <a:spcAft>
                <a:spcPts val="1600"/>
              </a:spcAft>
              <a:buClr>
                <a:schemeClr val="dk2"/>
              </a:buClr>
              <a:buSzPct val="100000"/>
              <a:buFont typeface="Arial"/>
              <a:buChar char="–"/>
              <a:defRPr b="0" i="0" sz="2000" u="none" cap="none" strike="noStrike">
                <a:solidFill>
                  <a:schemeClr val="dk2"/>
                </a:solidFill>
                <a:latin typeface="Calibri"/>
                <a:ea typeface="Calibri"/>
                <a:cs typeface="Calibri"/>
                <a:sym typeface="Calibri"/>
              </a:defRPr>
            </a:lvl2pPr>
            <a:lvl3pPr indent="-114300" lvl="2" marL="1143000" marR="0" rtl="0" algn="l">
              <a:lnSpc>
                <a:spcPct val="115000"/>
              </a:lnSpc>
              <a:spcBef>
                <a:spcPts val="0"/>
              </a:spcBef>
              <a:spcAft>
                <a:spcPts val="1600"/>
              </a:spcAft>
              <a:buClr>
                <a:schemeClr val="dk2"/>
              </a:buClr>
              <a:buSzPct val="100000"/>
              <a:buFont typeface="Arial"/>
              <a:buChar char="•"/>
              <a:defRPr b="0" i="0" sz="1800" u="none" cap="none" strike="noStrike">
                <a:solidFill>
                  <a:schemeClr val="dk2"/>
                </a:solidFill>
                <a:latin typeface="Calibri"/>
                <a:ea typeface="Calibri"/>
                <a:cs typeface="Calibri"/>
                <a:sym typeface="Calibri"/>
              </a:defRPr>
            </a:lvl3pPr>
            <a:lvl4pPr indent="-127000" lvl="3" marL="1600200" marR="0" rtl="0" algn="l">
              <a:lnSpc>
                <a:spcPct val="115000"/>
              </a:lnSpc>
              <a:spcBef>
                <a:spcPts val="0"/>
              </a:spcBef>
              <a:spcAft>
                <a:spcPts val="1600"/>
              </a:spcAft>
              <a:buClr>
                <a:schemeClr val="dk2"/>
              </a:buClr>
              <a:buSzPct val="100000"/>
              <a:buFont typeface="Arial"/>
              <a:buChar char="–"/>
              <a:defRPr b="0" i="0" sz="1600" u="none" cap="none" strike="noStrike">
                <a:solidFill>
                  <a:schemeClr val="dk2"/>
                </a:solidFill>
                <a:latin typeface="Calibri"/>
                <a:ea typeface="Calibri"/>
                <a:cs typeface="Calibri"/>
                <a:sym typeface="Calibri"/>
              </a:defRPr>
            </a:lvl4pPr>
            <a:lvl5pPr indent="-127000" lvl="4" marL="2057400" marR="0" rtl="0" algn="l">
              <a:lnSpc>
                <a:spcPct val="115000"/>
              </a:lnSpc>
              <a:spcBef>
                <a:spcPts val="0"/>
              </a:spcBef>
              <a:spcAft>
                <a:spcPts val="1600"/>
              </a:spcAft>
              <a:buClr>
                <a:schemeClr val="dk2"/>
              </a:buClr>
              <a:buSzPct val="100000"/>
              <a:buFont typeface="Arial"/>
              <a:buChar char="»"/>
              <a:defRPr b="0" i="0" sz="1600" u="none" cap="none" strike="noStrike">
                <a:solidFill>
                  <a:schemeClr val="dk2"/>
                </a:solidFill>
                <a:latin typeface="Calibri"/>
                <a:ea typeface="Calibri"/>
                <a:cs typeface="Calibri"/>
                <a:sym typeface="Calibri"/>
              </a:defRPr>
            </a:lvl5pPr>
            <a:lvl6pPr indent="-101600" lvl="5" marL="2514600" marR="0" rtl="0" algn="l">
              <a:lnSpc>
                <a:spcPct val="115000"/>
              </a:lnSpc>
              <a:spcBef>
                <a:spcPts val="0"/>
              </a:spcBef>
              <a:spcAft>
                <a:spcPts val="1600"/>
              </a:spcAft>
              <a:buClr>
                <a:schemeClr val="dk2"/>
              </a:buClr>
              <a:buSzPct val="100000"/>
              <a:buFont typeface="Arial"/>
              <a:buChar char="•"/>
              <a:defRPr b="0" i="0" sz="2000" u="none" cap="none" strike="noStrike">
                <a:solidFill>
                  <a:schemeClr val="dk2"/>
                </a:solidFill>
                <a:latin typeface="Calibri"/>
                <a:ea typeface="Calibri"/>
                <a:cs typeface="Calibri"/>
                <a:sym typeface="Calibri"/>
              </a:defRPr>
            </a:lvl6pPr>
            <a:lvl7pPr indent="-101600" lvl="6" marL="2971800" marR="0" rtl="0" algn="l">
              <a:lnSpc>
                <a:spcPct val="115000"/>
              </a:lnSpc>
              <a:spcBef>
                <a:spcPts val="0"/>
              </a:spcBef>
              <a:spcAft>
                <a:spcPts val="1600"/>
              </a:spcAft>
              <a:buClr>
                <a:schemeClr val="dk2"/>
              </a:buClr>
              <a:buSzPct val="100000"/>
              <a:buFont typeface="Arial"/>
              <a:buChar char="•"/>
              <a:defRPr b="0" i="0" sz="2000" u="none" cap="none" strike="noStrike">
                <a:solidFill>
                  <a:schemeClr val="dk2"/>
                </a:solidFill>
                <a:latin typeface="Calibri"/>
                <a:ea typeface="Calibri"/>
                <a:cs typeface="Calibri"/>
                <a:sym typeface="Calibri"/>
              </a:defRPr>
            </a:lvl7pPr>
            <a:lvl8pPr indent="-101600" lvl="7" marL="3429000" marR="0" rtl="0" algn="l">
              <a:lnSpc>
                <a:spcPct val="115000"/>
              </a:lnSpc>
              <a:spcBef>
                <a:spcPts val="0"/>
              </a:spcBef>
              <a:spcAft>
                <a:spcPts val="1600"/>
              </a:spcAft>
              <a:buClr>
                <a:schemeClr val="dk2"/>
              </a:buClr>
              <a:buSzPct val="100000"/>
              <a:buFont typeface="Arial"/>
              <a:buChar char="•"/>
              <a:defRPr b="0" i="0" sz="2000" u="none" cap="none" strike="noStrike">
                <a:solidFill>
                  <a:schemeClr val="dk2"/>
                </a:solidFill>
                <a:latin typeface="Calibri"/>
                <a:ea typeface="Calibri"/>
                <a:cs typeface="Calibri"/>
                <a:sym typeface="Calibri"/>
              </a:defRPr>
            </a:lvl8pPr>
            <a:lvl9pPr indent="-101600" lvl="8" marL="3886200" marR="0" rtl="0" algn="l">
              <a:lnSpc>
                <a:spcPct val="115000"/>
              </a:lnSpc>
              <a:spcBef>
                <a:spcPts val="0"/>
              </a:spcBef>
              <a:spcAft>
                <a:spcPts val="1600"/>
              </a:spcAft>
              <a:buClr>
                <a:schemeClr val="dk2"/>
              </a:buClr>
              <a:buSzPct val="100000"/>
              <a:buFont typeface="Arial"/>
              <a:buChar char="•"/>
              <a:defRPr b="0" i="0" sz="2000" u="none" cap="none" strike="noStrike">
                <a:solidFill>
                  <a:schemeClr val="dk2"/>
                </a:solidFill>
                <a:latin typeface="Calibri"/>
                <a:ea typeface="Calibri"/>
                <a:cs typeface="Calibri"/>
                <a:sym typeface="Calibri"/>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326" name="Shape 326"/>
        <p:cNvGrpSpPr/>
        <p:nvPr/>
      </p:nvGrpSpPr>
      <p:grpSpPr>
        <a:xfrm>
          <a:off x="0" y="0"/>
          <a:ext cx="0" cy="0"/>
          <a:chOff x="0" y="0"/>
          <a:chExt cx="0" cy="0"/>
        </a:xfrm>
      </p:grpSpPr>
      <p:sp>
        <p:nvSpPr>
          <p:cNvPr id="327" name="Shape 327"/>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28" name="Shape 328"/>
          <p:cNvSpPr txBox="1"/>
          <p:nvPr>
            <p:ph idx="1" type="body"/>
          </p:nvPr>
        </p:nvSpPr>
        <p:spPr>
          <a:xfrm>
            <a:off x="457200" y="1200150"/>
            <a:ext cx="4038599" cy="3394472"/>
          </a:xfrm>
          <a:prstGeom prst="rect">
            <a:avLst/>
          </a:prstGeom>
          <a:noFill/>
          <a:ln>
            <a:noFill/>
          </a:ln>
        </p:spPr>
        <p:txBody>
          <a:bodyPr anchorCtr="0" anchor="t" bIns="91425" lIns="91425" rIns="91425" tIns="91425"/>
          <a:lstStyle>
            <a:lvl1pPr indent="-147351" lvl="0" marL="306101"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1pPr>
            <a:lvl2pPr indent="-123468" lvl="1" marL="663218"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2pPr>
            <a:lvl3pPr indent="-93235" lvl="2" marL="102033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07666" lvl="3" marL="1428467"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09402" lvl="4" marL="1836602"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11137" lvl="5" marL="2244737"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12872" lvl="6" marL="2652873"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14605" lvl="7" marL="3061005"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03635" lvl="8" marL="3469136"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329" name="Shape 329"/>
          <p:cNvSpPr txBox="1"/>
          <p:nvPr>
            <p:ph idx="2" type="body"/>
          </p:nvPr>
        </p:nvSpPr>
        <p:spPr>
          <a:xfrm>
            <a:off x="4648200" y="1200150"/>
            <a:ext cx="4038599" cy="3394472"/>
          </a:xfrm>
          <a:prstGeom prst="rect">
            <a:avLst/>
          </a:prstGeom>
          <a:noFill/>
          <a:ln>
            <a:noFill/>
          </a:ln>
        </p:spPr>
        <p:txBody>
          <a:bodyPr anchorCtr="0" anchor="t" bIns="91425" lIns="91425" rIns="91425" tIns="91425"/>
          <a:lstStyle>
            <a:lvl1pPr indent="-147351" lvl="0" marL="306101"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1pPr>
            <a:lvl2pPr indent="-123468" lvl="1" marL="663218"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2pPr>
            <a:lvl3pPr indent="-93235" lvl="2" marL="102033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07666" lvl="3" marL="1428467"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09402" lvl="4" marL="1836602"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11137" lvl="5" marL="2244737"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12872" lvl="6" marL="2652873"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14605" lvl="7" marL="3061005"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03635" lvl="8" marL="3469136"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330" name="Shape 330"/>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31" name="Shape 331"/>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32" name="Shape 332"/>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333" name="Shape 333"/>
        <p:cNvGrpSpPr/>
        <p:nvPr/>
      </p:nvGrpSpPr>
      <p:grpSpPr>
        <a:xfrm>
          <a:off x="0" y="0"/>
          <a:ext cx="0" cy="0"/>
          <a:chOff x="0" y="0"/>
          <a:chExt cx="0" cy="0"/>
        </a:xfrm>
      </p:grpSpPr>
      <p:sp>
        <p:nvSpPr>
          <p:cNvPr id="334" name="Shape 334"/>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35" name="Shape 335"/>
          <p:cNvSpPr txBox="1"/>
          <p:nvPr>
            <p:ph idx="1" type="body"/>
          </p:nvPr>
        </p:nvSpPr>
        <p:spPr>
          <a:xfrm>
            <a:off x="457200" y="1200150"/>
            <a:ext cx="8229600" cy="3394472"/>
          </a:xfrm>
          <a:prstGeom prst="rect">
            <a:avLst/>
          </a:prstGeom>
          <a:noFill/>
          <a:ln>
            <a:noFill/>
          </a:ln>
        </p:spPr>
        <p:txBody>
          <a:bodyPr anchorCtr="0" anchor="t" bIns="91425" lIns="91425" rIns="91425" tIns="91425"/>
          <a:lstStyle>
            <a:lvl1pPr indent="-121951" lvl="0" marL="306101" marR="0" rtl="0" algn="l">
              <a:spcBef>
                <a:spcPts val="58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36" name="Shape 336"/>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37" name="Shape 337"/>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38" name="Shape 338"/>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339" name="Shape 339"/>
        <p:cNvGrpSpPr/>
        <p:nvPr/>
      </p:nvGrpSpPr>
      <p:grpSpPr>
        <a:xfrm>
          <a:off x="0" y="0"/>
          <a:ext cx="0" cy="0"/>
          <a:chOff x="0" y="0"/>
          <a:chExt cx="0" cy="0"/>
        </a:xfrm>
      </p:grpSpPr>
      <p:sp>
        <p:nvSpPr>
          <p:cNvPr id="340" name="Shape 340"/>
          <p:cNvSpPr txBox="1"/>
          <p:nvPr>
            <p:ph idx="1" type="body"/>
          </p:nvPr>
        </p:nvSpPr>
        <p:spPr>
          <a:xfrm>
            <a:off x="457200" y="4406314"/>
            <a:ext cx="8229600" cy="519598"/>
          </a:xfrm>
          <a:prstGeom prst="rect">
            <a:avLst/>
          </a:prstGeom>
          <a:noFill/>
          <a:ln>
            <a:noFill/>
          </a:ln>
        </p:spPr>
        <p:txBody>
          <a:bodyPr anchorCtr="0" anchor="t" bIns="91425" lIns="91425" rIns="91425" tIns="91425"/>
          <a:lstStyle>
            <a:lvl1pPr indent="-306101" lvl="0" marL="306101" marR="0" rtl="0" algn="ctr">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41" name="Shape 341"/>
          <p:cNvSpPr txBox="1"/>
          <p:nvPr>
            <p:ph idx="12" type="sldNum"/>
          </p:nvPr>
        </p:nvSpPr>
        <p:spPr>
          <a:xfrm>
            <a:off x="8556856" y="4749857"/>
            <a:ext cx="548699" cy="393599"/>
          </a:xfrm>
          <a:prstGeom prst="rect">
            <a:avLst/>
          </a:prstGeom>
          <a:noFill/>
          <a:ln>
            <a:noFill/>
          </a:ln>
        </p:spPr>
        <p:txBody>
          <a:bodyPr anchorCtr="0" anchor="ctr" bIns="91300" lIns="91300" rIns="91300" tIns="91300">
            <a:noAutofit/>
          </a:bodyPr>
          <a:lstStyle/>
          <a:p>
            <a:pPr indent="0" lvl="0" marL="0" marR="0" rtl="0" algn="r">
              <a:spcBef>
                <a:spcPts val="0"/>
              </a:spcBef>
              <a:buClr>
                <a:srgbClr val="000000"/>
              </a:buClr>
              <a:buSzPct val="25000"/>
              <a:buFont typeface="Calibri"/>
              <a:buNone/>
            </a:pPr>
            <a:fld id="{00000000-1234-1234-1234-123412341234}" type="slidenum">
              <a:rPr lang="en" sz="1100">
                <a:solidFill>
                  <a:srgbClr val="000000"/>
                </a:solidFill>
                <a:latin typeface="Calibri"/>
                <a:ea typeface="Calibri"/>
                <a:cs typeface="Calibri"/>
                <a:sym typeface="Calibri"/>
              </a:rPr>
              <a:t>‹#›</a:t>
            </a:fld>
          </a:p>
        </p:txBody>
      </p:sp>
      <p:pic>
        <p:nvPicPr>
          <p:cNvPr id="342" name="Shape 342"/>
          <p:cNvPicPr preferRelativeResize="0"/>
          <p:nvPr/>
        </p:nvPicPr>
        <p:blipFill rotWithShape="1">
          <a:blip r:embed="rId2">
            <a:alphaModFix amt="96000"/>
          </a:blip>
          <a:srcRect b="0" l="0" r="0" t="0"/>
          <a:stretch/>
        </p:blipFill>
        <p:spPr>
          <a:xfrm>
            <a:off x="8344100" y="131292"/>
            <a:ext cx="623099" cy="57729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343" name="Shape 343"/>
        <p:cNvGrpSpPr/>
        <p:nvPr/>
      </p:nvGrpSpPr>
      <p:grpSpPr>
        <a:xfrm>
          <a:off x="0" y="0"/>
          <a:ext cx="0" cy="0"/>
          <a:chOff x="0" y="0"/>
          <a:chExt cx="0" cy="0"/>
        </a:xfrm>
      </p:grpSpPr>
      <p:sp>
        <p:nvSpPr>
          <p:cNvPr id="344" name="Shape 344"/>
          <p:cNvSpPr txBox="1"/>
          <p:nvPr>
            <p:ph type="ctrTitle"/>
          </p:nvPr>
        </p:nvSpPr>
        <p:spPr>
          <a:xfrm>
            <a:off x="685800" y="1597842"/>
            <a:ext cx="7772400" cy="1102518"/>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45" name="Shape 345"/>
          <p:cNvSpPr txBox="1"/>
          <p:nvPr>
            <p:ph idx="1" type="subTitle"/>
          </p:nvPr>
        </p:nvSpPr>
        <p:spPr>
          <a:xfrm>
            <a:off x="1371600" y="2914650"/>
            <a:ext cx="6400799" cy="1314450"/>
          </a:xfrm>
          <a:prstGeom prst="rect">
            <a:avLst/>
          </a:prstGeom>
          <a:noFill/>
          <a:ln>
            <a:noFill/>
          </a:ln>
        </p:spPr>
        <p:txBody>
          <a:bodyPr anchorCtr="0" anchor="t" bIns="91425" lIns="91425" rIns="91425" tIns="91425"/>
          <a:lstStyle>
            <a:lvl1pPr indent="0" lvl="0" marL="0" marR="0" rtl="0" algn="ctr">
              <a:spcBef>
                <a:spcPts val="580"/>
              </a:spcBef>
              <a:buClr>
                <a:srgbClr val="888888"/>
              </a:buClr>
              <a:buFont typeface="Arial"/>
              <a:buNone/>
              <a:defRPr b="0" i="0" sz="2900" u="none" cap="none" strike="noStrike">
                <a:solidFill>
                  <a:srgbClr val="888888"/>
                </a:solidFill>
                <a:latin typeface="Calibri"/>
                <a:ea typeface="Calibri"/>
                <a:cs typeface="Calibri"/>
                <a:sym typeface="Calibri"/>
              </a:defRPr>
            </a:lvl1pPr>
            <a:lvl2pPr indent="-1735" lvl="1" marL="408135" marR="0" rtl="0" algn="ctr">
              <a:spcBef>
                <a:spcPts val="500"/>
              </a:spcBef>
              <a:buClr>
                <a:srgbClr val="888888"/>
              </a:buClr>
              <a:buFont typeface="Arial"/>
              <a:buNone/>
              <a:defRPr b="0" i="0" sz="2500" u="none" cap="none" strike="noStrike">
                <a:solidFill>
                  <a:srgbClr val="888888"/>
                </a:solidFill>
                <a:latin typeface="Calibri"/>
                <a:ea typeface="Calibri"/>
                <a:cs typeface="Calibri"/>
                <a:sym typeface="Calibri"/>
              </a:defRPr>
            </a:lvl2pPr>
            <a:lvl3pPr indent="-3471" lvl="2" marL="816271" marR="0" rtl="0" algn="ctr">
              <a:spcBef>
                <a:spcPts val="420"/>
              </a:spcBef>
              <a:buClr>
                <a:srgbClr val="888888"/>
              </a:buClr>
              <a:buFont typeface="Arial"/>
              <a:buNone/>
              <a:defRPr b="0" i="0" sz="2100" u="none" cap="none" strike="noStrike">
                <a:solidFill>
                  <a:srgbClr val="888888"/>
                </a:solidFill>
                <a:latin typeface="Calibri"/>
                <a:ea typeface="Calibri"/>
                <a:cs typeface="Calibri"/>
                <a:sym typeface="Calibri"/>
              </a:defRPr>
            </a:lvl3pPr>
            <a:lvl4pPr indent="-5204" lvl="3" marL="1224404"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4pPr>
            <a:lvl5pPr indent="-6934" lvl="4" marL="1632534"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5pPr>
            <a:lvl6pPr indent="-8669" lvl="5" marL="2040669"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6pPr>
            <a:lvl7pPr indent="-10404" lvl="6" marL="2448805"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7pPr>
            <a:lvl8pPr indent="-12139" lvl="7" marL="2856940"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8pPr>
            <a:lvl9pPr indent="-1175" lvl="8" marL="3265076"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9pPr>
          </a:lstStyle>
          <a:p/>
        </p:txBody>
      </p:sp>
      <p:sp>
        <p:nvSpPr>
          <p:cNvPr id="346" name="Shape 346"/>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47" name="Shape 347"/>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48" name="Shape 348"/>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349" name="Shape 349"/>
        <p:cNvGrpSpPr/>
        <p:nvPr/>
      </p:nvGrpSpPr>
      <p:grpSpPr>
        <a:xfrm>
          <a:off x="0" y="0"/>
          <a:ext cx="0" cy="0"/>
          <a:chOff x="0" y="0"/>
          <a:chExt cx="0" cy="0"/>
        </a:xfrm>
      </p:grpSpPr>
      <p:sp>
        <p:nvSpPr>
          <p:cNvPr id="350" name="Shape 350"/>
          <p:cNvSpPr txBox="1"/>
          <p:nvPr>
            <p:ph type="title"/>
          </p:nvPr>
        </p:nvSpPr>
        <p:spPr>
          <a:xfrm>
            <a:off x="722312" y="3305176"/>
            <a:ext cx="7772400" cy="1021555"/>
          </a:xfrm>
          <a:prstGeom prst="rect">
            <a:avLst/>
          </a:prstGeom>
          <a:noFill/>
          <a:ln>
            <a:noFill/>
          </a:ln>
        </p:spPr>
        <p:txBody>
          <a:bodyPr anchorCtr="0" anchor="t" bIns="91425" lIns="91425" rIns="91425" tIns="91425"/>
          <a:lstStyle>
            <a:lvl1pPr indent="0" lvl="0" marL="0" marR="0" rtl="0" algn="l">
              <a:spcBef>
                <a:spcPts val="0"/>
              </a:spcBef>
              <a:buClr>
                <a:schemeClr val="dk1"/>
              </a:buClr>
              <a:buFont typeface="Calibri"/>
              <a:buNone/>
              <a:defRPr b="1"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51" name="Shape 351"/>
          <p:cNvSpPr txBox="1"/>
          <p:nvPr>
            <p:ph idx="1" type="body"/>
          </p:nvPr>
        </p:nvSpPr>
        <p:spPr>
          <a:xfrm>
            <a:off x="722312" y="2180034"/>
            <a:ext cx="7772400" cy="1125140"/>
          </a:xfrm>
          <a:prstGeom prst="rect">
            <a:avLst/>
          </a:prstGeom>
          <a:noFill/>
          <a:ln>
            <a:noFill/>
          </a:ln>
        </p:spPr>
        <p:txBody>
          <a:bodyPr anchorCtr="0" anchor="b" bIns="91425" lIns="91425" rIns="91425" tIns="91425"/>
          <a:lstStyle>
            <a:lvl1pPr indent="0" lvl="0" marL="0" marR="0" rtl="0" algn="l">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1pPr>
            <a:lvl2pPr indent="-1735" lvl="1" marL="408135" marR="0" rtl="0" algn="l">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2pPr>
            <a:lvl3pPr indent="-3471" lvl="2" marL="816271"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3pPr>
            <a:lvl4pPr indent="-5204" lvl="3" marL="1224404"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4pPr>
            <a:lvl5pPr indent="-6934" lvl="4" marL="1632534"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5pPr>
            <a:lvl6pPr indent="-8669" lvl="5" marL="2040669"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6pPr>
            <a:lvl7pPr indent="-10404" lvl="6" marL="2448805"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7pPr>
            <a:lvl8pPr indent="-12139" lvl="7" marL="2856940"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8pPr>
            <a:lvl9pPr indent="-1175" lvl="8" marL="3265076" marR="0" rtl="0" algn="l">
              <a:spcBef>
                <a:spcPts val="240"/>
              </a:spcBef>
              <a:buClr>
                <a:srgbClr val="888888"/>
              </a:buClr>
              <a:buFont typeface="Arial"/>
              <a:buNone/>
              <a:defRPr b="0" i="0" sz="1200" u="none" cap="none" strike="noStrike">
                <a:solidFill>
                  <a:srgbClr val="888888"/>
                </a:solidFill>
                <a:latin typeface="Calibri"/>
                <a:ea typeface="Calibri"/>
                <a:cs typeface="Calibri"/>
                <a:sym typeface="Calibri"/>
              </a:defRPr>
            </a:lvl9pPr>
          </a:lstStyle>
          <a:p/>
        </p:txBody>
      </p:sp>
      <p:sp>
        <p:nvSpPr>
          <p:cNvPr id="352" name="Shape 352"/>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53" name="Shape 353"/>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54" name="Shape 354"/>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355" name="Shape 355"/>
        <p:cNvGrpSpPr/>
        <p:nvPr/>
      </p:nvGrpSpPr>
      <p:grpSpPr>
        <a:xfrm>
          <a:off x="0" y="0"/>
          <a:ext cx="0" cy="0"/>
          <a:chOff x="0" y="0"/>
          <a:chExt cx="0" cy="0"/>
        </a:xfrm>
      </p:grpSpPr>
      <p:sp>
        <p:nvSpPr>
          <p:cNvPr id="356" name="Shape 356"/>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57" name="Shape 357"/>
          <p:cNvSpPr txBox="1"/>
          <p:nvPr>
            <p:ph idx="1" type="body"/>
          </p:nvPr>
        </p:nvSpPr>
        <p:spPr>
          <a:xfrm>
            <a:off x="457200" y="1151334"/>
            <a:ext cx="4040187" cy="479822"/>
          </a:xfrm>
          <a:prstGeom prst="rect">
            <a:avLst/>
          </a:prstGeom>
          <a:noFill/>
          <a:ln>
            <a:noFill/>
          </a:ln>
        </p:spPr>
        <p:txBody>
          <a:bodyPr anchorCtr="0" anchor="b" bIns="91425" lIns="91425" rIns="91425" tIns="91425"/>
          <a:lstStyle>
            <a:lvl1pPr indent="0" lvl="0" marL="0" marR="0" rtl="0" algn="l">
              <a:spcBef>
                <a:spcPts val="420"/>
              </a:spcBef>
              <a:buClr>
                <a:schemeClr val="dk1"/>
              </a:buClr>
              <a:buFont typeface="Arial"/>
              <a:buNone/>
              <a:defRPr b="1" i="0" sz="2100" u="none" cap="none" strike="noStrike">
                <a:solidFill>
                  <a:schemeClr val="dk1"/>
                </a:solidFill>
                <a:latin typeface="Calibri"/>
                <a:ea typeface="Calibri"/>
                <a:cs typeface="Calibri"/>
                <a:sym typeface="Calibri"/>
              </a:defRPr>
            </a:lvl1pPr>
            <a:lvl2pPr indent="-1735" lvl="1" marL="408135"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2pPr>
            <a:lvl3pPr indent="-3471" lvl="2" marL="816271"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3pPr>
            <a:lvl4pPr indent="-5204" lvl="3" marL="1224404"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4pPr>
            <a:lvl5pPr indent="-6934" lvl="4" marL="1632534"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5pPr>
            <a:lvl6pPr indent="-8669" lvl="5" marL="2040669"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6pPr>
            <a:lvl7pPr indent="-10404" lvl="6" marL="2448805"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7pPr>
            <a:lvl8pPr indent="-12139" lvl="7" marL="2856940"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8pPr>
            <a:lvl9pPr indent="-1175" lvl="8" marL="3265076"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9pPr>
          </a:lstStyle>
          <a:p/>
        </p:txBody>
      </p:sp>
      <p:sp>
        <p:nvSpPr>
          <p:cNvPr id="358" name="Shape 358"/>
          <p:cNvSpPr txBox="1"/>
          <p:nvPr>
            <p:ph idx="2" type="body"/>
          </p:nvPr>
        </p:nvSpPr>
        <p:spPr>
          <a:xfrm>
            <a:off x="457200" y="1631156"/>
            <a:ext cx="4040187" cy="2963465"/>
          </a:xfrm>
          <a:prstGeom prst="rect">
            <a:avLst/>
          </a:prstGeom>
          <a:noFill/>
          <a:ln>
            <a:noFill/>
          </a:ln>
        </p:spPr>
        <p:txBody>
          <a:bodyPr anchorCtr="0" anchor="t" bIns="91425" lIns="91425" rIns="91425" tIns="91425"/>
          <a:lstStyle>
            <a:lvl1pPr indent="-172751" lvl="0" marL="306101"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1pPr>
            <a:lvl2pPr indent="-142518" lvl="1" marL="663218"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05935" lvl="2" marL="1020335"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20366" lvl="3" marL="1428467"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22102" lvl="4" marL="1836602"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23837" lvl="5" marL="2244737"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6pPr>
            <a:lvl7pPr indent="-125572" lvl="6" marL="2652873"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7pPr>
            <a:lvl8pPr indent="-127305" lvl="7" marL="3061005"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8pPr>
            <a:lvl9pPr indent="-116335" lvl="8" marL="3469136"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9pPr>
          </a:lstStyle>
          <a:p/>
        </p:txBody>
      </p:sp>
      <p:sp>
        <p:nvSpPr>
          <p:cNvPr id="359" name="Shape 359"/>
          <p:cNvSpPr txBox="1"/>
          <p:nvPr>
            <p:ph idx="3" type="body"/>
          </p:nvPr>
        </p:nvSpPr>
        <p:spPr>
          <a:xfrm>
            <a:off x="4645032" y="1151334"/>
            <a:ext cx="4041774" cy="479822"/>
          </a:xfrm>
          <a:prstGeom prst="rect">
            <a:avLst/>
          </a:prstGeom>
          <a:noFill/>
          <a:ln>
            <a:noFill/>
          </a:ln>
        </p:spPr>
        <p:txBody>
          <a:bodyPr anchorCtr="0" anchor="b" bIns="91425" lIns="91425" rIns="91425" tIns="91425"/>
          <a:lstStyle>
            <a:lvl1pPr indent="0" lvl="0" marL="0" marR="0" rtl="0" algn="l">
              <a:spcBef>
                <a:spcPts val="420"/>
              </a:spcBef>
              <a:buClr>
                <a:schemeClr val="dk1"/>
              </a:buClr>
              <a:buFont typeface="Arial"/>
              <a:buNone/>
              <a:defRPr b="1" i="0" sz="2100" u="none" cap="none" strike="noStrike">
                <a:solidFill>
                  <a:schemeClr val="dk1"/>
                </a:solidFill>
                <a:latin typeface="Calibri"/>
                <a:ea typeface="Calibri"/>
                <a:cs typeface="Calibri"/>
                <a:sym typeface="Calibri"/>
              </a:defRPr>
            </a:lvl1pPr>
            <a:lvl2pPr indent="-1735" lvl="1" marL="408135"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2pPr>
            <a:lvl3pPr indent="-3471" lvl="2" marL="816271"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3pPr>
            <a:lvl4pPr indent="-5204" lvl="3" marL="1224404"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4pPr>
            <a:lvl5pPr indent="-6934" lvl="4" marL="1632534"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5pPr>
            <a:lvl6pPr indent="-8669" lvl="5" marL="2040669"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6pPr>
            <a:lvl7pPr indent="-10404" lvl="6" marL="2448805"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7pPr>
            <a:lvl8pPr indent="-12139" lvl="7" marL="2856940"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8pPr>
            <a:lvl9pPr indent="-1175" lvl="8" marL="3265076" marR="0" rtl="0" algn="l">
              <a:spcBef>
                <a:spcPts val="280"/>
              </a:spcBef>
              <a:buClr>
                <a:schemeClr val="dk1"/>
              </a:buClr>
              <a:buFont typeface="Arial"/>
              <a:buNone/>
              <a:defRPr b="1" i="0" sz="1400" u="none" cap="none" strike="noStrike">
                <a:solidFill>
                  <a:schemeClr val="dk1"/>
                </a:solidFill>
                <a:latin typeface="Calibri"/>
                <a:ea typeface="Calibri"/>
                <a:cs typeface="Calibri"/>
                <a:sym typeface="Calibri"/>
              </a:defRPr>
            </a:lvl9pPr>
          </a:lstStyle>
          <a:p/>
        </p:txBody>
      </p:sp>
      <p:sp>
        <p:nvSpPr>
          <p:cNvPr id="360" name="Shape 360"/>
          <p:cNvSpPr txBox="1"/>
          <p:nvPr>
            <p:ph idx="4" type="body"/>
          </p:nvPr>
        </p:nvSpPr>
        <p:spPr>
          <a:xfrm>
            <a:off x="4645032" y="1631156"/>
            <a:ext cx="4041774" cy="2963465"/>
          </a:xfrm>
          <a:prstGeom prst="rect">
            <a:avLst/>
          </a:prstGeom>
          <a:noFill/>
          <a:ln>
            <a:noFill/>
          </a:ln>
        </p:spPr>
        <p:txBody>
          <a:bodyPr anchorCtr="0" anchor="t" bIns="91425" lIns="91425" rIns="91425" tIns="91425"/>
          <a:lstStyle>
            <a:lvl1pPr indent="-172751" lvl="0" marL="306101"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1pPr>
            <a:lvl2pPr indent="-142518" lvl="1" marL="663218"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05935" lvl="2" marL="1020335"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20366" lvl="3" marL="1428467"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22102" lvl="4" marL="1836602"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23837" lvl="5" marL="2244737"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6pPr>
            <a:lvl7pPr indent="-125572" lvl="6" marL="2652873"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7pPr>
            <a:lvl8pPr indent="-127305" lvl="7" marL="3061005"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8pPr>
            <a:lvl9pPr indent="-116335" lvl="8" marL="3469136"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9pPr>
          </a:lstStyle>
          <a:p/>
        </p:txBody>
      </p:sp>
      <p:sp>
        <p:nvSpPr>
          <p:cNvPr id="361" name="Shape 361"/>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62" name="Shape 362"/>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63" name="Shape 363"/>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364" name="Shape 364"/>
        <p:cNvGrpSpPr/>
        <p:nvPr/>
      </p:nvGrpSpPr>
      <p:grpSpPr>
        <a:xfrm>
          <a:off x="0" y="0"/>
          <a:ext cx="0" cy="0"/>
          <a:chOff x="0" y="0"/>
          <a:chExt cx="0" cy="0"/>
        </a:xfrm>
      </p:grpSpPr>
      <p:sp>
        <p:nvSpPr>
          <p:cNvPr id="365" name="Shape 365"/>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66" name="Shape 366"/>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67" name="Shape 367"/>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68" name="Shape 368"/>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69" name="Shape 369"/>
        <p:cNvGrpSpPr/>
        <p:nvPr/>
      </p:nvGrpSpPr>
      <p:grpSpPr>
        <a:xfrm>
          <a:off x="0" y="0"/>
          <a:ext cx="0" cy="0"/>
          <a:chOff x="0" y="0"/>
          <a:chExt cx="0" cy="0"/>
        </a:xfrm>
      </p:grpSpPr>
      <p:sp>
        <p:nvSpPr>
          <p:cNvPr id="370" name="Shape 370"/>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71" name="Shape 371"/>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72" name="Shape 372"/>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373" name="Shape 373"/>
        <p:cNvGrpSpPr/>
        <p:nvPr/>
      </p:nvGrpSpPr>
      <p:grpSpPr>
        <a:xfrm>
          <a:off x="0" y="0"/>
          <a:ext cx="0" cy="0"/>
          <a:chOff x="0" y="0"/>
          <a:chExt cx="0" cy="0"/>
        </a:xfrm>
      </p:grpSpPr>
      <p:sp>
        <p:nvSpPr>
          <p:cNvPr id="374" name="Shape 374"/>
          <p:cNvSpPr txBox="1"/>
          <p:nvPr>
            <p:ph type="title"/>
          </p:nvPr>
        </p:nvSpPr>
        <p:spPr>
          <a:xfrm>
            <a:off x="457218" y="204786"/>
            <a:ext cx="3008313" cy="871538"/>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18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75" name="Shape 375"/>
          <p:cNvSpPr txBox="1"/>
          <p:nvPr>
            <p:ph idx="1" type="body"/>
          </p:nvPr>
        </p:nvSpPr>
        <p:spPr>
          <a:xfrm>
            <a:off x="3575050" y="204809"/>
            <a:ext cx="5111750" cy="4389834"/>
          </a:xfrm>
          <a:prstGeom prst="rect">
            <a:avLst/>
          </a:prstGeom>
          <a:noFill/>
          <a:ln>
            <a:noFill/>
          </a:ln>
        </p:spPr>
        <p:txBody>
          <a:bodyPr anchorCtr="0" anchor="t" bIns="91425" lIns="91425" rIns="91425" tIns="91425"/>
          <a:lstStyle>
            <a:lvl1pPr indent="-121951" lvl="0" marL="306101" marR="0" rtl="0" algn="l">
              <a:spcBef>
                <a:spcPts val="58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76" name="Shape 376"/>
          <p:cNvSpPr txBox="1"/>
          <p:nvPr>
            <p:ph idx="2" type="body"/>
          </p:nvPr>
        </p:nvSpPr>
        <p:spPr>
          <a:xfrm>
            <a:off x="457218" y="1076328"/>
            <a:ext cx="3008313" cy="3518297"/>
          </a:xfrm>
          <a:prstGeom prst="rect">
            <a:avLst/>
          </a:prstGeom>
          <a:noFill/>
          <a:ln>
            <a:noFill/>
          </a:ln>
        </p:spPr>
        <p:txBody>
          <a:bodyPr anchorCtr="0" anchor="t" bIns="91425" lIns="91425" rIns="91425" tIns="91425"/>
          <a:lstStyle>
            <a:lvl1pPr indent="0" lvl="0" marL="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1pPr>
            <a:lvl2pPr indent="-1735" lvl="1" marL="408135" marR="0" rtl="0" algn="l">
              <a:spcBef>
                <a:spcPts val="220"/>
              </a:spcBef>
              <a:buClr>
                <a:schemeClr val="dk1"/>
              </a:buClr>
              <a:buFont typeface="Arial"/>
              <a:buNone/>
              <a:defRPr b="0" i="0" sz="1100" u="none" cap="none" strike="noStrike">
                <a:solidFill>
                  <a:schemeClr val="dk1"/>
                </a:solidFill>
                <a:latin typeface="Calibri"/>
                <a:ea typeface="Calibri"/>
                <a:cs typeface="Calibri"/>
                <a:sym typeface="Calibri"/>
              </a:defRPr>
            </a:lvl2pPr>
            <a:lvl3pPr indent="-3471" lvl="2" marL="816271"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3pPr>
            <a:lvl4pPr indent="-5204" lvl="3" marL="1224404"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4pPr>
            <a:lvl5pPr indent="-6934" lvl="4" marL="1632534"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5pPr>
            <a:lvl6pPr indent="-8669" lvl="5" marL="2040669"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6pPr>
            <a:lvl7pPr indent="-10404" lvl="6" marL="2448805"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7pPr>
            <a:lvl8pPr indent="-12139" lvl="7" marL="2856940"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8pPr>
            <a:lvl9pPr indent="-1175" lvl="8" marL="3265076"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9pPr>
          </a:lstStyle>
          <a:p/>
        </p:txBody>
      </p:sp>
      <p:sp>
        <p:nvSpPr>
          <p:cNvPr id="377" name="Shape 377"/>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78" name="Shape 378"/>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79" name="Shape 379"/>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380" name="Shape 380"/>
        <p:cNvGrpSpPr/>
        <p:nvPr/>
      </p:nvGrpSpPr>
      <p:grpSpPr>
        <a:xfrm>
          <a:off x="0" y="0"/>
          <a:ext cx="0" cy="0"/>
          <a:chOff x="0" y="0"/>
          <a:chExt cx="0" cy="0"/>
        </a:xfrm>
      </p:grpSpPr>
      <p:sp>
        <p:nvSpPr>
          <p:cNvPr id="381" name="Shape 381"/>
          <p:cNvSpPr txBox="1"/>
          <p:nvPr>
            <p:ph type="title"/>
          </p:nvPr>
        </p:nvSpPr>
        <p:spPr>
          <a:xfrm>
            <a:off x="1792288" y="3600451"/>
            <a:ext cx="5486399" cy="425053"/>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18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82" name="Shape 382"/>
          <p:cNvSpPr/>
          <p:nvPr>
            <p:ph idx="2" type="pic"/>
          </p:nvPr>
        </p:nvSpPr>
        <p:spPr>
          <a:xfrm>
            <a:off x="1792288" y="459581"/>
            <a:ext cx="5486399" cy="3086100"/>
          </a:xfrm>
          <a:prstGeom prst="rect">
            <a:avLst/>
          </a:prstGeom>
          <a:noFill/>
          <a:ln>
            <a:noFill/>
          </a:ln>
        </p:spPr>
        <p:txBody>
          <a:bodyPr anchorCtr="0" anchor="t" bIns="91425" lIns="91425" rIns="91425" tIns="91425"/>
          <a:lstStyle>
            <a:lvl1pPr indent="0" lvl="0" marL="0" marR="0" rtl="0" algn="l">
              <a:spcBef>
                <a:spcPts val="580"/>
              </a:spcBef>
              <a:buClr>
                <a:schemeClr val="dk1"/>
              </a:buClr>
              <a:buFont typeface="Arial"/>
              <a:buNone/>
              <a:defRPr b="0" i="0" sz="2900" u="none" cap="none" strike="noStrike">
                <a:solidFill>
                  <a:schemeClr val="dk1"/>
                </a:solidFill>
                <a:latin typeface="Calibri"/>
                <a:ea typeface="Calibri"/>
                <a:cs typeface="Calibri"/>
                <a:sym typeface="Calibri"/>
              </a:defRPr>
            </a:lvl1pPr>
            <a:lvl2pPr indent="-1735" lvl="1" marL="408135" marR="0" rtl="0" algn="l">
              <a:spcBef>
                <a:spcPts val="500"/>
              </a:spcBef>
              <a:buClr>
                <a:schemeClr val="dk1"/>
              </a:buClr>
              <a:buFont typeface="Arial"/>
              <a:buNone/>
              <a:defRPr b="0" i="0" sz="2500" u="none" cap="none" strike="noStrike">
                <a:solidFill>
                  <a:schemeClr val="dk1"/>
                </a:solidFill>
                <a:latin typeface="Calibri"/>
                <a:ea typeface="Calibri"/>
                <a:cs typeface="Calibri"/>
                <a:sym typeface="Calibri"/>
              </a:defRPr>
            </a:lvl2pPr>
            <a:lvl3pPr indent="-3471" lvl="2" marL="816271" marR="0" rtl="0" algn="l">
              <a:spcBef>
                <a:spcPts val="420"/>
              </a:spcBef>
              <a:buClr>
                <a:schemeClr val="dk1"/>
              </a:buClr>
              <a:buFont typeface="Arial"/>
              <a:buNone/>
              <a:defRPr b="0" i="0" sz="2100" u="none" cap="none" strike="noStrike">
                <a:solidFill>
                  <a:schemeClr val="dk1"/>
                </a:solidFill>
                <a:latin typeface="Calibri"/>
                <a:ea typeface="Calibri"/>
                <a:cs typeface="Calibri"/>
                <a:sym typeface="Calibri"/>
              </a:defRPr>
            </a:lvl3pPr>
            <a:lvl4pPr indent="-5204" lvl="3" marL="1224404"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4pPr>
            <a:lvl5pPr indent="-6934" lvl="4" marL="1632534"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5pPr>
            <a:lvl6pPr indent="-8669" lvl="5" marL="2040669"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6pPr>
            <a:lvl7pPr indent="-10404" lvl="6" marL="2448805"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7pPr>
            <a:lvl8pPr indent="-12139" lvl="7" marL="2856940"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8pPr>
            <a:lvl9pPr indent="-1175" lvl="8" marL="3265076" marR="0" rtl="0" algn="l">
              <a:spcBef>
                <a:spcPts val="360"/>
              </a:spcBef>
              <a:buClr>
                <a:schemeClr val="dk1"/>
              </a:buClr>
              <a:buFont typeface="Arial"/>
              <a:buNone/>
              <a:defRPr b="0" i="0" sz="1800" u="none" cap="none" strike="noStrike">
                <a:solidFill>
                  <a:schemeClr val="dk1"/>
                </a:solidFill>
                <a:latin typeface="Calibri"/>
                <a:ea typeface="Calibri"/>
                <a:cs typeface="Calibri"/>
                <a:sym typeface="Calibri"/>
              </a:defRPr>
            </a:lvl9pPr>
          </a:lstStyle>
          <a:p/>
        </p:txBody>
      </p:sp>
      <p:sp>
        <p:nvSpPr>
          <p:cNvPr id="383" name="Shape 383"/>
          <p:cNvSpPr txBox="1"/>
          <p:nvPr>
            <p:ph idx="1" type="body"/>
          </p:nvPr>
        </p:nvSpPr>
        <p:spPr>
          <a:xfrm>
            <a:off x="1792288" y="4025526"/>
            <a:ext cx="5486399" cy="603647"/>
          </a:xfrm>
          <a:prstGeom prst="rect">
            <a:avLst/>
          </a:prstGeom>
          <a:noFill/>
          <a:ln>
            <a:noFill/>
          </a:ln>
        </p:spPr>
        <p:txBody>
          <a:bodyPr anchorCtr="0" anchor="t" bIns="91425" lIns="91425" rIns="91425" tIns="91425"/>
          <a:lstStyle>
            <a:lvl1pPr indent="0" lvl="0" marL="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1pPr>
            <a:lvl2pPr indent="-1735" lvl="1" marL="408135" marR="0" rtl="0" algn="l">
              <a:spcBef>
                <a:spcPts val="220"/>
              </a:spcBef>
              <a:buClr>
                <a:schemeClr val="dk1"/>
              </a:buClr>
              <a:buFont typeface="Arial"/>
              <a:buNone/>
              <a:defRPr b="0" i="0" sz="1100" u="none" cap="none" strike="noStrike">
                <a:solidFill>
                  <a:schemeClr val="dk1"/>
                </a:solidFill>
                <a:latin typeface="Calibri"/>
                <a:ea typeface="Calibri"/>
                <a:cs typeface="Calibri"/>
                <a:sym typeface="Calibri"/>
              </a:defRPr>
            </a:lvl2pPr>
            <a:lvl3pPr indent="-3471" lvl="2" marL="816271"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3pPr>
            <a:lvl4pPr indent="-5204" lvl="3" marL="1224404"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4pPr>
            <a:lvl5pPr indent="-6934" lvl="4" marL="1632534"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5pPr>
            <a:lvl6pPr indent="-8669" lvl="5" marL="2040669"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6pPr>
            <a:lvl7pPr indent="-10404" lvl="6" marL="2448805"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7pPr>
            <a:lvl8pPr indent="-12139" lvl="7" marL="2856940"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8pPr>
            <a:lvl9pPr indent="-1175" lvl="8" marL="3265076" marR="0" rtl="0" algn="l">
              <a:spcBef>
                <a:spcPts val="160"/>
              </a:spcBef>
              <a:buClr>
                <a:schemeClr val="dk1"/>
              </a:buClr>
              <a:buFont typeface="Arial"/>
              <a:buNone/>
              <a:defRPr b="0" i="0" sz="800" u="none" cap="none" strike="noStrike">
                <a:solidFill>
                  <a:schemeClr val="dk1"/>
                </a:solidFill>
                <a:latin typeface="Calibri"/>
                <a:ea typeface="Calibri"/>
                <a:cs typeface="Calibri"/>
                <a:sym typeface="Calibri"/>
              </a:defRPr>
            </a:lvl9pPr>
          </a:lstStyle>
          <a:p/>
        </p:txBody>
      </p:sp>
      <p:sp>
        <p:nvSpPr>
          <p:cNvPr id="384" name="Shape 384"/>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85" name="Shape 385"/>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86" name="Shape 386"/>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387" name="Shape 387"/>
        <p:cNvGrpSpPr/>
        <p:nvPr/>
      </p:nvGrpSpPr>
      <p:grpSpPr>
        <a:xfrm>
          <a:off x="0" y="0"/>
          <a:ext cx="0" cy="0"/>
          <a:chOff x="0" y="0"/>
          <a:chExt cx="0" cy="0"/>
        </a:xfrm>
      </p:grpSpPr>
      <p:sp>
        <p:nvSpPr>
          <p:cNvPr id="388" name="Shape 388"/>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89" name="Shape 389"/>
          <p:cNvSpPr txBox="1"/>
          <p:nvPr>
            <p:ph idx="1" type="body"/>
          </p:nvPr>
        </p:nvSpPr>
        <p:spPr>
          <a:xfrm rot="5400000">
            <a:off x="2874763" y="-1217412"/>
            <a:ext cx="3394472" cy="8229600"/>
          </a:xfrm>
          <a:prstGeom prst="rect">
            <a:avLst/>
          </a:prstGeom>
          <a:noFill/>
          <a:ln>
            <a:noFill/>
          </a:ln>
        </p:spPr>
        <p:txBody>
          <a:bodyPr anchorCtr="0" anchor="t" bIns="91425" lIns="91425" rIns="91425" tIns="91425"/>
          <a:lstStyle>
            <a:lvl1pPr indent="-121951" lvl="0" marL="306101" marR="0" rtl="0" algn="l">
              <a:spcBef>
                <a:spcPts val="58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90" name="Shape 390"/>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91" name="Shape 391"/>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92" name="Shape 392"/>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393" name="Shape 393"/>
        <p:cNvGrpSpPr/>
        <p:nvPr/>
      </p:nvGrpSpPr>
      <p:grpSpPr>
        <a:xfrm>
          <a:off x="0" y="0"/>
          <a:ext cx="0" cy="0"/>
          <a:chOff x="0" y="0"/>
          <a:chExt cx="0" cy="0"/>
        </a:xfrm>
      </p:grpSpPr>
      <p:sp>
        <p:nvSpPr>
          <p:cNvPr id="394" name="Shape 394"/>
          <p:cNvSpPr txBox="1"/>
          <p:nvPr>
            <p:ph type="title"/>
          </p:nvPr>
        </p:nvSpPr>
        <p:spPr>
          <a:xfrm rot="5400000">
            <a:off x="5463778" y="1371605"/>
            <a:ext cx="4388643" cy="20574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95" name="Shape 395"/>
          <p:cNvSpPr txBox="1"/>
          <p:nvPr>
            <p:ph idx="1" type="body"/>
          </p:nvPr>
        </p:nvSpPr>
        <p:spPr>
          <a:xfrm rot="5400000">
            <a:off x="1272778" y="-609594"/>
            <a:ext cx="4388643" cy="6019799"/>
          </a:xfrm>
          <a:prstGeom prst="rect">
            <a:avLst/>
          </a:prstGeom>
          <a:noFill/>
          <a:ln>
            <a:noFill/>
          </a:ln>
        </p:spPr>
        <p:txBody>
          <a:bodyPr anchorCtr="0" anchor="t" bIns="91425" lIns="91425" rIns="91425" tIns="91425"/>
          <a:lstStyle>
            <a:lvl1pPr indent="-121951" lvl="0" marL="306101" marR="0" rtl="0" algn="l">
              <a:spcBef>
                <a:spcPts val="58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96" name="Shape 396"/>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97" name="Shape 397"/>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98" name="Shape 398"/>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Calibri"/>
                <a:ea typeface="Calibri"/>
                <a:cs typeface="Calibri"/>
                <a:sym typeface="Calibri"/>
              </a:rPr>
              <a:t>‹#›</a:t>
            </a:fld>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399" name="Shape 399"/>
        <p:cNvGrpSpPr/>
        <p:nvPr/>
      </p:nvGrpSpPr>
      <p:grpSpPr>
        <a:xfrm>
          <a:off x="0" y="0"/>
          <a:ext cx="0" cy="0"/>
          <a:chOff x="0" y="0"/>
          <a:chExt cx="0" cy="0"/>
        </a:xfrm>
      </p:grpSpPr>
      <p:sp>
        <p:nvSpPr>
          <p:cNvPr id="400" name="Shape 400"/>
          <p:cNvSpPr txBox="1"/>
          <p:nvPr>
            <p:ph type="title"/>
          </p:nvPr>
        </p:nvSpPr>
        <p:spPr>
          <a:xfrm>
            <a:off x="457200" y="205977"/>
            <a:ext cx="8229600" cy="857249"/>
          </a:xfrm>
          <a:prstGeom prst="rect">
            <a:avLst/>
          </a:prstGeom>
          <a:noFill/>
          <a:ln>
            <a:noFill/>
          </a:ln>
        </p:spPr>
        <p:txBody>
          <a:bodyPr anchorCtr="0" anchor="b"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01" name="Shape 401"/>
          <p:cNvSpPr txBox="1"/>
          <p:nvPr>
            <p:ph idx="1" type="body"/>
          </p:nvPr>
        </p:nvSpPr>
        <p:spPr>
          <a:xfrm>
            <a:off x="457200" y="1200151"/>
            <a:ext cx="8229600" cy="3725679"/>
          </a:xfrm>
          <a:prstGeom prst="rect">
            <a:avLst/>
          </a:prstGeom>
          <a:noFill/>
          <a:ln>
            <a:noFill/>
          </a:ln>
        </p:spPr>
        <p:txBody>
          <a:bodyPr anchorCtr="0" anchor="t" bIns="91425" lIns="91425" rIns="91425" tIns="91425"/>
          <a:lstStyle>
            <a:lvl1pPr indent="-121951" lvl="0" marL="306101" marR="0" rtl="0" algn="l">
              <a:spcBef>
                <a:spcPts val="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405" name="Shape 405"/>
        <p:cNvGrpSpPr/>
        <p:nvPr/>
      </p:nvGrpSpPr>
      <p:grpSpPr>
        <a:xfrm>
          <a:off x="0" y="0"/>
          <a:ext cx="0" cy="0"/>
          <a:chOff x="0" y="0"/>
          <a:chExt cx="0" cy="0"/>
        </a:xfrm>
      </p:grpSpPr>
      <p:sp>
        <p:nvSpPr>
          <p:cNvPr id="406" name="Shape 406"/>
          <p:cNvSpPr txBox="1"/>
          <p:nvPr>
            <p:ph type="ctrTitle"/>
          </p:nvPr>
        </p:nvSpPr>
        <p:spPr>
          <a:xfrm>
            <a:off x="685800" y="1597827"/>
            <a:ext cx="7772400" cy="1102518"/>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07" name="Shape 407"/>
          <p:cNvSpPr txBox="1"/>
          <p:nvPr>
            <p:ph idx="1" type="subTitle"/>
          </p:nvPr>
        </p:nvSpPr>
        <p:spPr>
          <a:xfrm>
            <a:off x="1371600" y="2914650"/>
            <a:ext cx="6400799" cy="1314450"/>
          </a:xfrm>
          <a:prstGeom prst="rect">
            <a:avLst/>
          </a:prstGeom>
          <a:noFill/>
          <a:ln>
            <a:noFill/>
          </a:ln>
        </p:spPr>
        <p:txBody>
          <a:bodyPr anchorCtr="0" anchor="t" bIns="91425" lIns="91425" rIns="91425" tIns="91425"/>
          <a:lstStyle>
            <a:lvl1pPr indent="0" lvl="0" marL="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ctr">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2pPr>
            <a:lvl3pPr indent="0" lvl="2" marL="914400" marR="0" rtl="0" algn="ctr">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3pPr>
            <a:lvl4pPr indent="0" lvl="3" marL="1371600" marR="0" rtl="0" algn="ctr">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4pPr>
            <a:lvl5pPr indent="0" lvl="4" marL="1828800" marR="0" rtl="0" algn="ctr">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408" name="Shape 408"/>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09" name="Shape 409"/>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10" name="Shape 410"/>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b="0" i="0" lang="en" sz="1800" u="none" cap="none" strike="noStrike">
                <a:solidFill>
                  <a:schemeClr val="dk1"/>
                </a:solidFill>
                <a:latin typeface="Calibri"/>
                <a:ea typeface="Calibri"/>
                <a:cs typeface="Calibri"/>
                <a:sym typeface="Calibri"/>
              </a:rPr>
              <a:t>‹#›</a:t>
            </a:fld>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411" name="Shape 411"/>
        <p:cNvGrpSpPr/>
        <p:nvPr/>
      </p:nvGrpSpPr>
      <p:grpSpPr>
        <a:xfrm>
          <a:off x="0" y="0"/>
          <a:ext cx="0" cy="0"/>
          <a:chOff x="0" y="0"/>
          <a:chExt cx="0" cy="0"/>
        </a:xfrm>
      </p:grpSpPr>
      <p:sp>
        <p:nvSpPr>
          <p:cNvPr id="412" name="Shape 412"/>
          <p:cNvSpPr txBox="1"/>
          <p:nvPr>
            <p:ph type="title"/>
          </p:nvPr>
        </p:nvSpPr>
        <p:spPr>
          <a:xfrm>
            <a:off x="88609" y="50936"/>
            <a:ext cx="8978482"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13" name="Shape 413"/>
          <p:cNvSpPr txBox="1"/>
          <p:nvPr>
            <p:ph idx="1" type="body"/>
          </p:nvPr>
        </p:nvSpPr>
        <p:spPr>
          <a:xfrm>
            <a:off x="88603" y="1000124"/>
            <a:ext cx="4407196" cy="4076921"/>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414" name="Shape 414"/>
          <p:cNvSpPr txBox="1"/>
          <p:nvPr>
            <p:ph idx="2" type="body"/>
          </p:nvPr>
        </p:nvSpPr>
        <p:spPr>
          <a:xfrm>
            <a:off x="4648200" y="1000124"/>
            <a:ext cx="4418886" cy="4076921"/>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415" name="Shape 415"/>
        <p:cNvGrpSpPr/>
        <p:nvPr/>
      </p:nvGrpSpPr>
      <p:grpSpPr>
        <a:xfrm>
          <a:off x="0" y="0"/>
          <a:ext cx="0" cy="0"/>
          <a:chOff x="0" y="0"/>
          <a:chExt cx="0" cy="0"/>
        </a:xfrm>
      </p:grpSpPr>
      <p:sp>
        <p:nvSpPr>
          <p:cNvPr id="416" name="Shape 416"/>
          <p:cNvSpPr txBox="1"/>
          <p:nvPr>
            <p:ph type="title"/>
          </p:nvPr>
        </p:nvSpPr>
        <p:spPr>
          <a:xfrm>
            <a:off x="88609" y="50936"/>
            <a:ext cx="8978482"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17" name="Shape 417"/>
          <p:cNvSpPr txBox="1"/>
          <p:nvPr>
            <p:ph idx="1" type="body"/>
          </p:nvPr>
        </p:nvSpPr>
        <p:spPr>
          <a:xfrm>
            <a:off x="167361" y="1010092"/>
            <a:ext cx="8899724" cy="4053662"/>
          </a:xfrm>
          <a:prstGeom prst="rect">
            <a:avLst/>
          </a:prstGeom>
          <a:noFill/>
          <a:ln>
            <a:noFill/>
          </a:ln>
        </p:spPr>
        <p:txBody>
          <a:bodyPr anchorCtr="0" anchor="t" bIns="91425" lIns="91425" rIns="91425" tIns="91425"/>
          <a:lstStyle>
            <a:lvl1pPr indent="-215900" lvl="0" marL="3429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18" name="Shape 418"/>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19" name="Shape 419"/>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20" name="Shape 420"/>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421" name="Shape 421"/>
        <p:cNvGrpSpPr/>
        <p:nvPr/>
      </p:nvGrpSpPr>
      <p:grpSpPr>
        <a:xfrm>
          <a:off x="0" y="0"/>
          <a:ext cx="0" cy="0"/>
          <a:chOff x="0" y="0"/>
          <a:chExt cx="0" cy="0"/>
        </a:xfrm>
      </p:grpSpPr>
      <p:sp>
        <p:nvSpPr>
          <p:cNvPr id="422" name="Shape 422"/>
          <p:cNvSpPr txBox="1"/>
          <p:nvPr>
            <p:ph type="title"/>
          </p:nvPr>
        </p:nvSpPr>
        <p:spPr>
          <a:xfrm>
            <a:off x="457200" y="205977"/>
            <a:ext cx="8229600" cy="857249"/>
          </a:xfrm>
          <a:prstGeom prst="rect">
            <a:avLst/>
          </a:prstGeom>
          <a:noFill/>
          <a:ln>
            <a:noFill/>
          </a:ln>
        </p:spPr>
        <p:txBody>
          <a:bodyPr anchorCtr="0" anchor="b"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23" name="Shape 423"/>
          <p:cNvSpPr txBox="1"/>
          <p:nvPr>
            <p:ph idx="1" type="body"/>
          </p:nvPr>
        </p:nvSpPr>
        <p:spPr>
          <a:xfrm>
            <a:off x="457224" y="1200151"/>
            <a:ext cx="3994524" cy="3725679"/>
          </a:xfrm>
          <a:prstGeom prst="rect">
            <a:avLst/>
          </a:prstGeom>
          <a:noFill/>
          <a:ln>
            <a:noFill/>
          </a:ln>
        </p:spPr>
        <p:txBody>
          <a:bodyPr anchorCtr="0" anchor="t" bIns="91425" lIns="91425" rIns="91425" tIns="91425"/>
          <a:lstStyle>
            <a:lvl1pPr indent="-215900" lvl="0" marL="3429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24" name="Shape 424"/>
          <p:cNvSpPr txBox="1"/>
          <p:nvPr>
            <p:ph idx="2" type="body"/>
          </p:nvPr>
        </p:nvSpPr>
        <p:spPr>
          <a:xfrm>
            <a:off x="4692278" y="1200151"/>
            <a:ext cx="3994524" cy="3725679"/>
          </a:xfrm>
          <a:prstGeom prst="rect">
            <a:avLst/>
          </a:prstGeom>
          <a:noFill/>
          <a:ln>
            <a:noFill/>
          </a:ln>
        </p:spPr>
        <p:txBody>
          <a:bodyPr anchorCtr="0" anchor="t" bIns="91425" lIns="91425" rIns="91425" tIns="91425"/>
          <a:lstStyle>
            <a:lvl1pPr indent="-215900" lvl="0" marL="3429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425" name="Shape 425"/>
        <p:cNvGrpSpPr/>
        <p:nvPr/>
      </p:nvGrpSpPr>
      <p:grpSpPr>
        <a:xfrm>
          <a:off x="0" y="0"/>
          <a:ext cx="0" cy="0"/>
          <a:chOff x="0" y="0"/>
          <a:chExt cx="0" cy="0"/>
        </a:xfrm>
      </p:grpSpPr>
      <p:sp>
        <p:nvSpPr>
          <p:cNvPr id="426" name="Shape 426"/>
          <p:cNvSpPr txBox="1"/>
          <p:nvPr>
            <p:ph type="title"/>
          </p:nvPr>
        </p:nvSpPr>
        <p:spPr>
          <a:xfrm>
            <a:off x="457200" y="205977"/>
            <a:ext cx="8229600" cy="857249"/>
          </a:xfrm>
          <a:prstGeom prst="rect">
            <a:avLst/>
          </a:prstGeom>
          <a:noFill/>
          <a:ln>
            <a:noFill/>
          </a:ln>
        </p:spPr>
        <p:txBody>
          <a:bodyPr anchorCtr="0" anchor="b"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27" name="Shape 427"/>
          <p:cNvSpPr txBox="1"/>
          <p:nvPr>
            <p:ph idx="1" type="body"/>
          </p:nvPr>
        </p:nvSpPr>
        <p:spPr>
          <a:xfrm>
            <a:off x="457200" y="1200151"/>
            <a:ext cx="8229600" cy="3725679"/>
          </a:xfrm>
          <a:prstGeom prst="rect">
            <a:avLst/>
          </a:prstGeom>
          <a:noFill/>
          <a:ln>
            <a:noFill/>
          </a:ln>
        </p:spPr>
        <p:txBody>
          <a:bodyPr anchorCtr="0" anchor="t" bIns="91425" lIns="91425" rIns="91425" tIns="91425"/>
          <a:lstStyle>
            <a:lvl1pPr indent="-215900" lvl="0" marL="3429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428" name="Shape 428"/>
        <p:cNvGrpSpPr/>
        <p:nvPr/>
      </p:nvGrpSpPr>
      <p:grpSpPr>
        <a:xfrm>
          <a:off x="0" y="0"/>
          <a:ext cx="0" cy="0"/>
          <a:chOff x="0" y="0"/>
          <a:chExt cx="0" cy="0"/>
        </a:xfrm>
      </p:grpSpPr>
      <p:sp>
        <p:nvSpPr>
          <p:cNvPr id="429" name="Shape 429"/>
          <p:cNvSpPr txBox="1"/>
          <p:nvPr>
            <p:ph type="title"/>
          </p:nvPr>
        </p:nvSpPr>
        <p:spPr>
          <a:xfrm>
            <a:off x="722312" y="3305181"/>
            <a:ext cx="7772400" cy="1021556"/>
          </a:xfrm>
          <a:prstGeom prst="rect">
            <a:avLst/>
          </a:prstGeom>
          <a:noFill/>
          <a:ln>
            <a:noFill/>
          </a:ln>
        </p:spPr>
        <p:txBody>
          <a:bodyPr anchorCtr="0" anchor="t" bIns="91425" lIns="91425" rIns="91425" tIns="91425"/>
          <a:lstStyle>
            <a:lvl1pPr indent="0" lvl="0" marL="0" marR="0" rtl="0" algn="l">
              <a:spcBef>
                <a:spcPts val="0"/>
              </a:spcBef>
              <a:buClr>
                <a:schemeClr val="dk1"/>
              </a:buClr>
              <a:buFont typeface="Calibri"/>
              <a:buNone/>
              <a:defRPr b="1" i="0" sz="4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30" name="Shape 430"/>
          <p:cNvSpPr txBox="1"/>
          <p:nvPr>
            <p:ph idx="1" type="body"/>
          </p:nvPr>
        </p:nvSpPr>
        <p:spPr>
          <a:xfrm>
            <a:off x="722312" y="2180034"/>
            <a:ext cx="7772400" cy="1125140"/>
          </a:xfrm>
          <a:prstGeom prst="rect">
            <a:avLst/>
          </a:prstGeom>
          <a:noFill/>
          <a:ln>
            <a:noFill/>
          </a:ln>
        </p:spPr>
        <p:txBody>
          <a:bodyPr anchorCtr="0" anchor="b" bIns="91425" lIns="91425" rIns="91425" tIns="91425"/>
          <a:lstStyle>
            <a:lvl1pPr indent="0" lvl="0" marL="0" marR="0" rtl="0" algn="l">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l">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2pPr>
            <a:lvl3pPr indent="0" lvl="2" marL="914400" marR="0" rtl="0" algn="l">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3pPr>
            <a:lvl4pPr indent="0" lvl="3" marL="1371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4pPr>
            <a:lvl5pPr indent="0" lvl="4" marL="18288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5pPr>
            <a:lvl6pPr indent="0" lvl="5" marL="22860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6pPr>
            <a:lvl7pPr indent="0" lvl="6" marL="27432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7pPr>
            <a:lvl8pPr indent="0" lvl="7" marL="32004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8pPr>
            <a:lvl9pPr indent="0" lvl="8" marL="3657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9pPr>
          </a:lstStyle>
          <a:p/>
        </p:txBody>
      </p:sp>
      <p:sp>
        <p:nvSpPr>
          <p:cNvPr id="431" name="Shape 431"/>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32" name="Shape 432"/>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33" name="Shape 433"/>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434" name="Shape 434"/>
        <p:cNvGrpSpPr/>
        <p:nvPr/>
      </p:nvGrpSpPr>
      <p:grpSpPr>
        <a:xfrm>
          <a:off x="0" y="0"/>
          <a:ext cx="0" cy="0"/>
          <a:chOff x="0" y="0"/>
          <a:chExt cx="0" cy="0"/>
        </a:xfrm>
      </p:grpSpPr>
      <p:sp>
        <p:nvSpPr>
          <p:cNvPr id="435" name="Shape 435"/>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36" name="Shape 436"/>
          <p:cNvSpPr txBox="1"/>
          <p:nvPr>
            <p:ph idx="1" type="body"/>
          </p:nvPr>
        </p:nvSpPr>
        <p:spPr>
          <a:xfrm>
            <a:off x="457200" y="1151334"/>
            <a:ext cx="4040187" cy="479822"/>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437" name="Shape 437"/>
          <p:cNvSpPr txBox="1"/>
          <p:nvPr>
            <p:ph idx="2" type="body"/>
          </p:nvPr>
        </p:nvSpPr>
        <p:spPr>
          <a:xfrm>
            <a:off x="457200" y="1631156"/>
            <a:ext cx="4040187"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438" name="Shape 438"/>
          <p:cNvSpPr txBox="1"/>
          <p:nvPr>
            <p:ph idx="3" type="body"/>
          </p:nvPr>
        </p:nvSpPr>
        <p:spPr>
          <a:xfrm>
            <a:off x="4645032" y="1151334"/>
            <a:ext cx="4041774" cy="479822"/>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439" name="Shape 439"/>
          <p:cNvSpPr txBox="1"/>
          <p:nvPr>
            <p:ph idx="4" type="body"/>
          </p:nvPr>
        </p:nvSpPr>
        <p:spPr>
          <a:xfrm>
            <a:off x="4645032" y="1631156"/>
            <a:ext cx="4041774" cy="2963465"/>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440" name="Shape 440"/>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41" name="Shape 441"/>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42" name="Shape 442"/>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443" name="Shape 443"/>
        <p:cNvGrpSpPr/>
        <p:nvPr/>
      </p:nvGrpSpPr>
      <p:grpSpPr>
        <a:xfrm>
          <a:off x="0" y="0"/>
          <a:ext cx="0" cy="0"/>
          <a:chOff x="0" y="0"/>
          <a:chExt cx="0" cy="0"/>
        </a:xfrm>
      </p:grpSpPr>
      <p:sp>
        <p:nvSpPr>
          <p:cNvPr id="444" name="Shape 444"/>
          <p:cNvSpPr txBox="1"/>
          <p:nvPr>
            <p:ph type="title"/>
          </p:nvPr>
        </p:nvSpPr>
        <p:spPr>
          <a:xfrm>
            <a:off x="88609" y="50936"/>
            <a:ext cx="8978482"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45" name="Shape 445"/>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46" name="Shape 446"/>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47" name="Shape 447"/>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448" name="Shape 448"/>
        <p:cNvGrpSpPr/>
        <p:nvPr/>
      </p:nvGrpSpPr>
      <p:grpSpPr>
        <a:xfrm>
          <a:off x="0" y="0"/>
          <a:ext cx="0" cy="0"/>
          <a:chOff x="0" y="0"/>
          <a:chExt cx="0" cy="0"/>
        </a:xfrm>
      </p:grpSpPr>
      <p:sp>
        <p:nvSpPr>
          <p:cNvPr id="449" name="Shape 449"/>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50" name="Shape 450"/>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51" name="Shape 451"/>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452" name="Shape 452"/>
        <p:cNvGrpSpPr/>
        <p:nvPr/>
      </p:nvGrpSpPr>
      <p:grpSpPr>
        <a:xfrm>
          <a:off x="0" y="0"/>
          <a:ext cx="0" cy="0"/>
          <a:chOff x="0" y="0"/>
          <a:chExt cx="0" cy="0"/>
        </a:xfrm>
      </p:grpSpPr>
      <p:sp>
        <p:nvSpPr>
          <p:cNvPr id="453" name="Shape 453"/>
          <p:cNvSpPr txBox="1"/>
          <p:nvPr>
            <p:ph type="title"/>
          </p:nvPr>
        </p:nvSpPr>
        <p:spPr>
          <a:xfrm>
            <a:off x="457216" y="204789"/>
            <a:ext cx="3008313" cy="871538"/>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2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54" name="Shape 454"/>
          <p:cNvSpPr txBox="1"/>
          <p:nvPr>
            <p:ph idx="1" type="body"/>
          </p:nvPr>
        </p:nvSpPr>
        <p:spPr>
          <a:xfrm>
            <a:off x="3575050" y="204791"/>
            <a:ext cx="5111750" cy="4389834"/>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55" name="Shape 455"/>
          <p:cNvSpPr txBox="1"/>
          <p:nvPr>
            <p:ph idx="2" type="body"/>
          </p:nvPr>
        </p:nvSpPr>
        <p:spPr>
          <a:xfrm>
            <a:off x="457216" y="1076328"/>
            <a:ext cx="3008313" cy="3518297"/>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456" name="Shape 456"/>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57" name="Shape 457"/>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58" name="Shape 458"/>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459" name="Shape 459"/>
        <p:cNvGrpSpPr/>
        <p:nvPr/>
      </p:nvGrpSpPr>
      <p:grpSpPr>
        <a:xfrm>
          <a:off x="0" y="0"/>
          <a:ext cx="0" cy="0"/>
          <a:chOff x="0" y="0"/>
          <a:chExt cx="0" cy="0"/>
        </a:xfrm>
      </p:grpSpPr>
      <p:sp>
        <p:nvSpPr>
          <p:cNvPr id="460" name="Shape 460"/>
          <p:cNvSpPr txBox="1"/>
          <p:nvPr>
            <p:ph type="title"/>
          </p:nvPr>
        </p:nvSpPr>
        <p:spPr>
          <a:xfrm>
            <a:off x="1792288" y="3600450"/>
            <a:ext cx="5486399" cy="425053"/>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2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61" name="Shape 461"/>
          <p:cNvSpPr/>
          <p:nvPr>
            <p:ph idx="2" type="pic"/>
          </p:nvPr>
        </p:nvSpPr>
        <p:spPr>
          <a:xfrm>
            <a:off x="1792288" y="459581"/>
            <a:ext cx="5486399" cy="3086100"/>
          </a:xfrm>
          <a:prstGeom prst="rect">
            <a:avLst/>
          </a:prstGeom>
          <a:noFill/>
          <a:ln>
            <a:noFill/>
          </a:ln>
        </p:spPr>
        <p:txBody>
          <a:bodyPr anchorCtr="0" anchor="t" bIns="91425" lIns="91425" rIns="91425" tIns="91425"/>
          <a:lstStyle>
            <a:lvl1pPr indent="0" lvl="0" marL="0" marR="0" rtl="0" algn="l">
              <a:spcBef>
                <a:spcPts val="640"/>
              </a:spcBef>
              <a:buClr>
                <a:schemeClr val="dk1"/>
              </a:buClr>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buClr>
                <a:schemeClr val="dk1"/>
              </a:buClr>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buClr>
                <a:schemeClr val="dk1"/>
              </a:buClr>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9pPr>
          </a:lstStyle>
          <a:p/>
        </p:txBody>
      </p:sp>
      <p:sp>
        <p:nvSpPr>
          <p:cNvPr id="462" name="Shape 462"/>
          <p:cNvSpPr txBox="1"/>
          <p:nvPr>
            <p:ph idx="1" type="body"/>
          </p:nvPr>
        </p:nvSpPr>
        <p:spPr>
          <a:xfrm>
            <a:off x="1792288" y="4025503"/>
            <a:ext cx="5486399" cy="603646"/>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463" name="Shape 463"/>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64" name="Shape 464"/>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65" name="Shape 465"/>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466" name="Shape 466"/>
        <p:cNvGrpSpPr/>
        <p:nvPr/>
      </p:nvGrpSpPr>
      <p:grpSpPr>
        <a:xfrm>
          <a:off x="0" y="0"/>
          <a:ext cx="0" cy="0"/>
          <a:chOff x="0" y="0"/>
          <a:chExt cx="0" cy="0"/>
        </a:xfrm>
      </p:grpSpPr>
      <p:sp>
        <p:nvSpPr>
          <p:cNvPr id="467" name="Shape 467"/>
          <p:cNvSpPr txBox="1"/>
          <p:nvPr>
            <p:ph type="title"/>
          </p:nvPr>
        </p:nvSpPr>
        <p:spPr>
          <a:xfrm>
            <a:off x="88609" y="50936"/>
            <a:ext cx="8978482"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68" name="Shape 468"/>
          <p:cNvSpPr txBox="1"/>
          <p:nvPr>
            <p:ph idx="1" type="body"/>
          </p:nvPr>
        </p:nvSpPr>
        <p:spPr>
          <a:xfrm rot="5400000">
            <a:off x="2590392" y="-1412938"/>
            <a:ext cx="4053662" cy="8899724"/>
          </a:xfrm>
          <a:prstGeom prst="rect">
            <a:avLst/>
          </a:prstGeom>
          <a:noFill/>
          <a:ln>
            <a:noFill/>
          </a:ln>
        </p:spPr>
        <p:txBody>
          <a:bodyPr anchorCtr="0" anchor="t" bIns="91425" lIns="91425" rIns="91425" tIns="91425"/>
          <a:lstStyle>
            <a:lvl1pPr indent="-215900" lvl="0" marL="3429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69" name="Shape 469"/>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70" name="Shape 470"/>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71" name="Shape 471"/>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472" name="Shape 472"/>
        <p:cNvGrpSpPr/>
        <p:nvPr/>
      </p:nvGrpSpPr>
      <p:grpSpPr>
        <a:xfrm>
          <a:off x="0" y="0"/>
          <a:ext cx="0" cy="0"/>
          <a:chOff x="0" y="0"/>
          <a:chExt cx="0" cy="0"/>
        </a:xfrm>
      </p:grpSpPr>
      <p:sp>
        <p:nvSpPr>
          <p:cNvPr id="473" name="Shape 473"/>
          <p:cNvSpPr txBox="1"/>
          <p:nvPr>
            <p:ph type="title"/>
          </p:nvPr>
        </p:nvSpPr>
        <p:spPr>
          <a:xfrm rot="5400000">
            <a:off x="5829299" y="971550"/>
            <a:ext cx="3657600" cy="20574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74" name="Shape 474"/>
          <p:cNvSpPr txBox="1"/>
          <p:nvPr>
            <p:ph idx="1" type="body"/>
          </p:nvPr>
        </p:nvSpPr>
        <p:spPr>
          <a:xfrm rot="5400000">
            <a:off x="1638300" y="-1009649"/>
            <a:ext cx="3657600" cy="6019799"/>
          </a:xfrm>
          <a:prstGeom prst="rect">
            <a:avLst/>
          </a:prstGeom>
          <a:noFill/>
          <a:ln>
            <a:noFill/>
          </a:ln>
        </p:spPr>
        <p:txBody>
          <a:bodyPr anchorCtr="0" anchor="t" bIns="91425" lIns="91425" rIns="91425" tIns="91425"/>
          <a:lstStyle>
            <a:lvl1pPr indent="-215900" lvl="0" marL="3429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75" name="Shape 475"/>
          <p:cNvSpPr txBox="1"/>
          <p:nvPr>
            <p:ph idx="10" type="dt"/>
          </p:nvPr>
        </p:nvSpPr>
        <p:spPr>
          <a:xfrm>
            <a:off x="457200" y="4767265"/>
            <a:ext cx="2133599"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76" name="Shape 476"/>
          <p:cNvSpPr txBox="1"/>
          <p:nvPr>
            <p:ph idx="11" type="ftr"/>
          </p:nvPr>
        </p:nvSpPr>
        <p:spPr>
          <a:xfrm>
            <a:off x="3124200" y="4767265"/>
            <a:ext cx="2895600" cy="273843"/>
          </a:xfrm>
          <a:prstGeom prst="rect">
            <a:avLst/>
          </a:prstGeom>
          <a:noFill/>
          <a:ln>
            <a:noFill/>
          </a:ln>
        </p:spPr>
        <p:txBody>
          <a:bodyPr anchorCtr="0" anchor="t" bIns="91425" lIns="91425" rIns="91425" tIns="91425"/>
          <a:lstStyle>
            <a:lvl1pPr indent="0" lvl="0" marL="0" marR="0" rtl="0" algn="l">
              <a:spcBef>
                <a:spcPts val="0"/>
              </a:spcBef>
              <a:buNone/>
              <a:defRPr sz="1800">
                <a:solidFill>
                  <a:schemeClr val="dk1"/>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477" name="Shape 477"/>
          <p:cNvSpPr txBox="1"/>
          <p:nvPr>
            <p:ph idx="12" type="sldNum"/>
          </p:nvPr>
        </p:nvSpPr>
        <p:spPr>
          <a:xfrm>
            <a:off x="6553200" y="4767265"/>
            <a:ext cx="2133599" cy="273843"/>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fld id="{00000000-1234-1234-1234-123412341234}" type="slidenum">
              <a:rPr lang="en" sz="1800">
                <a:solidFill>
                  <a:schemeClr val="dk1"/>
                </a:solidFill>
                <a:latin typeface="Calibri"/>
                <a:ea typeface="Calibri"/>
                <a:cs typeface="Calibri"/>
                <a:sym typeface="Calibri"/>
              </a:rPr>
              <a:t>‹#›</a:t>
            </a:fld>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482" name="Shape 482"/>
        <p:cNvGrpSpPr/>
        <p:nvPr/>
      </p:nvGrpSpPr>
      <p:grpSpPr>
        <a:xfrm>
          <a:off x="0" y="0"/>
          <a:ext cx="0" cy="0"/>
          <a:chOff x="0" y="0"/>
          <a:chExt cx="0" cy="0"/>
        </a:xfrm>
      </p:grpSpPr>
      <p:pic>
        <p:nvPicPr>
          <p:cNvPr id="483" name="Shape 483"/>
          <p:cNvPicPr preferRelativeResize="0"/>
          <p:nvPr/>
        </p:nvPicPr>
        <p:blipFill rotWithShape="1">
          <a:blip r:embed="rId2">
            <a:alphaModFix/>
          </a:blip>
          <a:srcRect b="43638" l="0" r="0" t="15840"/>
          <a:stretch/>
        </p:blipFill>
        <p:spPr>
          <a:xfrm>
            <a:off x="-12450" y="0"/>
            <a:ext cx="9168901" cy="2476502"/>
          </a:xfrm>
          <a:prstGeom prst="rect">
            <a:avLst/>
          </a:prstGeom>
          <a:noFill/>
          <a:ln>
            <a:noFill/>
          </a:ln>
        </p:spPr>
      </p:pic>
      <p:sp>
        <p:nvSpPr>
          <p:cNvPr id="484" name="Shape 484"/>
          <p:cNvSpPr txBox="1"/>
          <p:nvPr>
            <p:ph type="ctrTitle"/>
          </p:nvPr>
        </p:nvSpPr>
        <p:spPr>
          <a:xfrm>
            <a:off x="-24900" y="1800900"/>
            <a:ext cx="9181200" cy="1265998"/>
          </a:xfrm>
          <a:prstGeom prst="rect">
            <a:avLst/>
          </a:prstGeom>
          <a:solidFill>
            <a:srgbClr val="980000"/>
          </a:solidFill>
          <a:ln>
            <a:noFill/>
          </a:ln>
        </p:spPr>
        <p:txBody>
          <a:bodyPr anchorCtr="0" anchor="ctr" bIns="91425" lIns="91425" rIns="91425" tIns="91425"/>
          <a:lstStyle>
            <a:lvl1pPr indent="0" lvl="0" marL="0" marR="0" rtl="0" algn="ctr">
              <a:lnSpc>
                <a:spcPct val="100000"/>
              </a:lnSpc>
              <a:spcBef>
                <a:spcPts val="0"/>
              </a:spcBef>
              <a:spcAft>
                <a:spcPts val="0"/>
              </a:spcAft>
              <a:buClr>
                <a:srgbClr val="FFFFFF"/>
              </a:buClr>
              <a:buFont typeface="Arial"/>
              <a:buNone/>
              <a:defRPr b="0" i="0" sz="3200" u="none" cap="none" strike="noStrike">
                <a:solidFill>
                  <a:srgbClr val="FFFFFF"/>
                </a:solidFill>
                <a:latin typeface="Arial"/>
                <a:ea typeface="Arial"/>
                <a:cs typeface="Arial"/>
                <a:sym typeface="Arial"/>
              </a:defRPr>
            </a:lvl1pPr>
            <a:lvl2pPr indent="0" lvl="1" algn="ctr">
              <a:spcBef>
                <a:spcPts val="0"/>
              </a:spcBef>
              <a:buClr>
                <a:srgbClr val="85200C"/>
              </a:buClr>
              <a:buFont typeface="Arial"/>
              <a:buNone/>
              <a:defRPr b="1" sz="4800">
                <a:solidFill>
                  <a:srgbClr val="85200C"/>
                </a:solidFill>
              </a:defRPr>
            </a:lvl2pPr>
            <a:lvl3pPr indent="0" lvl="2" algn="ctr">
              <a:spcBef>
                <a:spcPts val="0"/>
              </a:spcBef>
              <a:buClr>
                <a:srgbClr val="85200C"/>
              </a:buClr>
              <a:buFont typeface="Arial"/>
              <a:buNone/>
              <a:defRPr b="1" sz="4800">
                <a:solidFill>
                  <a:srgbClr val="85200C"/>
                </a:solidFill>
              </a:defRPr>
            </a:lvl3pPr>
            <a:lvl4pPr indent="0" lvl="3" algn="ctr">
              <a:spcBef>
                <a:spcPts val="0"/>
              </a:spcBef>
              <a:buClr>
                <a:srgbClr val="85200C"/>
              </a:buClr>
              <a:buFont typeface="Arial"/>
              <a:buNone/>
              <a:defRPr b="1" sz="4800">
                <a:solidFill>
                  <a:srgbClr val="85200C"/>
                </a:solidFill>
              </a:defRPr>
            </a:lvl4pPr>
            <a:lvl5pPr indent="0" lvl="4" algn="ctr">
              <a:spcBef>
                <a:spcPts val="0"/>
              </a:spcBef>
              <a:buClr>
                <a:srgbClr val="85200C"/>
              </a:buClr>
              <a:buFont typeface="Arial"/>
              <a:buNone/>
              <a:defRPr b="1" sz="4800">
                <a:solidFill>
                  <a:srgbClr val="85200C"/>
                </a:solidFill>
              </a:defRPr>
            </a:lvl5pPr>
            <a:lvl6pPr indent="0" lvl="5" algn="ctr">
              <a:spcBef>
                <a:spcPts val="0"/>
              </a:spcBef>
              <a:buClr>
                <a:srgbClr val="85200C"/>
              </a:buClr>
              <a:buFont typeface="Arial"/>
              <a:buNone/>
              <a:defRPr b="1" sz="4800">
                <a:solidFill>
                  <a:srgbClr val="85200C"/>
                </a:solidFill>
              </a:defRPr>
            </a:lvl6pPr>
            <a:lvl7pPr indent="0" lvl="6" algn="ctr">
              <a:spcBef>
                <a:spcPts val="0"/>
              </a:spcBef>
              <a:buClr>
                <a:srgbClr val="85200C"/>
              </a:buClr>
              <a:buFont typeface="Arial"/>
              <a:buNone/>
              <a:defRPr b="1" sz="4800">
                <a:solidFill>
                  <a:srgbClr val="85200C"/>
                </a:solidFill>
              </a:defRPr>
            </a:lvl7pPr>
            <a:lvl8pPr indent="0" lvl="7" algn="ctr">
              <a:spcBef>
                <a:spcPts val="0"/>
              </a:spcBef>
              <a:buClr>
                <a:srgbClr val="85200C"/>
              </a:buClr>
              <a:buFont typeface="Arial"/>
              <a:buNone/>
              <a:defRPr b="1" sz="4800">
                <a:solidFill>
                  <a:srgbClr val="85200C"/>
                </a:solidFill>
              </a:defRPr>
            </a:lvl8pPr>
            <a:lvl9pPr indent="0" lvl="8" algn="ctr">
              <a:spcBef>
                <a:spcPts val="0"/>
              </a:spcBef>
              <a:buClr>
                <a:srgbClr val="85200C"/>
              </a:buClr>
              <a:buFont typeface="Arial"/>
              <a:buNone/>
              <a:defRPr b="1" sz="4800">
                <a:solidFill>
                  <a:srgbClr val="85200C"/>
                </a:solidFill>
              </a:defRPr>
            </a:lvl9pPr>
          </a:lstStyle>
          <a:p/>
        </p:txBody>
      </p:sp>
      <p:sp>
        <p:nvSpPr>
          <p:cNvPr id="485" name="Shape 485"/>
          <p:cNvSpPr txBox="1"/>
          <p:nvPr>
            <p:ph idx="1" type="subTitle"/>
          </p:nvPr>
        </p:nvSpPr>
        <p:spPr>
          <a:xfrm>
            <a:off x="723900" y="3174725"/>
            <a:ext cx="7696198" cy="932099"/>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1pPr>
            <a:lvl2pPr indent="0" lvl="1" marL="4572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2pPr>
            <a:lvl3pPr indent="0" lvl="2" marL="9144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3pPr>
            <a:lvl4pPr indent="0" lvl="3" marL="13716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4pPr>
            <a:lvl5pPr indent="0" lvl="4" marL="18288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5pPr>
            <a:lvl6pPr indent="0" lvl="5" marL="22860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6pPr>
            <a:lvl7pPr indent="0" lvl="6" marL="27432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7pPr>
            <a:lvl8pPr indent="0" lvl="7" marL="32004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8pPr>
            <a:lvl9pPr indent="0" lvl="8" marL="3657600" marR="0" rtl="0" algn="ctr">
              <a:lnSpc>
                <a:spcPct val="100000"/>
              </a:lnSpc>
              <a:spcBef>
                <a:spcPts val="0"/>
              </a:spcBef>
              <a:spcAft>
                <a:spcPts val="0"/>
              </a:spcAft>
              <a:buClr>
                <a:schemeClr val="dk2"/>
              </a:buClr>
              <a:buFont typeface="Arial"/>
              <a:buNone/>
              <a:defRPr b="0" i="0" sz="1800" u="none" cap="none" strike="noStrike">
                <a:solidFill>
                  <a:schemeClr val="dk2"/>
                </a:solidFill>
                <a:latin typeface="Arial"/>
                <a:ea typeface="Arial"/>
                <a:cs typeface="Arial"/>
                <a:sym typeface="Arial"/>
              </a:defRPr>
            </a:lvl9pPr>
          </a:lstStyle>
          <a:p/>
        </p:txBody>
      </p:sp>
      <p:pic>
        <p:nvPicPr>
          <p:cNvPr id="486" name="Shape 486"/>
          <p:cNvPicPr preferRelativeResize="0"/>
          <p:nvPr/>
        </p:nvPicPr>
        <p:blipFill rotWithShape="1">
          <a:blip r:embed="rId3">
            <a:alphaModFix amt="96000"/>
          </a:blip>
          <a:srcRect b="0" l="0" r="0" t="0"/>
          <a:stretch/>
        </p:blipFill>
        <p:spPr>
          <a:xfrm>
            <a:off x="7369200" y="3563067"/>
            <a:ext cx="1491549" cy="1381900"/>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487" name="Shape 487"/>
        <p:cNvGrpSpPr/>
        <p:nvPr/>
      </p:nvGrpSpPr>
      <p:grpSpPr>
        <a:xfrm>
          <a:off x="0" y="0"/>
          <a:ext cx="0" cy="0"/>
          <a:chOff x="0" y="0"/>
          <a:chExt cx="0" cy="0"/>
        </a:xfrm>
      </p:grpSpPr>
      <p:sp>
        <p:nvSpPr>
          <p:cNvPr id="488" name="Shape 488"/>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489" name="Shape 489"/>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490" name="Shape 490"/>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491" name="Shape 491"/>
        <p:cNvGrpSpPr/>
        <p:nvPr/>
      </p:nvGrpSpPr>
      <p:grpSpPr>
        <a:xfrm>
          <a:off x="0" y="0"/>
          <a:ext cx="0" cy="0"/>
          <a:chOff x="0" y="0"/>
          <a:chExt cx="0" cy="0"/>
        </a:xfrm>
      </p:grpSpPr>
      <p:sp>
        <p:nvSpPr>
          <p:cNvPr id="492" name="Shape 492"/>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493" name="Shape 493"/>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494" name="Shape 494"/>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
        <p:nvSpPr>
          <p:cNvPr id="495" name="Shape 495"/>
          <p:cNvSpPr txBox="1"/>
          <p:nvPr>
            <p:ph idx="1" type="body"/>
          </p:nvPr>
        </p:nvSpPr>
        <p:spPr>
          <a:xfrm>
            <a:off x="457200" y="751497"/>
            <a:ext cx="8229600" cy="39894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1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2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496" name="Shape 496"/>
        <p:cNvGrpSpPr/>
        <p:nvPr/>
      </p:nvGrpSpPr>
      <p:grpSpPr>
        <a:xfrm>
          <a:off x="0" y="0"/>
          <a:ext cx="0" cy="0"/>
          <a:chOff x="0" y="0"/>
          <a:chExt cx="0" cy="0"/>
        </a:xfrm>
      </p:grpSpPr>
      <p:sp>
        <p:nvSpPr>
          <p:cNvPr id="497" name="Shape 497"/>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498" name="Shape 498"/>
          <p:cNvSpPr txBox="1"/>
          <p:nvPr>
            <p:ph idx="1" type="body"/>
          </p:nvPr>
        </p:nvSpPr>
        <p:spPr>
          <a:xfrm>
            <a:off x="457200" y="760325"/>
            <a:ext cx="8229600" cy="3989400"/>
          </a:xfrm>
          <a:prstGeom prst="rect">
            <a:avLst/>
          </a:prstGeom>
          <a:noFill/>
          <a:ln>
            <a:noFill/>
          </a:ln>
        </p:spPr>
        <p:txBody>
          <a:bodyPr anchorCtr="0" anchor="t" bIns="91425" lIns="91425" rIns="91425" tIns="91425"/>
          <a:lstStyle>
            <a:lvl1pPr indent="0" lvl="0" marL="0" marR="0" rtl="0" algn="l">
              <a:lnSpc>
                <a:spcPct val="100000"/>
              </a:lnSpc>
              <a:spcBef>
                <a:spcPts val="600"/>
              </a:spcBef>
              <a:spcAft>
                <a:spcPts val="0"/>
              </a:spcAft>
              <a:buClr>
                <a:schemeClr val="dk1"/>
              </a:buClr>
              <a:buFont typeface="Arial"/>
              <a:buNone/>
              <a:defRPr b="0" i="0" sz="32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499" name="Shape 499"/>
          <p:cNvSpPr txBox="1"/>
          <p:nvPr>
            <p:ph idx="10" type="dt"/>
          </p:nvPr>
        </p:nvSpPr>
        <p:spPr>
          <a:xfrm>
            <a:off x="457200" y="4767264"/>
            <a:ext cx="2133599"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500" name="Shape 500"/>
          <p:cNvSpPr txBox="1"/>
          <p:nvPr>
            <p:ph idx="11" type="ftr"/>
          </p:nvPr>
        </p:nvSpPr>
        <p:spPr>
          <a:xfrm>
            <a:off x="3124200" y="4767264"/>
            <a:ext cx="2895600" cy="273843"/>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501" name="Shape 501"/>
          <p:cNvSpPr txBox="1"/>
          <p:nvPr>
            <p:ph idx="12" type="sldNum"/>
          </p:nvPr>
        </p:nvSpPr>
        <p:spPr>
          <a:xfrm>
            <a:off x="6553200" y="4767264"/>
            <a:ext cx="2133599" cy="273843"/>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502" name="Shape 502"/>
        <p:cNvGrpSpPr/>
        <p:nvPr/>
      </p:nvGrpSpPr>
      <p:grpSpPr>
        <a:xfrm>
          <a:off x="0" y="0"/>
          <a:ext cx="0" cy="0"/>
          <a:chOff x="0" y="0"/>
          <a:chExt cx="0" cy="0"/>
        </a:xfrm>
      </p:grpSpPr>
      <p:sp>
        <p:nvSpPr>
          <p:cNvPr id="503" name="Shape 503"/>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04" name="Shape 504"/>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505" name="Shape 505"/>
        <p:cNvGrpSpPr/>
        <p:nvPr/>
      </p:nvGrpSpPr>
      <p:grpSpPr>
        <a:xfrm>
          <a:off x="0" y="0"/>
          <a:ext cx="0" cy="0"/>
          <a:chOff x="0" y="0"/>
          <a:chExt cx="0" cy="0"/>
        </a:xfrm>
      </p:grpSpPr>
      <p:sp>
        <p:nvSpPr>
          <p:cNvPr id="506" name="Shape 506"/>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507" name="Shape 507"/>
          <p:cNvSpPr txBox="1"/>
          <p:nvPr>
            <p:ph idx="1" type="body"/>
          </p:nvPr>
        </p:nvSpPr>
        <p:spPr>
          <a:xfrm>
            <a:off x="457200" y="758825"/>
            <a:ext cx="3994500" cy="3725698"/>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3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508" name="Shape 508"/>
          <p:cNvSpPr txBox="1"/>
          <p:nvPr>
            <p:ph idx="2" type="body"/>
          </p:nvPr>
        </p:nvSpPr>
        <p:spPr>
          <a:xfrm>
            <a:off x="4692273" y="758825"/>
            <a:ext cx="3994500" cy="3725698"/>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3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509" name="Shape 509"/>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10" name="Shape 510"/>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511" name="Shape 511"/>
        <p:cNvGrpSpPr/>
        <p:nvPr/>
      </p:nvGrpSpPr>
      <p:grpSpPr>
        <a:xfrm>
          <a:off x="0" y="0"/>
          <a:ext cx="0" cy="0"/>
          <a:chOff x="0" y="0"/>
          <a:chExt cx="0" cy="0"/>
        </a:xfrm>
      </p:grpSpPr>
      <p:sp>
        <p:nvSpPr>
          <p:cNvPr id="512" name="Shape 512"/>
          <p:cNvSpPr txBox="1"/>
          <p:nvPr>
            <p:ph idx="1" type="body"/>
          </p:nvPr>
        </p:nvSpPr>
        <p:spPr>
          <a:xfrm>
            <a:off x="457200" y="4406308"/>
            <a:ext cx="8229600" cy="519599"/>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513" name="Shape 513"/>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14" name="Shape 514"/>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End Slide">
    <p:spTree>
      <p:nvGrpSpPr>
        <p:cNvPr id="515" name="Shape 515"/>
        <p:cNvGrpSpPr/>
        <p:nvPr/>
      </p:nvGrpSpPr>
      <p:grpSpPr>
        <a:xfrm>
          <a:off x="0" y="0"/>
          <a:ext cx="0" cy="0"/>
          <a:chOff x="0" y="0"/>
          <a:chExt cx="0" cy="0"/>
        </a:xfrm>
      </p:grpSpPr>
      <p:pic>
        <p:nvPicPr>
          <p:cNvPr id="516" name="Shape 516"/>
          <p:cNvPicPr preferRelativeResize="0"/>
          <p:nvPr/>
        </p:nvPicPr>
        <p:blipFill rotWithShape="1">
          <a:blip r:embed="rId2">
            <a:alphaModFix/>
          </a:blip>
          <a:srcRect b="33734" l="0" r="0" t="29701"/>
          <a:stretch/>
        </p:blipFill>
        <p:spPr>
          <a:xfrm>
            <a:off x="-12450" y="0"/>
            <a:ext cx="9168899" cy="1990800"/>
          </a:xfrm>
          <a:prstGeom prst="rect">
            <a:avLst/>
          </a:prstGeom>
          <a:noFill/>
          <a:ln>
            <a:noFill/>
          </a:ln>
        </p:spPr>
      </p:pic>
      <p:sp>
        <p:nvSpPr>
          <p:cNvPr id="517" name="Shape 517"/>
          <p:cNvSpPr txBox="1"/>
          <p:nvPr/>
        </p:nvSpPr>
        <p:spPr>
          <a:xfrm>
            <a:off x="696256" y="563224"/>
            <a:ext cx="7831199" cy="646199"/>
          </a:xfrm>
          <a:prstGeom prst="rect">
            <a:avLst/>
          </a:prstGeom>
          <a:solidFill>
            <a:srgbClr val="F2F2F2"/>
          </a:solid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1" i="0" lang="en" sz="1800" u="none" cap="none" strike="noStrike">
                <a:solidFill>
                  <a:srgbClr val="000000"/>
                </a:solidFill>
                <a:latin typeface="Calibri"/>
                <a:ea typeface="Calibri"/>
                <a:cs typeface="Calibri"/>
                <a:sym typeface="Calibri"/>
              </a:rPr>
              <a:t>Learn more about ONOS and join the community at</a:t>
            </a:r>
          </a:p>
          <a:p>
            <a:pPr indent="0" lvl="0" marL="0" marR="0" rtl="0" algn="ctr">
              <a:lnSpc>
                <a:spcPct val="100000"/>
              </a:lnSpc>
              <a:spcBef>
                <a:spcPts val="0"/>
              </a:spcBef>
              <a:spcAft>
                <a:spcPts val="0"/>
              </a:spcAft>
              <a:buClr>
                <a:srgbClr val="BA071F"/>
              </a:buClr>
              <a:buSzPct val="25000"/>
              <a:buFont typeface="Calibri"/>
              <a:buNone/>
            </a:pPr>
            <a:r>
              <a:rPr b="1" i="0" lang="en" sz="1800" u="none" cap="none" strike="noStrike">
                <a:solidFill>
                  <a:srgbClr val="BA071F"/>
                </a:solidFill>
                <a:latin typeface="Calibri"/>
                <a:ea typeface="Calibri"/>
                <a:cs typeface="Calibri"/>
                <a:sym typeface="Calibri"/>
              </a:rPr>
              <a:t>onosproject.org</a:t>
            </a:r>
          </a:p>
        </p:txBody>
      </p:sp>
      <p:pic>
        <p:nvPicPr>
          <p:cNvPr id="518" name="Shape 518"/>
          <p:cNvPicPr preferRelativeResize="0"/>
          <p:nvPr/>
        </p:nvPicPr>
        <p:blipFill rotWithShape="1">
          <a:blip r:embed="rId3">
            <a:alphaModFix/>
          </a:blip>
          <a:srcRect b="30191" l="0" r="0" t="0"/>
          <a:stretch/>
        </p:blipFill>
        <p:spPr>
          <a:xfrm rot="-625452">
            <a:off x="6365906" y="298701"/>
            <a:ext cx="2949683" cy="1589847"/>
          </a:xfrm>
          <a:prstGeom prst="rect">
            <a:avLst/>
          </a:prstGeom>
          <a:noFill/>
          <a:ln>
            <a:noFill/>
          </a:ln>
        </p:spPr>
      </p:pic>
      <p:sp>
        <p:nvSpPr>
          <p:cNvPr id="519" name="Shape 519"/>
          <p:cNvSpPr/>
          <p:nvPr/>
        </p:nvSpPr>
        <p:spPr>
          <a:xfrm>
            <a:off x="497050" y="2074848"/>
            <a:ext cx="8229600" cy="1763699"/>
          </a:xfrm>
          <a:prstGeom prst="rect">
            <a:avLst/>
          </a:prstGeom>
          <a:noFill/>
          <a:ln cap="flat" cmpd="sng" w="9525">
            <a:solidFill>
              <a:srgbClr val="C00202"/>
            </a:solidFill>
            <a:prstDash val="solid"/>
            <a:round/>
            <a:headEnd len="med" w="med" type="none"/>
            <a:tailEnd len="med" w="med" type="none"/>
          </a:ln>
        </p:spPr>
        <p:txBody>
          <a:bodyPr anchorCtr="0" anchor="t" bIns="45700" lIns="91425" rIns="91425" tIns="45700">
            <a:noAutofit/>
          </a:bodyPr>
          <a:lstStyle/>
          <a:p>
            <a:pPr indent="0" lvl="0" marL="0" marR="0" rtl="0" algn="just">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“Software-defined networking can radically reshape the wide area network. The introduction of </a:t>
            </a:r>
            <a:r>
              <a:rPr b="1" i="0" lang="en" sz="1600" u="none" cap="none" strike="noStrike">
                <a:solidFill>
                  <a:srgbClr val="C00202"/>
                </a:solidFill>
                <a:latin typeface="Calibri"/>
                <a:ea typeface="Calibri"/>
                <a:cs typeface="Calibri"/>
                <a:sym typeface="Calibri"/>
              </a:rPr>
              <a:t>ONOS</a:t>
            </a:r>
            <a:r>
              <a:rPr b="0" i="0" lang="en" sz="1600" u="none" cap="none" strike="noStrike">
                <a:solidFill>
                  <a:srgbClr val="000000"/>
                </a:solidFill>
                <a:latin typeface="Calibri"/>
                <a:ea typeface="Calibri"/>
                <a:cs typeface="Calibri"/>
                <a:sym typeface="Calibri"/>
              </a:rPr>
              <a:t> provides another open source SDN option designed for service provider networks with the potential to deliver the performance, scale, availability and core features that we value”</a:t>
            </a:r>
          </a:p>
          <a:p>
            <a:pPr indent="0" lvl="0" marL="0" marR="0" rtl="0" algn="just">
              <a:lnSpc>
                <a:spcPct val="100000"/>
              </a:lnSpc>
              <a:spcBef>
                <a:spcPts val="0"/>
              </a:spcBef>
              <a:spcAft>
                <a:spcPts val="0"/>
              </a:spcAft>
              <a:buClr>
                <a:srgbClr val="000000"/>
              </a:buClr>
              <a:buFont typeface="Arial"/>
              <a:buNone/>
            </a:pPr>
            <a:r>
              <a:t/>
            </a:r>
            <a:endParaRPr b="0" i="0" sz="12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ct val="25000"/>
              <a:buFont typeface="Calibri"/>
              <a:buNone/>
            </a:pPr>
            <a:r>
              <a:rPr b="1" i="0" lang="en" sz="1600" u="none" cap="none" strike="noStrike">
                <a:solidFill>
                  <a:srgbClr val="000000"/>
                </a:solidFill>
                <a:latin typeface="Calibri"/>
                <a:ea typeface="Calibri"/>
                <a:cs typeface="Calibri"/>
                <a:sym typeface="Calibri"/>
              </a:rPr>
              <a:t>John Donovan</a:t>
            </a:r>
          </a:p>
          <a:p>
            <a:pPr indent="0" lvl="0" marL="0" marR="0" rtl="0" algn="ctr">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Senior Executive Vice President</a:t>
            </a:r>
          </a:p>
          <a:p>
            <a:pPr indent="0" lvl="0" marL="0" marR="0" rtl="0" algn="ctr">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AT&amp;T Technology &amp; Operations</a:t>
            </a:r>
          </a:p>
        </p:txBody>
      </p:sp>
      <p:pic>
        <p:nvPicPr>
          <p:cNvPr id="520" name="Shape 520"/>
          <p:cNvPicPr preferRelativeResize="0"/>
          <p:nvPr/>
        </p:nvPicPr>
        <p:blipFill rotWithShape="1">
          <a:blip r:embed="rId4">
            <a:alphaModFix/>
          </a:blip>
          <a:srcRect b="0" l="0" r="0" t="0"/>
          <a:stretch/>
        </p:blipFill>
        <p:spPr>
          <a:xfrm>
            <a:off x="7730152" y="2901127"/>
            <a:ext cx="960599" cy="909298"/>
          </a:xfrm>
          <a:prstGeom prst="rect">
            <a:avLst/>
          </a:prstGeom>
          <a:noFill/>
          <a:ln cap="sq" cmpd="sng" w="9525">
            <a:solidFill>
              <a:srgbClr val="FFFFFF"/>
            </a:solidFill>
            <a:prstDash val="solid"/>
            <a:miter/>
            <a:headEnd len="med" w="med" type="none"/>
            <a:tailEnd len="med" w="med" type="none"/>
          </a:ln>
        </p:spPr>
      </p:pic>
      <p:pic>
        <p:nvPicPr>
          <p:cNvPr id="521" name="Shape 521"/>
          <p:cNvPicPr preferRelativeResize="0"/>
          <p:nvPr/>
        </p:nvPicPr>
        <p:blipFill rotWithShape="1">
          <a:blip r:embed="rId5">
            <a:alphaModFix/>
          </a:blip>
          <a:srcRect b="0" l="0" r="0" t="0"/>
          <a:stretch/>
        </p:blipFill>
        <p:spPr>
          <a:xfrm>
            <a:off x="859550" y="3605025"/>
            <a:ext cx="7831199" cy="1624200"/>
          </a:xfrm>
          <a:prstGeom prst="rect">
            <a:avLst/>
          </a:prstGeom>
          <a:noFill/>
          <a:ln>
            <a:noFill/>
          </a:ln>
        </p:spPr>
      </p:pic>
      <p:sp>
        <p:nvSpPr>
          <p:cNvPr id="522" name="Shape 522"/>
          <p:cNvSpPr txBox="1"/>
          <p:nvPr/>
        </p:nvSpPr>
        <p:spPr>
          <a:xfrm>
            <a:off x="1170604" y="4747032"/>
            <a:ext cx="1485000" cy="312599"/>
          </a:xfrm>
          <a:prstGeom prst="rect">
            <a:avLst/>
          </a:prstGeom>
          <a:solidFill>
            <a:srgbClr val="953734"/>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600" u="none" cap="none" strike="noStrike">
                <a:solidFill>
                  <a:srgbClr val="FFFFFF"/>
                </a:solidFill>
                <a:latin typeface="Calibri"/>
                <a:ea typeface="Calibri"/>
                <a:cs typeface="Calibri"/>
                <a:sym typeface="Calibri"/>
              </a:rPr>
              <a:t>BUILD</a:t>
            </a:r>
          </a:p>
        </p:txBody>
      </p:sp>
      <p:sp>
        <p:nvSpPr>
          <p:cNvPr id="523" name="Shape 523"/>
          <p:cNvSpPr txBox="1"/>
          <p:nvPr/>
        </p:nvSpPr>
        <p:spPr>
          <a:xfrm>
            <a:off x="3813192" y="4747032"/>
            <a:ext cx="1485000" cy="312599"/>
          </a:xfrm>
          <a:prstGeom prst="rect">
            <a:avLst/>
          </a:prstGeom>
          <a:solidFill>
            <a:srgbClr val="17365D"/>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600" u="none" cap="none" strike="noStrike">
                <a:solidFill>
                  <a:srgbClr val="FFFFFF"/>
                </a:solidFill>
                <a:latin typeface="Calibri"/>
                <a:ea typeface="Calibri"/>
                <a:cs typeface="Calibri"/>
                <a:sym typeface="Calibri"/>
              </a:rPr>
              <a:t>USE</a:t>
            </a:r>
          </a:p>
        </p:txBody>
      </p:sp>
      <p:sp>
        <p:nvSpPr>
          <p:cNvPr id="524" name="Shape 524"/>
          <p:cNvSpPr txBox="1"/>
          <p:nvPr/>
        </p:nvSpPr>
        <p:spPr>
          <a:xfrm>
            <a:off x="6471442" y="4747032"/>
            <a:ext cx="1485000" cy="312599"/>
          </a:xfrm>
          <a:prstGeom prst="rect">
            <a:avLst/>
          </a:prstGeom>
          <a:solidFill>
            <a:srgbClr val="953734"/>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600" u="none" cap="none" strike="noStrike">
                <a:solidFill>
                  <a:srgbClr val="FFFFFF"/>
                </a:solidFill>
                <a:latin typeface="Calibri"/>
                <a:ea typeface="Calibri"/>
                <a:cs typeface="Calibri"/>
                <a:sym typeface="Calibri"/>
              </a:rPr>
              <a:t>CHAMPION</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slide 1">
    <p:spTree>
      <p:nvGrpSpPr>
        <p:cNvPr id="526" name="Shape 526"/>
        <p:cNvGrpSpPr/>
        <p:nvPr/>
      </p:nvGrpSpPr>
      <p:grpSpPr>
        <a:xfrm>
          <a:off x="0" y="0"/>
          <a:ext cx="0" cy="0"/>
          <a:chOff x="0" y="0"/>
          <a:chExt cx="0" cy="0"/>
        </a:xfrm>
      </p:grpSpPr>
      <p:pic>
        <p:nvPicPr>
          <p:cNvPr descr="road.jpg" id="527" name="Shape 527"/>
          <p:cNvPicPr preferRelativeResize="0"/>
          <p:nvPr/>
        </p:nvPicPr>
        <p:blipFill rotWithShape="1">
          <a:blip r:embed="rId2">
            <a:alphaModFix/>
          </a:blip>
          <a:srcRect b="43638" l="0" r="0" t="15840"/>
          <a:stretch/>
        </p:blipFill>
        <p:spPr>
          <a:xfrm>
            <a:off x="-4668" y="-57149"/>
            <a:ext cx="9143982" cy="2470076"/>
          </a:xfrm>
          <a:prstGeom prst="rect">
            <a:avLst/>
          </a:prstGeom>
          <a:noFill/>
          <a:ln>
            <a:noFill/>
          </a:ln>
        </p:spPr>
      </p:pic>
      <p:sp>
        <p:nvSpPr>
          <p:cNvPr id="528" name="Shape 528"/>
          <p:cNvSpPr/>
          <p:nvPr/>
        </p:nvSpPr>
        <p:spPr>
          <a:xfrm>
            <a:off x="0" y="1906350"/>
            <a:ext cx="9144000" cy="1612200"/>
          </a:xfrm>
          <a:prstGeom prst="rect">
            <a:avLst/>
          </a:prstGeom>
          <a:solidFill>
            <a:srgbClr val="B43232"/>
          </a:solidFill>
          <a:ln>
            <a:noFill/>
          </a:ln>
        </p:spPr>
        <p:txBody>
          <a:bodyPr anchorCtr="0" anchor="ctr" bIns="91425" lIns="91425" rIns="91425" tIns="91425">
            <a:noAutofit/>
          </a:bodyPr>
          <a:lstStyle/>
          <a:p>
            <a:pPr lvl="0">
              <a:spcBef>
                <a:spcPts val="0"/>
              </a:spcBef>
              <a:buNone/>
            </a:pPr>
            <a:r>
              <a:t/>
            </a:r>
            <a:endParaRPr/>
          </a:p>
        </p:txBody>
      </p:sp>
      <p:sp>
        <p:nvSpPr>
          <p:cNvPr id="529" name="Shape 529"/>
          <p:cNvSpPr txBox="1"/>
          <p:nvPr>
            <p:ph type="ctrTitle"/>
          </p:nvPr>
        </p:nvSpPr>
        <p:spPr>
          <a:xfrm>
            <a:off x="1207142" y="1676512"/>
            <a:ext cx="8520600" cy="1612200"/>
          </a:xfrm>
          <a:prstGeom prst="rect">
            <a:avLst/>
          </a:prstGeom>
          <a:noFill/>
          <a:ln>
            <a:noFill/>
          </a:ln>
        </p:spPr>
        <p:txBody>
          <a:bodyPr anchorCtr="0" anchor="ctr" bIns="34275" lIns="34275" rIns="34275" tIns="34275"/>
          <a:lstStyle>
            <a:lvl1pPr lvl="0" rtl="0" algn="ctr">
              <a:spcBef>
                <a:spcPts val="0"/>
              </a:spcBef>
              <a:buClr>
                <a:srgbClr val="FFFFFF"/>
              </a:buClr>
              <a:buSzPct val="100000"/>
              <a:buFont typeface="Droid Sans"/>
              <a:defRPr sz="1900">
                <a:solidFill>
                  <a:srgbClr val="FFFFFF"/>
                </a:solidFill>
                <a:latin typeface="Droid Sans"/>
                <a:ea typeface="Droid Sans"/>
                <a:cs typeface="Droid Sans"/>
                <a:sym typeface="Droid Sans"/>
              </a:defRPr>
            </a:lvl1pPr>
            <a:lvl2pPr lvl="1" rtl="0" algn="ctr">
              <a:spcBef>
                <a:spcPts val="0"/>
              </a:spcBef>
              <a:buClr>
                <a:srgbClr val="FFFFFF"/>
              </a:buClr>
              <a:buSzPct val="100000"/>
              <a:defRPr sz="5200">
                <a:solidFill>
                  <a:srgbClr val="FFFFFF"/>
                </a:solidFill>
              </a:defRPr>
            </a:lvl2pPr>
            <a:lvl3pPr lvl="2" rtl="0" algn="ctr">
              <a:spcBef>
                <a:spcPts val="0"/>
              </a:spcBef>
              <a:buClr>
                <a:srgbClr val="FFFFFF"/>
              </a:buClr>
              <a:buSzPct val="100000"/>
              <a:defRPr sz="5200">
                <a:solidFill>
                  <a:srgbClr val="FFFFFF"/>
                </a:solidFill>
              </a:defRPr>
            </a:lvl3pPr>
            <a:lvl4pPr lvl="3" rtl="0" algn="ctr">
              <a:spcBef>
                <a:spcPts val="0"/>
              </a:spcBef>
              <a:buClr>
                <a:srgbClr val="FFFFFF"/>
              </a:buClr>
              <a:buSzPct val="100000"/>
              <a:defRPr sz="5200">
                <a:solidFill>
                  <a:srgbClr val="FFFFFF"/>
                </a:solidFill>
              </a:defRPr>
            </a:lvl4pPr>
            <a:lvl5pPr lvl="4" rtl="0" algn="ctr">
              <a:spcBef>
                <a:spcPts val="0"/>
              </a:spcBef>
              <a:buClr>
                <a:srgbClr val="FFFFFF"/>
              </a:buClr>
              <a:buSzPct val="100000"/>
              <a:defRPr sz="5200">
                <a:solidFill>
                  <a:srgbClr val="FFFFFF"/>
                </a:solidFill>
              </a:defRPr>
            </a:lvl5pPr>
            <a:lvl6pPr lvl="5" rtl="0" algn="ctr">
              <a:spcBef>
                <a:spcPts val="0"/>
              </a:spcBef>
              <a:buClr>
                <a:srgbClr val="FFFFFF"/>
              </a:buClr>
              <a:buSzPct val="100000"/>
              <a:defRPr sz="5200">
                <a:solidFill>
                  <a:srgbClr val="FFFFFF"/>
                </a:solidFill>
              </a:defRPr>
            </a:lvl6pPr>
            <a:lvl7pPr lvl="6" rtl="0" algn="ctr">
              <a:spcBef>
                <a:spcPts val="0"/>
              </a:spcBef>
              <a:buClr>
                <a:srgbClr val="FFFFFF"/>
              </a:buClr>
              <a:buSzPct val="100000"/>
              <a:defRPr sz="5200">
                <a:solidFill>
                  <a:srgbClr val="FFFFFF"/>
                </a:solidFill>
              </a:defRPr>
            </a:lvl7pPr>
            <a:lvl8pPr lvl="7" rtl="0" algn="ctr">
              <a:spcBef>
                <a:spcPts val="0"/>
              </a:spcBef>
              <a:buClr>
                <a:srgbClr val="FFFFFF"/>
              </a:buClr>
              <a:buSzPct val="100000"/>
              <a:defRPr sz="5200">
                <a:solidFill>
                  <a:srgbClr val="FFFFFF"/>
                </a:solidFill>
              </a:defRPr>
            </a:lvl8pPr>
            <a:lvl9pPr lvl="8" rtl="0" algn="ctr">
              <a:spcBef>
                <a:spcPts val="0"/>
              </a:spcBef>
              <a:buClr>
                <a:srgbClr val="FFFFFF"/>
              </a:buClr>
              <a:buSzPct val="100000"/>
              <a:defRPr sz="5200">
                <a:solidFill>
                  <a:srgbClr val="FFFFFF"/>
                </a:solidFill>
              </a:defRPr>
            </a:lvl9pPr>
          </a:lstStyle>
          <a:p/>
        </p:txBody>
      </p:sp>
      <p:sp>
        <p:nvSpPr>
          <p:cNvPr id="530" name="Shape 530"/>
          <p:cNvSpPr txBox="1"/>
          <p:nvPr/>
        </p:nvSpPr>
        <p:spPr>
          <a:xfrm>
            <a:off x="20209" y="4785249"/>
            <a:ext cx="2002200" cy="423000"/>
          </a:xfrm>
          <a:prstGeom prst="rect">
            <a:avLst/>
          </a:prstGeom>
          <a:noFill/>
          <a:ln>
            <a:noFill/>
          </a:ln>
        </p:spPr>
        <p:txBody>
          <a:bodyPr anchorCtr="0" anchor="t" bIns="91425" lIns="91425" rIns="91425" tIns="91425">
            <a:noAutofit/>
          </a:bodyPr>
          <a:lstStyle/>
          <a:p>
            <a:pPr lvl="0" rtl="0">
              <a:spcBef>
                <a:spcPts val="0"/>
              </a:spcBef>
              <a:buNone/>
            </a:pPr>
            <a:r>
              <a:rPr b="1" lang="en" sz="1400">
                <a:latin typeface="Droid Sans"/>
                <a:ea typeface="Droid Sans"/>
                <a:cs typeface="Droid Sans"/>
                <a:sym typeface="Droid Sans"/>
              </a:rPr>
              <a:t>#</a:t>
            </a:r>
            <a:r>
              <a:rPr b="1" lang="en" sz="1400">
                <a:solidFill>
                  <a:srgbClr val="222222"/>
                </a:solidFill>
                <a:highlight>
                  <a:srgbClr val="FFFFFF"/>
                </a:highlight>
                <a:latin typeface="Droid Sans"/>
                <a:ea typeface="Droid Sans"/>
                <a:cs typeface="Droid Sans"/>
                <a:sym typeface="Droid Sans"/>
              </a:rPr>
              <a:t>ONOSProject</a:t>
            </a:r>
          </a:p>
        </p:txBody>
      </p:sp>
      <p:pic>
        <p:nvPicPr>
          <p:cNvPr descr="Screen Shot 2016-02-22 at 11.56.57 AM.png" id="531" name="Shape 531"/>
          <p:cNvPicPr preferRelativeResize="0"/>
          <p:nvPr/>
        </p:nvPicPr>
        <p:blipFill>
          <a:blip r:embed="rId3">
            <a:alphaModFix/>
          </a:blip>
          <a:stretch>
            <a:fillRect/>
          </a:stretch>
        </p:blipFill>
        <p:spPr>
          <a:xfrm>
            <a:off x="8159054" y="4417139"/>
            <a:ext cx="892856" cy="617856"/>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header 1">
    <p:spTree>
      <p:nvGrpSpPr>
        <p:cNvPr id="532" name="Shape 532"/>
        <p:cNvGrpSpPr/>
        <p:nvPr/>
      </p:nvGrpSpPr>
      <p:grpSpPr>
        <a:xfrm>
          <a:off x="0" y="0"/>
          <a:ext cx="0" cy="0"/>
          <a:chOff x="0" y="0"/>
          <a:chExt cx="0" cy="0"/>
        </a:xfrm>
      </p:grpSpPr>
      <p:sp>
        <p:nvSpPr>
          <p:cNvPr id="533" name="Shape 533"/>
          <p:cNvSpPr/>
          <p:nvPr/>
        </p:nvSpPr>
        <p:spPr>
          <a:xfrm>
            <a:off x="0" y="1565850"/>
            <a:ext cx="9144000" cy="2011800"/>
          </a:xfrm>
          <a:prstGeom prst="rect">
            <a:avLst/>
          </a:prstGeom>
          <a:solidFill>
            <a:srgbClr val="B43232"/>
          </a:solidFill>
          <a:ln>
            <a:noFill/>
          </a:ln>
        </p:spPr>
        <p:txBody>
          <a:bodyPr anchorCtr="0" anchor="ctr" bIns="91425" lIns="91425" rIns="91425" tIns="91425">
            <a:noAutofit/>
          </a:bodyPr>
          <a:lstStyle/>
          <a:p>
            <a:pPr lvl="0">
              <a:spcBef>
                <a:spcPts val="0"/>
              </a:spcBef>
              <a:buNone/>
            </a:pPr>
            <a:r>
              <a:t/>
            </a:r>
            <a:endParaRPr/>
          </a:p>
        </p:txBody>
      </p:sp>
      <p:sp>
        <p:nvSpPr>
          <p:cNvPr id="534" name="Shape 534"/>
          <p:cNvSpPr txBox="1"/>
          <p:nvPr/>
        </p:nvSpPr>
        <p:spPr>
          <a:xfrm>
            <a:off x="20209" y="4785249"/>
            <a:ext cx="2002200" cy="423000"/>
          </a:xfrm>
          <a:prstGeom prst="rect">
            <a:avLst/>
          </a:prstGeom>
          <a:noFill/>
          <a:ln>
            <a:noFill/>
          </a:ln>
        </p:spPr>
        <p:txBody>
          <a:bodyPr anchorCtr="0" anchor="t" bIns="91425" lIns="91425" rIns="91425" tIns="91425">
            <a:noAutofit/>
          </a:bodyPr>
          <a:lstStyle/>
          <a:p>
            <a:pPr lvl="0" rtl="0">
              <a:spcBef>
                <a:spcPts val="0"/>
              </a:spcBef>
              <a:buNone/>
            </a:pPr>
            <a:r>
              <a:rPr b="1" lang="en" sz="1400">
                <a:latin typeface="Droid Sans"/>
                <a:ea typeface="Droid Sans"/>
                <a:cs typeface="Droid Sans"/>
                <a:sym typeface="Droid Sans"/>
              </a:rPr>
              <a:t>#</a:t>
            </a:r>
            <a:r>
              <a:rPr b="1" lang="en" sz="1400">
                <a:solidFill>
                  <a:srgbClr val="222222"/>
                </a:solidFill>
                <a:highlight>
                  <a:srgbClr val="FFFFFF"/>
                </a:highlight>
                <a:latin typeface="Droid Sans"/>
                <a:ea typeface="Droid Sans"/>
                <a:cs typeface="Droid Sans"/>
                <a:sym typeface="Droid Sans"/>
              </a:rPr>
              <a:t>ONOSProject</a:t>
            </a:r>
          </a:p>
        </p:txBody>
      </p:sp>
      <p:pic>
        <p:nvPicPr>
          <p:cNvPr descr="Screen Shot 2016-02-22 at 11.56.57 AM.png" id="535" name="Shape 535"/>
          <p:cNvPicPr preferRelativeResize="0"/>
          <p:nvPr/>
        </p:nvPicPr>
        <p:blipFill>
          <a:blip r:embed="rId2">
            <a:alphaModFix/>
          </a:blip>
          <a:stretch>
            <a:fillRect/>
          </a:stretch>
        </p:blipFill>
        <p:spPr>
          <a:xfrm>
            <a:off x="8159054" y="4417139"/>
            <a:ext cx="892856" cy="617856"/>
          </a:xfrm>
          <a:prstGeom prst="rect">
            <a:avLst/>
          </a:prstGeom>
          <a:noFill/>
          <a:ln>
            <a:noFill/>
          </a:ln>
        </p:spPr>
      </p:pic>
      <p:sp>
        <p:nvSpPr>
          <p:cNvPr id="536" name="Shape 536"/>
          <p:cNvSpPr txBox="1"/>
          <p:nvPr>
            <p:ph type="ctrTitle"/>
          </p:nvPr>
        </p:nvSpPr>
        <p:spPr>
          <a:xfrm>
            <a:off x="311700" y="1583467"/>
            <a:ext cx="8520600" cy="2011799"/>
          </a:xfrm>
          <a:prstGeom prst="rect">
            <a:avLst/>
          </a:prstGeom>
          <a:noFill/>
          <a:ln>
            <a:noFill/>
          </a:ln>
        </p:spPr>
        <p:txBody>
          <a:bodyPr anchorCtr="0" anchor="ctr" bIns="34275" lIns="34275" rIns="34275" tIns="34275"/>
          <a:lstStyle>
            <a:lvl1pPr lvl="0" rtl="0" algn="ctr">
              <a:spcBef>
                <a:spcPts val="0"/>
              </a:spcBef>
              <a:buClr>
                <a:srgbClr val="FFFFFF"/>
              </a:buClr>
              <a:buSzPct val="100000"/>
              <a:buFont typeface="Droid Sans"/>
              <a:defRPr sz="2800">
                <a:solidFill>
                  <a:srgbClr val="FFFFFF"/>
                </a:solidFill>
                <a:latin typeface="Droid Sans"/>
                <a:ea typeface="Droid Sans"/>
                <a:cs typeface="Droid Sans"/>
                <a:sym typeface="Droid Sans"/>
              </a:defRPr>
            </a:lvl1pPr>
            <a:lvl2pPr lvl="1" rtl="0" algn="ctr">
              <a:spcBef>
                <a:spcPts val="0"/>
              </a:spcBef>
              <a:buClr>
                <a:srgbClr val="FFFFFF"/>
              </a:buClr>
              <a:buSzPct val="100000"/>
              <a:defRPr sz="5200">
                <a:solidFill>
                  <a:srgbClr val="FFFFFF"/>
                </a:solidFill>
              </a:defRPr>
            </a:lvl2pPr>
            <a:lvl3pPr lvl="2" rtl="0" algn="ctr">
              <a:spcBef>
                <a:spcPts val="0"/>
              </a:spcBef>
              <a:buClr>
                <a:srgbClr val="FFFFFF"/>
              </a:buClr>
              <a:buSzPct val="100000"/>
              <a:defRPr sz="5200">
                <a:solidFill>
                  <a:srgbClr val="FFFFFF"/>
                </a:solidFill>
              </a:defRPr>
            </a:lvl3pPr>
            <a:lvl4pPr lvl="3" rtl="0" algn="ctr">
              <a:spcBef>
                <a:spcPts val="0"/>
              </a:spcBef>
              <a:buClr>
                <a:srgbClr val="FFFFFF"/>
              </a:buClr>
              <a:buSzPct val="100000"/>
              <a:defRPr sz="5200">
                <a:solidFill>
                  <a:srgbClr val="FFFFFF"/>
                </a:solidFill>
              </a:defRPr>
            </a:lvl4pPr>
            <a:lvl5pPr lvl="4" rtl="0" algn="ctr">
              <a:spcBef>
                <a:spcPts val="0"/>
              </a:spcBef>
              <a:buClr>
                <a:srgbClr val="FFFFFF"/>
              </a:buClr>
              <a:buSzPct val="100000"/>
              <a:defRPr sz="5200">
                <a:solidFill>
                  <a:srgbClr val="FFFFFF"/>
                </a:solidFill>
              </a:defRPr>
            </a:lvl5pPr>
            <a:lvl6pPr lvl="5" rtl="0" algn="ctr">
              <a:spcBef>
                <a:spcPts val="0"/>
              </a:spcBef>
              <a:buClr>
                <a:srgbClr val="FFFFFF"/>
              </a:buClr>
              <a:buSzPct val="100000"/>
              <a:defRPr sz="5200">
                <a:solidFill>
                  <a:srgbClr val="FFFFFF"/>
                </a:solidFill>
              </a:defRPr>
            </a:lvl6pPr>
            <a:lvl7pPr lvl="6" rtl="0" algn="ctr">
              <a:spcBef>
                <a:spcPts val="0"/>
              </a:spcBef>
              <a:buClr>
                <a:srgbClr val="FFFFFF"/>
              </a:buClr>
              <a:buSzPct val="100000"/>
              <a:defRPr sz="5200">
                <a:solidFill>
                  <a:srgbClr val="FFFFFF"/>
                </a:solidFill>
              </a:defRPr>
            </a:lvl7pPr>
            <a:lvl8pPr lvl="7" rtl="0" algn="ctr">
              <a:spcBef>
                <a:spcPts val="0"/>
              </a:spcBef>
              <a:buClr>
                <a:srgbClr val="FFFFFF"/>
              </a:buClr>
              <a:buSzPct val="100000"/>
              <a:defRPr sz="5200">
                <a:solidFill>
                  <a:srgbClr val="FFFFFF"/>
                </a:solidFill>
              </a:defRPr>
            </a:lvl8pPr>
            <a:lvl9pPr lvl="8" rtl="0" algn="ctr">
              <a:spcBef>
                <a:spcPts val="0"/>
              </a:spcBef>
              <a:buClr>
                <a:srgbClr val="FFFFFF"/>
              </a:buClr>
              <a:buSzPct val="100000"/>
              <a:defRPr sz="5200">
                <a:solidFill>
                  <a:srgbClr val="FFFFFF"/>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OS">
    <p:spTree>
      <p:nvGrpSpPr>
        <p:cNvPr id="537" name="Shape 537"/>
        <p:cNvGrpSpPr/>
        <p:nvPr/>
      </p:nvGrpSpPr>
      <p:grpSpPr>
        <a:xfrm>
          <a:off x="0" y="0"/>
          <a:ext cx="0" cy="0"/>
          <a:chOff x="0" y="0"/>
          <a:chExt cx="0" cy="0"/>
        </a:xfrm>
      </p:grpSpPr>
      <p:sp>
        <p:nvSpPr>
          <p:cNvPr id="538" name="Shape 538"/>
          <p:cNvSpPr txBox="1"/>
          <p:nvPr/>
        </p:nvSpPr>
        <p:spPr>
          <a:xfrm>
            <a:off x="20209" y="4785249"/>
            <a:ext cx="2002200" cy="423000"/>
          </a:xfrm>
          <a:prstGeom prst="rect">
            <a:avLst/>
          </a:prstGeom>
          <a:noFill/>
          <a:ln>
            <a:noFill/>
          </a:ln>
        </p:spPr>
        <p:txBody>
          <a:bodyPr anchorCtr="0" anchor="t" bIns="91425" lIns="91425" rIns="91425" tIns="91425">
            <a:noAutofit/>
          </a:bodyPr>
          <a:lstStyle/>
          <a:p>
            <a:pPr lvl="0" rtl="0">
              <a:spcBef>
                <a:spcPts val="0"/>
              </a:spcBef>
              <a:buNone/>
            </a:pPr>
            <a:r>
              <a:rPr b="1" lang="en" sz="1400">
                <a:latin typeface="Droid Sans"/>
                <a:ea typeface="Droid Sans"/>
                <a:cs typeface="Droid Sans"/>
                <a:sym typeface="Droid Sans"/>
              </a:rPr>
              <a:t>#</a:t>
            </a:r>
            <a:r>
              <a:rPr b="1" lang="en" sz="1400">
                <a:solidFill>
                  <a:srgbClr val="222222"/>
                </a:solidFill>
                <a:highlight>
                  <a:srgbClr val="FFFFFF"/>
                </a:highlight>
                <a:latin typeface="Droid Sans"/>
                <a:ea typeface="Droid Sans"/>
                <a:cs typeface="Droid Sans"/>
                <a:sym typeface="Droid Sans"/>
              </a:rPr>
              <a:t>ONOSProject</a:t>
            </a:r>
          </a:p>
        </p:txBody>
      </p:sp>
      <p:sp>
        <p:nvSpPr>
          <p:cNvPr id="539" name="Shape 539"/>
          <p:cNvSpPr/>
          <p:nvPr/>
        </p:nvSpPr>
        <p:spPr>
          <a:xfrm>
            <a:off x="0" y="0"/>
            <a:ext cx="9144000" cy="594600"/>
          </a:xfrm>
          <a:prstGeom prst="rect">
            <a:avLst/>
          </a:prstGeom>
          <a:solidFill>
            <a:srgbClr val="B43232"/>
          </a:solidFill>
          <a:ln>
            <a:noFill/>
          </a:ln>
        </p:spPr>
        <p:txBody>
          <a:bodyPr anchorCtr="0" anchor="ctr" bIns="91425" lIns="91425" rIns="91425" tIns="91425">
            <a:noAutofit/>
          </a:bodyPr>
          <a:lstStyle/>
          <a:p>
            <a:pPr lvl="0">
              <a:spcBef>
                <a:spcPts val="0"/>
              </a:spcBef>
              <a:buNone/>
            </a:pPr>
            <a:r>
              <a:t/>
            </a:r>
            <a:endParaRPr/>
          </a:p>
        </p:txBody>
      </p:sp>
      <p:sp>
        <p:nvSpPr>
          <p:cNvPr id="540" name="Shape 540"/>
          <p:cNvSpPr txBox="1"/>
          <p:nvPr/>
        </p:nvSpPr>
        <p:spPr>
          <a:xfrm>
            <a:off x="8472457" y="4663216"/>
            <a:ext cx="548700" cy="393600"/>
          </a:xfrm>
          <a:prstGeom prst="rect">
            <a:avLst/>
          </a:prstGeom>
          <a:noFill/>
          <a:ln>
            <a:noFill/>
          </a:ln>
        </p:spPr>
        <p:txBody>
          <a:bodyPr anchorCtr="0" anchor="ctr" bIns="91425" lIns="91425" rIns="91425" tIns="91425">
            <a:noAutofit/>
          </a:bodyPr>
          <a:lstStyle/>
          <a:p>
            <a:pPr lvl="0" rtl="0" algn="r">
              <a:spcBef>
                <a:spcPts val="0"/>
              </a:spcBef>
              <a:buNone/>
            </a:pPr>
            <a:fld id="{00000000-1234-1234-1234-123412341234}" type="slidenum">
              <a:rPr lang="en" sz="1000">
                <a:solidFill>
                  <a:srgbClr val="595959"/>
                </a:solidFill>
              </a:rPr>
              <a:t>‹#›</a:t>
            </a:fld>
          </a:p>
        </p:txBody>
      </p:sp>
      <p:pic>
        <p:nvPicPr>
          <p:cNvPr descr="Screen Shot 2016-02-22 at 11.58.40 AM copy.png" id="541" name="Shape 541"/>
          <p:cNvPicPr preferRelativeResize="0"/>
          <p:nvPr/>
        </p:nvPicPr>
        <p:blipFill>
          <a:blip r:embed="rId2">
            <a:alphaModFix/>
          </a:blip>
          <a:stretch>
            <a:fillRect/>
          </a:stretch>
        </p:blipFill>
        <p:spPr>
          <a:xfrm>
            <a:off x="8262134" y="-130396"/>
            <a:ext cx="759036" cy="783520"/>
          </a:xfrm>
          <a:prstGeom prst="rect">
            <a:avLst/>
          </a:prstGeom>
          <a:noFill/>
          <a:ln>
            <a:noFill/>
          </a:ln>
        </p:spPr>
      </p:pic>
      <p:sp>
        <p:nvSpPr>
          <p:cNvPr id="542" name="Shape 542"/>
          <p:cNvSpPr txBox="1"/>
          <p:nvPr>
            <p:ph type="ctrTitle"/>
          </p:nvPr>
        </p:nvSpPr>
        <p:spPr>
          <a:xfrm>
            <a:off x="311736" y="68990"/>
            <a:ext cx="8520600" cy="423000"/>
          </a:xfrm>
          <a:prstGeom prst="rect">
            <a:avLst/>
          </a:prstGeom>
          <a:noFill/>
          <a:ln>
            <a:noFill/>
          </a:ln>
        </p:spPr>
        <p:txBody>
          <a:bodyPr anchorCtr="0" anchor="ctr" bIns="34275" lIns="34275" rIns="34275" tIns="34275"/>
          <a:lstStyle>
            <a:lvl1pPr lvl="0" rtl="0">
              <a:spcBef>
                <a:spcPts val="0"/>
              </a:spcBef>
              <a:buClr>
                <a:srgbClr val="FFFFFF"/>
              </a:buClr>
              <a:buSzPct val="100000"/>
              <a:buFont typeface="Droid Sans"/>
              <a:defRPr b="1" sz="2800">
                <a:solidFill>
                  <a:srgbClr val="FFFFFF"/>
                </a:solidFill>
                <a:latin typeface="Droid Sans"/>
                <a:ea typeface="Droid Sans"/>
                <a:cs typeface="Droid Sans"/>
                <a:sym typeface="Droid Sans"/>
              </a:defRPr>
            </a:lvl1pPr>
            <a:lvl2pPr lvl="1" rtl="0">
              <a:spcBef>
                <a:spcPts val="0"/>
              </a:spcBef>
              <a:buClr>
                <a:srgbClr val="FFFFFF"/>
              </a:buClr>
              <a:buSzPct val="100000"/>
              <a:defRPr sz="5200">
                <a:solidFill>
                  <a:srgbClr val="FFFFFF"/>
                </a:solidFill>
              </a:defRPr>
            </a:lvl2pPr>
            <a:lvl3pPr lvl="2" rtl="0">
              <a:spcBef>
                <a:spcPts val="0"/>
              </a:spcBef>
              <a:buClr>
                <a:srgbClr val="FFFFFF"/>
              </a:buClr>
              <a:buSzPct val="100000"/>
              <a:defRPr sz="5200">
                <a:solidFill>
                  <a:srgbClr val="FFFFFF"/>
                </a:solidFill>
              </a:defRPr>
            </a:lvl3pPr>
            <a:lvl4pPr lvl="3" rtl="0">
              <a:spcBef>
                <a:spcPts val="0"/>
              </a:spcBef>
              <a:buClr>
                <a:srgbClr val="FFFFFF"/>
              </a:buClr>
              <a:buSzPct val="100000"/>
              <a:defRPr sz="5200">
                <a:solidFill>
                  <a:srgbClr val="FFFFFF"/>
                </a:solidFill>
              </a:defRPr>
            </a:lvl4pPr>
            <a:lvl5pPr lvl="4" rtl="0">
              <a:spcBef>
                <a:spcPts val="0"/>
              </a:spcBef>
              <a:buClr>
                <a:srgbClr val="FFFFFF"/>
              </a:buClr>
              <a:buSzPct val="100000"/>
              <a:defRPr sz="5200">
                <a:solidFill>
                  <a:srgbClr val="FFFFFF"/>
                </a:solidFill>
              </a:defRPr>
            </a:lvl5pPr>
            <a:lvl6pPr lvl="5" rtl="0">
              <a:spcBef>
                <a:spcPts val="0"/>
              </a:spcBef>
              <a:buClr>
                <a:srgbClr val="FFFFFF"/>
              </a:buClr>
              <a:buSzPct val="100000"/>
              <a:defRPr sz="5200">
                <a:solidFill>
                  <a:srgbClr val="FFFFFF"/>
                </a:solidFill>
              </a:defRPr>
            </a:lvl6pPr>
            <a:lvl7pPr lvl="6" rtl="0">
              <a:spcBef>
                <a:spcPts val="0"/>
              </a:spcBef>
              <a:buClr>
                <a:srgbClr val="FFFFFF"/>
              </a:buClr>
              <a:buSzPct val="100000"/>
              <a:defRPr sz="5200">
                <a:solidFill>
                  <a:srgbClr val="FFFFFF"/>
                </a:solidFill>
              </a:defRPr>
            </a:lvl7pPr>
            <a:lvl8pPr lvl="7" rtl="0">
              <a:spcBef>
                <a:spcPts val="0"/>
              </a:spcBef>
              <a:buClr>
                <a:srgbClr val="FFFFFF"/>
              </a:buClr>
              <a:buSzPct val="100000"/>
              <a:defRPr sz="5200">
                <a:solidFill>
                  <a:srgbClr val="FFFFFF"/>
                </a:solidFill>
              </a:defRPr>
            </a:lvl8pPr>
            <a:lvl9pPr lvl="8" rtl="0">
              <a:spcBef>
                <a:spcPts val="0"/>
              </a:spcBef>
              <a:buClr>
                <a:srgbClr val="FFFFFF"/>
              </a:buClr>
              <a:buSzPct val="100000"/>
              <a:defRPr sz="5200">
                <a:solidFill>
                  <a:srgbClr val="FFFFFF"/>
                </a:solidFill>
              </a:defRPr>
            </a:lvl9pPr>
          </a:lstStyle>
          <a:p/>
        </p:txBody>
      </p:sp>
      <p:sp>
        <p:nvSpPr>
          <p:cNvPr id="543" name="Shape 543"/>
          <p:cNvSpPr txBox="1"/>
          <p:nvPr>
            <p:ph idx="1" type="body"/>
          </p:nvPr>
        </p:nvSpPr>
        <p:spPr>
          <a:xfrm>
            <a:off x="311736" y="935306"/>
            <a:ext cx="8646600" cy="3849900"/>
          </a:xfrm>
          <a:prstGeom prst="rect">
            <a:avLst/>
          </a:prstGeom>
          <a:noFill/>
          <a:ln>
            <a:noFill/>
          </a:ln>
        </p:spPr>
        <p:txBody>
          <a:bodyPr anchorCtr="0" anchor="ctr" bIns="34275" lIns="34275" rIns="34275" tIns="34275"/>
          <a:lstStyle>
            <a:lvl1pPr lvl="0" rtl="0">
              <a:spcBef>
                <a:spcPts val="0"/>
              </a:spcBef>
              <a:buSzPct val="100000"/>
              <a:buFont typeface="Droid Sans"/>
              <a:defRPr sz="900">
                <a:latin typeface="Droid Sans"/>
                <a:ea typeface="Droid Sans"/>
                <a:cs typeface="Droid Sans"/>
                <a:sym typeface="Droid Sans"/>
              </a:defRPr>
            </a:lvl1pPr>
            <a:lvl2pPr lvl="1" rtl="0">
              <a:spcBef>
                <a:spcPts val="0"/>
              </a:spcBef>
              <a:buSzPct val="100000"/>
              <a:buFont typeface="Droid Sans"/>
              <a:defRPr sz="900">
                <a:latin typeface="Droid Sans"/>
                <a:ea typeface="Droid Sans"/>
                <a:cs typeface="Droid Sans"/>
                <a:sym typeface="Droid Sans"/>
              </a:defRPr>
            </a:lvl2pPr>
            <a:lvl3pPr lvl="2" rtl="0">
              <a:spcBef>
                <a:spcPts val="0"/>
              </a:spcBef>
              <a:buSzPct val="100000"/>
              <a:buFont typeface="Droid Sans"/>
              <a:defRPr sz="900">
                <a:latin typeface="Droid Sans"/>
                <a:ea typeface="Droid Sans"/>
                <a:cs typeface="Droid Sans"/>
                <a:sym typeface="Droid Sans"/>
              </a:defRPr>
            </a:lvl3pPr>
            <a:lvl4pPr lvl="3" rtl="0">
              <a:spcBef>
                <a:spcPts val="0"/>
              </a:spcBef>
              <a:buSzPct val="100000"/>
              <a:buFont typeface="Droid Sans"/>
              <a:defRPr sz="900">
                <a:latin typeface="Droid Sans"/>
                <a:ea typeface="Droid Sans"/>
                <a:cs typeface="Droid Sans"/>
                <a:sym typeface="Droid Sans"/>
              </a:defRPr>
            </a:lvl4pPr>
            <a:lvl5pPr lvl="4" rtl="0">
              <a:spcBef>
                <a:spcPts val="0"/>
              </a:spcBef>
              <a:buSzPct val="100000"/>
              <a:buFont typeface="Droid Sans"/>
              <a:defRPr sz="900">
                <a:latin typeface="Droid Sans"/>
                <a:ea typeface="Droid Sans"/>
                <a:cs typeface="Droid Sans"/>
                <a:sym typeface="Droid Sans"/>
              </a:defRPr>
            </a:lvl5pPr>
            <a:lvl6pPr lvl="5" rtl="0">
              <a:spcBef>
                <a:spcPts val="0"/>
              </a:spcBef>
              <a:buSzPct val="100000"/>
              <a:buFont typeface="Droid Sans"/>
              <a:defRPr sz="900">
                <a:latin typeface="Droid Sans"/>
                <a:ea typeface="Droid Sans"/>
                <a:cs typeface="Droid Sans"/>
                <a:sym typeface="Droid Sans"/>
              </a:defRPr>
            </a:lvl6pPr>
            <a:lvl7pPr lvl="6" rtl="0">
              <a:spcBef>
                <a:spcPts val="0"/>
              </a:spcBef>
              <a:buSzPct val="100000"/>
              <a:buFont typeface="Droid Sans"/>
              <a:defRPr sz="900">
                <a:latin typeface="Droid Sans"/>
                <a:ea typeface="Droid Sans"/>
                <a:cs typeface="Droid Sans"/>
                <a:sym typeface="Droid Sans"/>
              </a:defRPr>
            </a:lvl7pPr>
            <a:lvl8pPr lvl="7" rtl="0">
              <a:spcBef>
                <a:spcPts val="0"/>
              </a:spcBef>
              <a:buSzPct val="100000"/>
              <a:buFont typeface="Droid Sans"/>
              <a:defRPr sz="900">
                <a:latin typeface="Droid Sans"/>
                <a:ea typeface="Droid Sans"/>
                <a:cs typeface="Droid Sans"/>
                <a:sym typeface="Droid Sans"/>
              </a:defRPr>
            </a:lvl8pPr>
            <a:lvl9pPr lvl="8">
              <a:spcBef>
                <a:spcPts val="0"/>
              </a:spcBef>
              <a:buSzPct val="100000"/>
              <a:buFont typeface="Droid Sans"/>
              <a:defRPr sz="900">
                <a:latin typeface="Droid Sans"/>
                <a:ea typeface="Droid Sans"/>
                <a:cs typeface="Droid Sans"/>
                <a:sym typeface="Droid Sans"/>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544" name="Shape 544"/>
        <p:cNvGrpSpPr/>
        <p:nvPr/>
      </p:nvGrpSpPr>
      <p:grpSpPr>
        <a:xfrm>
          <a:off x="0" y="0"/>
          <a:ext cx="0" cy="0"/>
          <a:chOff x="0" y="0"/>
          <a:chExt cx="0" cy="0"/>
        </a:xfrm>
      </p:grpSpPr>
      <p:pic>
        <p:nvPicPr>
          <p:cNvPr descr="Screen Shot 2016-02-22 at 11.58.40 AM copy.png" id="545" name="Shape 545"/>
          <p:cNvPicPr preferRelativeResize="0"/>
          <p:nvPr/>
        </p:nvPicPr>
        <p:blipFill>
          <a:blip r:embed="rId2">
            <a:alphaModFix/>
          </a:blip>
          <a:stretch>
            <a:fillRect/>
          </a:stretch>
        </p:blipFill>
        <p:spPr>
          <a:xfrm>
            <a:off x="8179725" y="-132725"/>
            <a:ext cx="925775" cy="955650"/>
          </a:xfrm>
          <a:prstGeom prst="rect">
            <a:avLst/>
          </a:prstGeom>
          <a:noFill/>
          <a:ln>
            <a:noFill/>
          </a:ln>
        </p:spPr>
      </p:pic>
      <p:sp>
        <p:nvSpPr>
          <p:cNvPr id="546" name="Shape 546"/>
          <p:cNvSpPr txBox="1"/>
          <p:nvPr>
            <p:ph idx="12" type="sldNum"/>
          </p:nvPr>
        </p:nvSpPr>
        <p:spPr>
          <a:xfrm>
            <a:off x="8556791" y="4749850"/>
            <a:ext cx="548700" cy="393600"/>
          </a:xfrm>
          <a:prstGeom prst="rect">
            <a:avLst/>
          </a:prstGeom>
          <a:noFill/>
          <a:ln>
            <a:noFill/>
          </a:ln>
        </p:spPr>
        <p:txBody>
          <a:bodyPr anchorCtr="0" anchor="ctr" bIns="91425" lIns="91425" rIns="91425" tIns="91425">
            <a:noAutofit/>
          </a:bodyPr>
          <a:lstStyle/>
          <a:p>
            <a:pPr lvl="0" rtl="0">
              <a:spcBef>
                <a:spcPts val="0"/>
              </a:spcBef>
              <a:buNone/>
            </a:pPr>
            <a:fld id="{00000000-1234-1234-1234-123412341234}" type="slidenum">
              <a:rPr lang="en"/>
              <a:t>‹#›</a:t>
            </a:fld>
          </a:p>
        </p:txBody>
      </p:sp>
      <p:sp>
        <p:nvSpPr>
          <p:cNvPr id="547" name="Shape 547"/>
          <p:cNvSpPr txBox="1"/>
          <p:nvPr/>
        </p:nvSpPr>
        <p:spPr>
          <a:xfrm>
            <a:off x="245175" y="70600"/>
            <a:ext cx="7852800" cy="630600"/>
          </a:xfrm>
          <a:prstGeom prst="rect">
            <a:avLst/>
          </a:prstGeom>
          <a:noFill/>
          <a:ln>
            <a:noFill/>
          </a:ln>
        </p:spPr>
        <p:txBody>
          <a:bodyPr anchorCtr="0" anchor="t" bIns="91425" lIns="91425" rIns="91425" tIns="91425">
            <a:noAutofit/>
          </a:bodyPr>
          <a:lstStyle/>
          <a:p>
            <a:pPr lvl="0" rtl="0" algn="ctr">
              <a:spcBef>
                <a:spcPts val="0"/>
              </a:spcBef>
              <a:buNone/>
            </a:pPr>
            <a:r>
              <a:rPr lang="en" sz="3600">
                <a:solidFill>
                  <a:srgbClr val="FFFFFF"/>
                </a:solidFill>
              </a:rPr>
              <a:t>Slide title</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only">
    <p:spTree>
      <p:nvGrpSpPr>
        <p:cNvPr id="548" name="Shape 548"/>
        <p:cNvGrpSpPr/>
        <p:nvPr/>
      </p:nvGrpSpPr>
      <p:grpSpPr>
        <a:xfrm>
          <a:off x="0" y="0"/>
          <a:ext cx="0" cy="0"/>
          <a:chOff x="0" y="0"/>
          <a:chExt cx="0" cy="0"/>
        </a:xfrm>
      </p:grpSpPr>
      <p:sp>
        <p:nvSpPr>
          <p:cNvPr id="549" name="Shape 549"/>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550" name="Shape 550"/>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51" name="Shape 551"/>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552" name="Shape 552"/>
        <p:cNvGrpSpPr/>
        <p:nvPr/>
      </p:nvGrpSpPr>
      <p:grpSpPr>
        <a:xfrm>
          <a:off x="0" y="0"/>
          <a:ext cx="0" cy="0"/>
          <a:chOff x="0" y="0"/>
          <a:chExt cx="0" cy="0"/>
        </a:xfrm>
      </p:grpSpPr>
      <p:sp>
        <p:nvSpPr>
          <p:cNvPr id="553" name="Shape 553"/>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554" name="Shape 554"/>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55" name="Shape 555"/>
          <p:cNvPicPr preferRelativeResize="0"/>
          <p:nvPr/>
        </p:nvPicPr>
        <p:blipFill rotWithShape="1">
          <a:blip r:embed="rId2">
            <a:alphaModFix amt="96000"/>
          </a:blip>
          <a:srcRect b="0" l="0" r="0" t="0"/>
          <a:stretch/>
        </p:blipFill>
        <p:spPr>
          <a:xfrm>
            <a:off x="8344100" y="131245"/>
            <a:ext cx="623099" cy="577293"/>
          </a:xfrm>
          <a:prstGeom prst="rect">
            <a:avLst/>
          </a:prstGeom>
          <a:noFill/>
          <a:ln>
            <a:noFill/>
          </a:ln>
        </p:spPr>
      </p:pic>
      <p:sp>
        <p:nvSpPr>
          <p:cNvPr id="556" name="Shape 556"/>
          <p:cNvSpPr txBox="1"/>
          <p:nvPr>
            <p:ph idx="1" type="body"/>
          </p:nvPr>
        </p:nvSpPr>
        <p:spPr>
          <a:xfrm>
            <a:off x="457200" y="751497"/>
            <a:ext cx="8229600" cy="39894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1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2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0" Type="http://schemas.openxmlformats.org/officeDocument/2006/relationships/theme" Target="../theme/theme6.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5.xml"/><Relationship Id="rId12" Type="http://schemas.openxmlformats.org/officeDocument/2006/relationships/slideLayout" Target="../slideLayouts/slideLayout35.xml"/><Relationship Id="rId1" Type="http://schemas.openxmlformats.org/officeDocument/2006/relationships/image" Target="../media/image15.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theme" Target="../theme/theme4.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52.xml"/><Relationship Id="rId10" Type="http://schemas.openxmlformats.org/officeDocument/2006/relationships/slideLayout" Target="../slideLayouts/slideLayout51.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 Type="http://schemas.openxmlformats.org/officeDocument/2006/relationships/image" Target="../media/image08.png"/><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5" Type="http://schemas.openxmlformats.org/officeDocument/2006/relationships/theme" Target="../theme/theme7.xml"/><Relationship Id="rId14" Type="http://schemas.openxmlformats.org/officeDocument/2006/relationships/slideLayout" Target="../slideLayouts/slideLayout5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66.xml"/><Relationship Id="rId10" Type="http://schemas.openxmlformats.org/officeDocument/2006/relationships/slideLayout" Target="../slideLayouts/slideLayout65.xml"/><Relationship Id="rId13" Type="http://schemas.openxmlformats.org/officeDocument/2006/relationships/slideLayout" Target="../slideLayouts/slideLayout68.xml"/><Relationship Id="rId12" Type="http://schemas.openxmlformats.org/officeDocument/2006/relationships/slideLayout" Target="../slideLayouts/slideLayout67.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theme" Target="../theme/theme11.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79.xml"/><Relationship Id="rId10" Type="http://schemas.openxmlformats.org/officeDocument/2006/relationships/slideLayout" Target="../slideLayouts/slideLayout78.xml"/><Relationship Id="rId13" Type="http://schemas.openxmlformats.org/officeDocument/2006/relationships/slideLayout" Target="../slideLayouts/slideLayout81.xml"/><Relationship Id="rId12" Type="http://schemas.openxmlformats.org/officeDocument/2006/relationships/slideLayout" Target="../slideLayouts/slideLayout80.xml"/><Relationship Id="rId1" Type="http://schemas.openxmlformats.org/officeDocument/2006/relationships/slideLayout" Target="../slideLayouts/slideLayout69.xml"/><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theme" Target="../theme/theme8.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9" Type="http://schemas.openxmlformats.org/officeDocument/2006/relationships/theme" Target="../theme/theme2.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slideLayout" Target="../slideLayouts/slideLayout91.xml"/><Relationship Id="rId3" Type="http://schemas.openxmlformats.org/officeDocument/2006/relationships/slideLayout" Target="../slideLayouts/slideLayout92.xml"/><Relationship Id="rId4" Type="http://schemas.openxmlformats.org/officeDocument/2006/relationships/slideLayout" Target="../slideLayouts/slideLayout93.xml"/><Relationship Id="rId5" Type="http://schemas.openxmlformats.org/officeDocument/2006/relationships/slideLayout" Target="../slideLayouts/slideLayout94.xml"/><Relationship Id="rId6" Type="http://schemas.openxmlformats.org/officeDocument/2006/relationships/slideLayout" Target="../slideLayouts/slideLayout95.xml"/><Relationship Id="rId7"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77775" y="3"/>
            <a:ext cx="8229600" cy="857400"/>
          </a:xfrm>
          <a:prstGeom prst="rect">
            <a:avLst/>
          </a:prstGeom>
          <a:noFill/>
          <a:ln>
            <a:noFill/>
          </a:ln>
        </p:spPr>
        <p:txBody>
          <a:bodyPr anchorCtr="0" anchor="b" bIns="91425" lIns="91425" rIns="91425" tIns="91425"/>
          <a:lstStyle>
            <a:lvl1pPr lvl="0">
              <a:spcBef>
                <a:spcPts val="0"/>
              </a:spcBef>
              <a:buClr>
                <a:srgbClr val="85200C"/>
              </a:buClr>
              <a:buSzPct val="100000"/>
              <a:buNone/>
              <a:defRPr b="1" sz="3600">
                <a:solidFill>
                  <a:srgbClr val="85200C"/>
                </a:solidFill>
              </a:defRPr>
            </a:lvl1pPr>
            <a:lvl2pPr lvl="1">
              <a:spcBef>
                <a:spcPts val="0"/>
              </a:spcBef>
              <a:buClr>
                <a:srgbClr val="85200C"/>
              </a:buClr>
              <a:buSzPct val="100000"/>
              <a:buNone/>
              <a:defRPr b="1" sz="3600">
                <a:solidFill>
                  <a:srgbClr val="85200C"/>
                </a:solidFill>
              </a:defRPr>
            </a:lvl2pPr>
            <a:lvl3pPr lvl="2">
              <a:spcBef>
                <a:spcPts val="0"/>
              </a:spcBef>
              <a:buClr>
                <a:srgbClr val="85200C"/>
              </a:buClr>
              <a:buSzPct val="100000"/>
              <a:buNone/>
              <a:defRPr b="1" sz="3600">
                <a:solidFill>
                  <a:srgbClr val="85200C"/>
                </a:solidFill>
              </a:defRPr>
            </a:lvl3pPr>
            <a:lvl4pPr lvl="3">
              <a:spcBef>
                <a:spcPts val="0"/>
              </a:spcBef>
              <a:buClr>
                <a:srgbClr val="85200C"/>
              </a:buClr>
              <a:buSzPct val="100000"/>
              <a:buNone/>
              <a:defRPr b="1" sz="3600">
                <a:solidFill>
                  <a:srgbClr val="85200C"/>
                </a:solidFill>
              </a:defRPr>
            </a:lvl4pPr>
            <a:lvl5pPr lvl="4">
              <a:spcBef>
                <a:spcPts val="0"/>
              </a:spcBef>
              <a:buClr>
                <a:srgbClr val="85200C"/>
              </a:buClr>
              <a:buSzPct val="100000"/>
              <a:buNone/>
              <a:defRPr b="1" sz="3600">
                <a:solidFill>
                  <a:srgbClr val="85200C"/>
                </a:solidFill>
              </a:defRPr>
            </a:lvl5pPr>
            <a:lvl6pPr lvl="5">
              <a:spcBef>
                <a:spcPts val="0"/>
              </a:spcBef>
              <a:buClr>
                <a:srgbClr val="85200C"/>
              </a:buClr>
              <a:buSzPct val="100000"/>
              <a:buNone/>
              <a:defRPr b="1" sz="3600">
                <a:solidFill>
                  <a:srgbClr val="85200C"/>
                </a:solidFill>
              </a:defRPr>
            </a:lvl6pPr>
            <a:lvl7pPr lvl="6">
              <a:spcBef>
                <a:spcPts val="0"/>
              </a:spcBef>
              <a:buClr>
                <a:srgbClr val="85200C"/>
              </a:buClr>
              <a:buSzPct val="100000"/>
              <a:buNone/>
              <a:defRPr b="1" sz="3600">
                <a:solidFill>
                  <a:srgbClr val="85200C"/>
                </a:solidFill>
              </a:defRPr>
            </a:lvl7pPr>
            <a:lvl8pPr lvl="7">
              <a:spcBef>
                <a:spcPts val="0"/>
              </a:spcBef>
              <a:buClr>
                <a:srgbClr val="85200C"/>
              </a:buClr>
              <a:buSzPct val="100000"/>
              <a:buNone/>
              <a:defRPr b="1" sz="3600">
                <a:solidFill>
                  <a:srgbClr val="85200C"/>
                </a:solidFill>
              </a:defRPr>
            </a:lvl8pPr>
            <a:lvl9pPr lvl="8">
              <a:spcBef>
                <a:spcPts val="0"/>
              </a:spcBef>
              <a:buClr>
                <a:srgbClr val="85200C"/>
              </a:buClr>
              <a:buSzPct val="100000"/>
              <a:buNone/>
              <a:defRPr b="1" sz="3600">
                <a:solidFill>
                  <a:srgbClr val="85200C"/>
                </a:solidFill>
              </a:defRPr>
            </a:lvl9pPr>
          </a:lstStyle>
          <a:p/>
        </p:txBody>
      </p:sp>
      <p:sp>
        <p:nvSpPr>
          <p:cNvPr id="7" name="Shape 7"/>
          <p:cNvSpPr txBox="1"/>
          <p:nvPr>
            <p:ph idx="1" type="body"/>
          </p:nvPr>
        </p:nvSpPr>
        <p:spPr>
          <a:xfrm>
            <a:off x="457200" y="760325"/>
            <a:ext cx="8229600" cy="3989400"/>
          </a:xfrm>
          <a:prstGeom prst="rect">
            <a:avLst/>
          </a:prstGeom>
          <a:noFill/>
          <a:ln>
            <a:noFill/>
          </a:ln>
        </p:spPr>
        <p:txBody>
          <a:bodyPr anchorCtr="0" anchor="t" bIns="91425" lIns="91425" rIns="91425" tIns="91425"/>
          <a:lstStyle>
            <a:lvl1pPr lvl="0">
              <a:spcBef>
                <a:spcPts val="0"/>
              </a:spcBef>
              <a:buClr>
                <a:schemeClr val="dk1"/>
              </a:buClr>
              <a:buSzPct val="100000"/>
              <a:defRPr sz="3200">
                <a:solidFill>
                  <a:schemeClr val="dk1"/>
                </a:solidFill>
              </a:defRPr>
            </a:lvl1pPr>
            <a:lvl2pPr lvl="1">
              <a:spcBef>
                <a:spcPts val="480"/>
              </a:spcBef>
              <a:buClr>
                <a:schemeClr val="dk1"/>
              </a:buClr>
              <a:buSzPct val="100000"/>
              <a:defRPr sz="28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2200">
                <a:solidFill>
                  <a:schemeClr val="dk1"/>
                </a:solidFill>
              </a:defRPr>
            </a:lvl4pPr>
            <a:lvl5pPr lvl="4">
              <a:spcBef>
                <a:spcPts val="360"/>
              </a:spcBef>
              <a:buClr>
                <a:schemeClr val="dk1"/>
              </a:buClr>
              <a:buSzPct val="100000"/>
              <a:defRPr sz="20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sp>
        <p:nvSpPr>
          <p:cNvPr id="8" name="Shape 8"/>
          <p:cNvSpPr txBox="1"/>
          <p:nvPr>
            <p:ph idx="12" type="sldNum"/>
          </p:nvPr>
        </p:nvSpPr>
        <p:spPr>
          <a:xfrm>
            <a:off x="8556791" y="4749850"/>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300">
                <a:solidFill>
                  <a:schemeClr val="dk1"/>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3" name="Shape 5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0" name="Shape 100"/>
        <p:cNvGrpSpPr/>
        <p:nvPr/>
      </p:nvGrpSpPr>
      <p:grpSpPr>
        <a:xfrm>
          <a:off x="0" y="0"/>
          <a:ext cx="0" cy="0"/>
          <a:chOff x="0" y="0"/>
          <a:chExt cx="0" cy="0"/>
        </a:xfrm>
      </p:grpSpPr>
      <p:sp>
        <p:nvSpPr>
          <p:cNvPr id="101" name="Shape 101"/>
          <p:cNvSpPr/>
          <p:nvPr/>
        </p:nvSpPr>
        <p:spPr>
          <a:xfrm>
            <a:off x="0" y="0"/>
            <a:ext cx="9144000" cy="771599"/>
          </a:xfrm>
          <a:prstGeom prst="rect">
            <a:avLst/>
          </a:prstGeom>
          <a:solidFill>
            <a:srgbClr val="B43232"/>
          </a:solidFill>
          <a:ln>
            <a:noFill/>
          </a:ln>
        </p:spPr>
        <p:txBody>
          <a:bodyPr anchorCtr="0" anchor="ctr" bIns="243825" lIns="243825" rIns="243825" tIns="2438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02" name="Shape 102"/>
          <p:cNvSpPr txBox="1"/>
          <p:nvPr>
            <p:ph idx="1" type="body"/>
          </p:nvPr>
        </p:nvSpPr>
        <p:spPr>
          <a:xfrm>
            <a:off x="457200" y="760325"/>
            <a:ext cx="8229600" cy="39894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Droid Sans"/>
              <a:buNone/>
              <a:defRPr b="0" i="0" sz="2400" u="none" cap="none" strike="noStrike">
                <a:solidFill>
                  <a:schemeClr val="dk1"/>
                </a:solidFill>
                <a:latin typeface="Droid Sans"/>
                <a:ea typeface="Droid Sans"/>
                <a:cs typeface="Droid Sans"/>
                <a:sym typeface="Droid Sans"/>
              </a:defRPr>
            </a:lvl1pPr>
            <a:lvl2pPr indent="0" lvl="1" marL="457200" marR="0" rtl="0" algn="l">
              <a:lnSpc>
                <a:spcPct val="100000"/>
              </a:lnSpc>
              <a:spcBef>
                <a:spcPts val="480"/>
              </a:spcBef>
              <a:spcAft>
                <a:spcPts val="0"/>
              </a:spcAft>
              <a:buClr>
                <a:schemeClr val="dk1"/>
              </a:buClr>
              <a:buFont typeface="Droid Sans"/>
              <a:buNone/>
              <a:defRPr b="0" i="0" sz="2000" u="none" cap="none" strike="noStrike">
                <a:solidFill>
                  <a:schemeClr val="dk1"/>
                </a:solidFill>
                <a:latin typeface="Droid Sans"/>
                <a:ea typeface="Droid Sans"/>
                <a:cs typeface="Droid Sans"/>
                <a:sym typeface="Droid Sans"/>
              </a:defRPr>
            </a:lvl2pPr>
            <a:lvl3pPr indent="0" lvl="2" marL="914400" marR="0" rtl="0" algn="l">
              <a:lnSpc>
                <a:spcPct val="100000"/>
              </a:lnSpc>
              <a:spcBef>
                <a:spcPts val="480"/>
              </a:spcBef>
              <a:spcAft>
                <a:spcPts val="0"/>
              </a:spcAft>
              <a:buClr>
                <a:schemeClr val="dk1"/>
              </a:buClr>
              <a:buFont typeface="Droid Sans"/>
              <a:buNone/>
              <a:defRPr b="0" i="0" sz="1600" u="none" cap="none" strike="noStrike">
                <a:solidFill>
                  <a:schemeClr val="dk1"/>
                </a:solidFill>
                <a:latin typeface="Droid Sans"/>
                <a:ea typeface="Droid Sans"/>
                <a:cs typeface="Droid Sans"/>
                <a:sym typeface="Droid Sans"/>
              </a:defRPr>
            </a:lvl3pPr>
            <a:lvl4pPr indent="0" lvl="3" marL="1371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4pPr>
            <a:lvl5pPr indent="0" lvl="4" marL="18288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5pPr>
            <a:lvl6pPr indent="0" lvl="5" marL="22860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6pPr>
            <a:lvl7pPr indent="0" lvl="6" marL="27432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7pPr>
            <a:lvl8pPr indent="0" lvl="7" marL="32004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8pPr>
            <a:lvl9pPr indent="0" lvl="8" marL="3657600" marR="0" rtl="0" algn="l">
              <a:lnSpc>
                <a:spcPct val="100000"/>
              </a:lnSpc>
              <a:spcBef>
                <a:spcPts val="360"/>
              </a:spcBef>
              <a:spcAft>
                <a:spcPts val="0"/>
              </a:spcAft>
              <a:buClr>
                <a:schemeClr val="dk1"/>
              </a:buClr>
              <a:buFont typeface="Droid Sans"/>
              <a:buNone/>
              <a:defRPr b="0" i="0" sz="1400" u="none" cap="none" strike="noStrike">
                <a:solidFill>
                  <a:schemeClr val="dk1"/>
                </a:solidFill>
                <a:latin typeface="Droid Sans"/>
                <a:ea typeface="Droid Sans"/>
                <a:cs typeface="Droid Sans"/>
                <a:sym typeface="Droid Sans"/>
              </a:defRPr>
            </a:lvl9pPr>
          </a:lstStyle>
          <a:p/>
        </p:txBody>
      </p:sp>
      <p:sp>
        <p:nvSpPr>
          <p:cNvPr id="103" name="Shape 103"/>
          <p:cNvSpPr txBox="1"/>
          <p:nvPr>
            <p:ph type="title"/>
          </p:nvPr>
        </p:nvSpPr>
        <p:spPr>
          <a:xfrm>
            <a:off x="0" y="0"/>
            <a:ext cx="7640100" cy="771599"/>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FFFFFF"/>
              </a:buClr>
              <a:buFont typeface="Droid Sans"/>
              <a:buNone/>
              <a:defRPr b="1" i="0" sz="3400" u="none" cap="none" strike="noStrike">
                <a:solidFill>
                  <a:srgbClr val="FFFFFF"/>
                </a:solidFill>
                <a:latin typeface="Droid Sans"/>
                <a:ea typeface="Droid Sans"/>
                <a:cs typeface="Droid Sans"/>
                <a:sym typeface="Droid Sans"/>
              </a:defRPr>
            </a:lvl1pPr>
            <a:lvl2pPr indent="0" lvl="1" rtl="0">
              <a:spcBef>
                <a:spcPts val="0"/>
              </a:spcBef>
              <a:buFont typeface="Arial"/>
              <a:buNone/>
              <a:defRPr sz="1800"/>
            </a:lvl2pPr>
            <a:lvl3pPr indent="0" lvl="2" rtl="0">
              <a:spcBef>
                <a:spcPts val="0"/>
              </a:spcBef>
              <a:buFont typeface="Arial"/>
              <a:buNone/>
              <a:defRPr sz="1800"/>
            </a:lvl3pPr>
            <a:lvl4pPr indent="0" lvl="3" rtl="0">
              <a:spcBef>
                <a:spcPts val="0"/>
              </a:spcBef>
              <a:buFont typeface="Arial"/>
              <a:buNone/>
              <a:defRPr sz="1800"/>
            </a:lvl4pPr>
            <a:lvl5pPr indent="0" lvl="4" rtl="0">
              <a:spcBef>
                <a:spcPts val="0"/>
              </a:spcBef>
              <a:buFont typeface="Arial"/>
              <a:buNone/>
              <a:defRPr sz="1800"/>
            </a:lvl5pPr>
            <a:lvl6pPr indent="0" lvl="5" rtl="0">
              <a:spcBef>
                <a:spcPts val="0"/>
              </a:spcBef>
              <a:buFont typeface="Arial"/>
              <a:buNone/>
              <a:defRPr sz="1800"/>
            </a:lvl6pPr>
            <a:lvl7pPr indent="0" lvl="6" rtl="0">
              <a:spcBef>
                <a:spcPts val="0"/>
              </a:spcBef>
              <a:buFont typeface="Arial"/>
              <a:buNone/>
              <a:defRPr sz="1800"/>
            </a:lvl7pPr>
            <a:lvl8pPr indent="0" lvl="7" rtl="0">
              <a:spcBef>
                <a:spcPts val="0"/>
              </a:spcBef>
              <a:buFont typeface="Arial"/>
              <a:buNone/>
              <a:defRPr sz="1800"/>
            </a:lvl8pPr>
            <a:lvl9pPr indent="0" lvl="8">
              <a:spcBef>
                <a:spcPts val="0"/>
              </a:spcBef>
              <a:buFont typeface="Arial"/>
              <a:buNone/>
              <a:defRPr sz="1800"/>
            </a:lvl9pPr>
          </a:lstStyle>
          <a:p/>
        </p:txBody>
      </p:sp>
      <p:pic>
        <p:nvPicPr>
          <p:cNvPr id="104" name="Shape 104"/>
          <p:cNvPicPr preferRelativeResize="0"/>
          <p:nvPr/>
        </p:nvPicPr>
        <p:blipFill rotWithShape="1">
          <a:blip r:embed="rId1">
            <a:alphaModFix/>
          </a:blip>
          <a:srcRect b="0" l="0" r="0" t="0"/>
          <a:stretch/>
        </p:blipFill>
        <p:spPr>
          <a:xfrm>
            <a:off x="8179725" y="-132725"/>
            <a:ext cx="925774" cy="955649"/>
          </a:xfrm>
          <a:prstGeom prst="rect">
            <a:avLst/>
          </a:prstGeom>
          <a:noFill/>
          <a:ln>
            <a:noFill/>
          </a:ln>
        </p:spPr>
      </p:pic>
      <p:sp>
        <p:nvSpPr>
          <p:cNvPr id="105" name="Shape 105"/>
          <p:cNvSpPr txBox="1"/>
          <p:nvPr>
            <p:ph idx="12" type="sldNum"/>
          </p:nvPr>
        </p:nvSpPr>
        <p:spPr>
          <a:xfrm>
            <a:off x="8556782" y="4749850"/>
            <a:ext cx="548699" cy="393600"/>
          </a:xfrm>
          <a:prstGeom prst="rect">
            <a:avLst/>
          </a:prstGeom>
          <a:noFill/>
          <a:ln>
            <a:noFill/>
          </a:ln>
        </p:spPr>
        <p:txBody>
          <a:bodyPr anchorCtr="0" anchor="ctr" bIns="91425" lIns="91425" rIns="91425" tIns="91425">
            <a:noAutofit/>
          </a:bodyPr>
          <a:lstStyle/>
          <a:p>
            <a:pPr indent="0" lvl="0" marL="0" marR="0" rtl="0" algn="r">
              <a:lnSpc>
                <a:spcPct val="100000"/>
              </a:lnSpc>
              <a:spcBef>
                <a:spcPts val="0"/>
              </a:spcBef>
              <a:spcAft>
                <a:spcPts val="0"/>
              </a:spcAft>
              <a:buClr>
                <a:srgbClr val="434343"/>
              </a:buClr>
              <a:buSzPct val="25000"/>
              <a:buFont typeface="Droid Sans"/>
              <a:buNone/>
            </a:pPr>
            <a:fld id="{00000000-1234-1234-1234-123412341234}" type="slidenum">
              <a:rPr b="0" i="0" lang="en" sz="1400" u="none" cap="none" strike="noStrike">
                <a:solidFill>
                  <a:srgbClr val="434343"/>
                </a:solidFill>
                <a:latin typeface="Droid Sans"/>
                <a:ea typeface="Droid Sans"/>
                <a:cs typeface="Droid Sans"/>
                <a:sym typeface="Droid Sans"/>
              </a:rPr>
              <a:t>‹#›</a:t>
            </a:fld>
          </a:p>
        </p:txBody>
      </p:sp>
      <p:sp>
        <p:nvSpPr>
          <p:cNvPr id="106" name="Shape 106"/>
          <p:cNvSpPr txBox="1"/>
          <p:nvPr/>
        </p:nvSpPr>
        <p:spPr>
          <a:xfrm>
            <a:off x="0" y="4753500"/>
            <a:ext cx="1659299" cy="389999"/>
          </a:xfrm>
          <a:prstGeom prst="rect">
            <a:avLst/>
          </a:prstGeom>
          <a:noFill/>
          <a:ln>
            <a:noFill/>
          </a:ln>
        </p:spPr>
        <p:txBody>
          <a:bodyPr anchorCtr="0" anchor="t" bIns="91425" lIns="91425" rIns="91425" tIns="91425">
            <a:noAutofit/>
          </a:bodyPr>
          <a:lstStyle/>
          <a:p>
            <a:pPr indent="0" lvl="0" marL="0" marR="0" rtl="0" algn="l">
              <a:lnSpc>
                <a:spcPct val="100000"/>
              </a:lnSpc>
              <a:spcBef>
                <a:spcPts val="0"/>
              </a:spcBef>
              <a:spcAft>
                <a:spcPts val="0"/>
              </a:spcAft>
              <a:buClr>
                <a:srgbClr val="434343"/>
              </a:buClr>
              <a:buSzPct val="25000"/>
              <a:buFont typeface="Droid Sans"/>
              <a:buNone/>
            </a:pPr>
            <a:r>
              <a:rPr b="1" i="0" lang="en" sz="1400" u="none" cap="none" strike="noStrike">
                <a:solidFill>
                  <a:srgbClr val="434343"/>
                </a:solidFill>
                <a:latin typeface="Droid Sans"/>
                <a:ea typeface="Droid Sans"/>
                <a:cs typeface="Droid Sans"/>
                <a:sym typeface="Droid Sans"/>
              </a:rPr>
              <a:t>#ONOSProject</a:t>
            </a: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1" name="Shape 131"/>
        <p:cNvGrpSpPr/>
        <p:nvPr/>
      </p:nvGrpSpPr>
      <p:grpSpPr>
        <a:xfrm>
          <a:off x="0" y="0"/>
          <a:ext cx="0" cy="0"/>
          <a:chOff x="0" y="0"/>
          <a:chExt cx="0" cy="0"/>
        </a:xfrm>
      </p:grpSpPr>
      <p:sp>
        <p:nvSpPr>
          <p:cNvPr id="132" name="Shape 132"/>
          <p:cNvSpPr txBox="1"/>
          <p:nvPr>
            <p:ph type="title"/>
          </p:nvPr>
        </p:nvSpPr>
        <p:spPr>
          <a:xfrm>
            <a:off x="267375" y="30523"/>
            <a:ext cx="8419424" cy="857250"/>
          </a:xfrm>
          <a:prstGeom prst="rect">
            <a:avLst/>
          </a:prstGeom>
          <a:noFill/>
          <a:ln>
            <a:noFill/>
          </a:ln>
        </p:spPr>
        <p:txBody>
          <a:bodyPr anchorCtr="0" anchor="ctr" bIns="91425" lIns="91425" rIns="91425" tIns="91425"/>
          <a:lstStyle>
            <a:lvl1pPr indent="0" lvl="0" marL="0" marR="0" rtl="0" algn="ctr">
              <a:spcBef>
                <a:spcPts val="0"/>
              </a:spcBef>
              <a:buClr>
                <a:schemeClr val="accent1"/>
              </a:buClr>
              <a:buFont typeface="Calibri"/>
              <a:buNone/>
              <a:defRPr b="0" i="0" sz="3600" u="none" cap="none" strike="noStrike">
                <a:solidFill>
                  <a:schemeClr val="accent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33" name="Shape 133"/>
          <p:cNvSpPr txBox="1"/>
          <p:nvPr>
            <p:ph idx="1" type="body"/>
          </p:nvPr>
        </p:nvSpPr>
        <p:spPr>
          <a:xfrm>
            <a:off x="267375" y="969170"/>
            <a:ext cx="8419424" cy="3625453"/>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134" name="Shape 134"/>
          <p:cNvSpPr txBox="1"/>
          <p:nvPr>
            <p:ph idx="10" type="dt"/>
          </p:nvPr>
        </p:nvSpPr>
        <p:spPr>
          <a:xfrm>
            <a:off x="457200" y="4767264"/>
            <a:ext cx="2133599" cy="273843"/>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35" name="Shape 135"/>
          <p:cNvSpPr txBox="1"/>
          <p:nvPr>
            <p:ph idx="11" type="ftr"/>
          </p:nvPr>
        </p:nvSpPr>
        <p:spPr>
          <a:xfrm>
            <a:off x="3124200" y="4767264"/>
            <a:ext cx="2895600" cy="273843"/>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Arial"/>
              <a:buNone/>
              <a:defRPr b="0" i="0" sz="1200" u="none" cap="none" strike="noStrike">
                <a:solidFill>
                  <a:srgbClr val="888888"/>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136" name="Shape 136"/>
          <p:cNvSpPr txBox="1"/>
          <p:nvPr>
            <p:ph idx="12" type="sldNum"/>
          </p:nvPr>
        </p:nvSpPr>
        <p:spPr>
          <a:xfrm>
            <a:off x="6553200" y="4767264"/>
            <a:ext cx="2133599"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pic>
        <p:nvPicPr>
          <p:cNvPr id="137" name="Shape 137"/>
          <p:cNvPicPr preferRelativeResize="0"/>
          <p:nvPr/>
        </p:nvPicPr>
        <p:blipFill rotWithShape="1">
          <a:blip r:embed="rId1">
            <a:alphaModFix/>
          </a:blip>
          <a:srcRect b="0" l="0" r="0" t="0"/>
          <a:stretch/>
        </p:blipFill>
        <p:spPr>
          <a:xfrm>
            <a:off x="8370631" y="37802"/>
            <a:ext cx="726064" cy="59973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2" name="Shape 212"/>
        <p:cNvGrpSpPr/>
        <p:nvPr/>
      </p:nvGrpSpPr>
      <p:grpSpPr>
        <a:xfrm>
          <a:off x="0" y="0"/>
          <a:ext cx="0" cy="0"/>
          <a:chOff x="0" y="0"/>
          <a:chExt cx="0" cy="0"/>
        </a:xfrm>
      </p:grpSpPr>
      <p:sp>
        <p:nvSpPr>
          <p:cNvPr id="213" name="Shape 213"/>
          <p:cNvSpPr txBox="1"/>
          <p:nvPr>
            <p:ph type="title"/>
          </p:nvPr>
        </p:nvSpPr>
        <p:spPr>
          <a:xfrm>
            <a:off x="457200" y="205978"/>
            <a:ext cx="8229600" cy="85725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rgbClr val="85200C"/>
              </a:buClr>
              <a:buFont typeface="Calibri"/>
              <a:buNone/>
              <a:defRPr b="1" i="0" sz="3600" u="none" cap="none" strike="noStrike">
                <a:solidFill>
                  <a:srgbClr val="85200C"/>
                </a:solidFill>
                <a:latin typeface="Calibri"/>
                <a:ea typeface="Calibri"/>
                <a:cs typeface="Calibri"/>
                <a:sym typeface="Calibri"/>
              </a:defRPr>
            </a:lvl1pPr>
            <a:lvl2pPr indent="0" lvl="1"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2pPr>
            <a:lvl3pPr indent="0" lvl="2">
              <a:spcBef>
                <a:spcPts val="0"/>
              </a:spcBef>
              <a:buClr>
                <a:schemeClr val="dk1"/>
              </a:buClr>
              <a:buFont typeface="Arial"/>
              <a:buNone/>
              <a:defRPr b="1" sz="3600">
                <a:solidFill>
                  <a:schemeClr val="dk1"/>
                </a:solidFill>
              </a:defRPr>
            </a:lvl3pPr>
            <a:lvl4pPr indent="0" lvl="3">
              <a:spcBef>
                <a:spcPts val="0"/>
              </a:spcBef>
              <a:buClr>
                <a:schemeClr val="dk1"/>
              </a:buClr>
              <a:buFont typeface="Arial"/>
              <a:buNone/>
              <a:defRPr b="1" sz="3600">
                <a:solidFill>
                  <a:schemeClr val="dk1"/>
                </a:solidFill>
              </a:defRPr>
            </a:lvl4pPr>
            <a:lvl5pPr indent="0" lvl="4">
              <a:spcBef>
                <a:spcPts val="0"/>
              </a:spcBef>
              <a:buClr>
                <a:schemeClr val="dk1"/>
              </a:buClr>
              <a:buFont typeface="Arial"/>
              <a:buNone/>
              <a:defRPr b="1" sz="3600">
                <a:solidFill>
                  <a:schemeClr val="dk1"/>
                </a:solidFill>
              </a:defRPr>
            </a:lvl5pPr>
            <a:lvl6pPr indent="0" lvl="5">
              <a:spcBef>
                <a:spcPts val="0"/>
              </a:spcBef>
              <a:buClr>
                <a:schemeClr val="dk1"/>
              </a:buClr>
              <a:buFont typeface="Arial"/>
              <a:buNone/>
              <a:defRPr b="1" sz="3600">
                <a:solidFill>
                  <a:schemeClr val="dk1"/>
                </a:solidFill>
              </a:defRPr>
            </a:lvl6pPr>
            <a:lvl7pPr indent="0" lvl="6">
              <a:spcBef>
                <a:spcPts val="0"/>
              </a:spcBef>
              <a:buClr>
                <a:schemeClr val="dk1"/>
              </a:buClr>
              <a:buFont typeface="Arial"/>
              <a:buNone/>
              <a:defRPr b="1" sz="3600">
                <a:solidFill>
                  <a:schemeClr val="dk1"/>
                </a:solidFill>
              </a:defRPr>
            </a:lvl7pPr>
            <a:lvl8pPr indent="0" lvl="7">
              <a:spcBef>
                <a:spcPts val="0"/>
              </a:spcBef>
              <a:buClr>
                <a:schemeClr val="dk1"/>
              </a:buClr>
              <a:buFont typeface="Arial"/>
              <a:buNone/>
              <a:defRPr b="1" sz="3600">
                <a:solidFill>
                  <a:schemeClr val="dk1"/>
                </a:solidFill>
              </a:defRPr>
            </a:lvl8pPr>
            <a:lvl9pPr indent="0" lvl="8">
              <a:spcBef>
                <a:spcPts val="0"/>
              </a:spcBef>
              <a:buClr>
                <a:schemeClr val="dk1"/>
              </a:buClr>
              <a:buFont typeface="Arial"/>
              <a:buNone/>
              <a:defRPr b="1" sz="3600">
                <a:solidFill>
                  <a:schemeClr val="dk1"/>
                </a:solidFill>
              </a:defRPr>
            </a:lvl9pPr>
          </a:lstStyle>
          <a:p/>
        </p:txBody>
      </p:sp>
      <p:sp>
        <p:nvSpPr>
          <p:cNvPr id="214" name="Shape 214"/>
          <p:cNvSpPr txBox="1"/>
          <p:nvPr>
            <p:ph idx="1" type="body"/>
          </p:nvPr>
        </p:nvSpPr>
        <p:spPr>
          <a:xfrm>
            <a:off x="457200" y="1200151"/>
            <a:ext cx="8229600" cy="3725679"/>
          </a:xfrm>
          <a:prstGeom prst="rect">
            <a:avLst/>
          </a:prstGeom>
          <a:noFill/>
          <a:ln>
            <a:noFill/>
          </a:ln>
        </p:spPr>
        <p:txBody>
          <a:bodyPr anchorCtr="0" anchor="t" bIns="91425" lIns="91425" rIns="91425" tIns="91425"/>
          <a:lstStyle>
            <a:lvl1pPr indent="0" lvl="0" marL="0" marR="0" rtl="0" algn="l">
              <a:lnSpc>
                <a:spcPct val="100000"/>
              </a:lnSpc>
              <a:spcBef>
                <a:spcPts val="600"/>
              </a:spcBef>
              <a:spcAft>
                <a:spcPts val="0"/>
              </a:spcAft>
              <a:buClr>
                <a:schemeClr val="dk1"/>
              </a:buClr>
              <a:buFont typeface="Calibri"/>
              <a:buNone/>
              <a:defRPr b="0" i="0" sz="2400" u="none" cap="none" strike="noStrike">
                <a:solidFill>
                  <a:schemeClr val="dk1"/>
                </a:solidFill>
                <a:latin typeface="Calibri"/>
                <a:ea typeface="Calibri"/>
                <a:cs typeface="Calibri"/>
                <a:sym typeface="Calibri"/>
              </a:defRPr>
            </a:lvl1pPr>
            <a:lvl2pPr indent="0" lvl="1" marL="457200" marR="0" rtl="0" algn="l">
              <a:lnSpc>
                <a:spcPct val="100000"/>
              </a:lnSpc>
              <a:spcBef>
                <a:spcPts val="480"/>
              </a:spcBef>
              <a:spcAft>
                <a:spcPts val="0"/>
              </a:spcAft>
              <a:buClr>
                <a:schemeClr val="dk1"/>
              </a:buClr>
              <a:buFont typeface="Arial"/>
              <a:buNone/>
              <a:defRPr b="0" i="0" sz="20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36" name="Shape 236"/>
        <p:cNvGrpSpPr/>
        <p:nvPr/>
      </p:nvGrpSpPr>
      <p:grpSpPr>
        <a:xfrm>
          <a:off x="0" y="0"/>
          <a:ext cx="0" cy="0"/>
          <a:chOff x="0" y="0"/>
          <a:chExt cx="0" cy="0"/>
        </a:xfrm>
      </p:grpSpPr>
      <p:sp>
        <p:nvSpPr>
          <p:cNvPr id="237" name="Shape 237"/>
          <p:cNvSpPr/>
          <p:nvPr/>
        </p:nvSpPr>
        <p:spPr>
          <a:xfrm>
            <a:off x="0" y="0"/>
            <a:ext cx="9144000" cy="894521"/>
          </a:xfrm>
          <a:prstGeom prst="rect">
            <a:avLst/>
          </a:prstGeom>
          <a:solidFill>
            <a:srgbClr val="007EC4"/>
          </a:solid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238" name="Shape 238"/>
          <p:cNvSpPr txBox="1"/>
          <p:nvPr>
            <p:ph type="title"/>
          </p:nvPr>
        </p:nvSpPr>
        <p:spPr>
          <a:xfrm>
            <a:off x="54113" y="40326"/>
            <a:ext cx="9034669" cy="857250"/>
          </a:xfrm>
          <a:prstGeom prst="rect">
            <a:avLst/>
          </a:prstGeom>
          <a:noFill/>
          <a:ln>
            <a:noFill/>
          </a:ln>
        </p:spPr>
        <p:txBody>
          <a:bodyPr anchorCtr="0" anchor="ctr" bIns="91425" lIns="91425" rIns="91425" tIns="91425"/>
          <a:lstStyle>
            <a:lvl1pPr indent="0" lvl="0" marL="0" marR="0" rtl="0" algn="ctr">
              <a:spcBef>
                <a:spcPts val="0"/>
              </a:spcBef>
              <a:buClr>
                <a:srgbClr val="FFFFFF"/>
              </a:buClr>
              <a:buFont typeface="Calibri"/>
              <a:buNone/>
              <a:defRPr b="0" i="0" sz="3600" u="none" cap="none" strike="noStrike">
                <a:solidFill>
                  <a:srgbClr val="FFFFFF"/>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39" name="Shape 239"/>
          <p:cNvSpPr txBox="1"/>
          <p:nvPr>
            <p:ph idx="1" type="body"/>
          </p:nvPr>
        </p:nvSpPr>
        <p:spPr>
          <a:xfrm>
            <a:off x="193260" y="971825"/>
            <a:ext cx="8895521" cy="3622797"/>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40" name="Shape 240"/>
          <p:cNvSpPr txBox="1"/>
          <p:nvPr>
            <p:ph idx="12" type="sldNum"/>
          </p:nvPr>
        </p:nvSpPr>
        <p:spPr>
          <a:xfrm>
            <a:off x="8691217" y="4869655"/>
            <a:ext cx="452782" cy="273843"/>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 sz="1200" u="none" cap="none" strike="noStrike">
                <a:solidFill>
                  <a:srgbClr val="888888"/>
                </a:solidFill>
                <a:latin typeface="Calibri"/>
                <a:ea typeface="Calibri"/>
                <a:cs typeface="Calibri"/>
                <a:sym typeface="Calibri"/>
              </a:rPr>
              <a:t>‹#›</a:t>
            </a:fld>
          </a:p>
        </p:txBody>
      </p:sp>
      <p:pic>
        <p:nvPicPr>
          <p:cNvPr id="241" name="Shape 241"/>
          <p:cNvPicPr preferRelativeResize="0"/>
          <p:nvPr/>
        </p:nvPicPr>
        <p:blipFill rotWithShape="1">
          <a:blip r:embed="rId1">
            <a:alphaModFix/>
          </a:blip>
          <a:srcRect b="0" l="0" r="0" t="0"/>
          <a:stretch/>
        </p:blipFill>
        <p:spPr>
          <a:xfrm>
            <a:off x="8594864" y="0"/>
            <a:ext cx="548699" cy="5486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0" name="Shape 320"/>
        <p:cNvGrpSpPr/>
        <p:nvPr/>
      </p:nvGrpSpPr>
      <p:grpSpPr>
        <a:xfrm>
          <a:off x="0" y="0"/>
          <a:ext cx="0" cy="0"/>
          <a:chOff x="0" y="0"/>
          <a:chExt cx="0" cy="0"/>
        </a:xfrm>
      </p:grpSpPr>
      <p:sp>
        <p:nvSpPr>
          <p:cNvPr id="321" name="Shape 321"/>
          <p:cNvSpPr txBox="1"/>
          <p:nvPr>
            <p:ph type="title"/>
          </p:nvPr>
        </p:nvSpPr>
        <p:spPr>
          <a:xfrm>
            <a:off x="457200" y="205979"/>
            <a:ext cx="8229600"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9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22" name="Shape 322"/>
          <p:cNvSpPr txBox="1"/>
          <p:nvPr>
            <p:ph idx="1" type="body"/>
          </p:nvPr>
        </p:nvSpPr>
        <p:spPr>
          <a:xfrm>
            <a:off x="457200" y="1200150"/>
            <a:ext cx="8229600" cy="3394472"/>
          </a:xfrm>
          <a:prstGeom prst="rect">
            <a:avLst/>
          </a:prstGeom>
          <a:noFill/>
          <a:ln>
            <a:noFill/>
          </a:ln>
        </p:spPr>
        <p:txBody>
          <a:bodyPr anchorCtr="0" anchor="t" bIns="91425" lIns="91425" rIns="91425" tIns="91425"/>
          <a:lstStyle>
            <a:lvl1pPr indent="-121951" lvl="0" marL="306101" marR="0" rtl="0" algn="l">
              <a:spcBef>
                <a:spcPts val="580"/>
              </a:spcBef>
              <a:buClr>
                <a:schemeClr val="dk1"/>
              </a:buClr>
              <a:buSzPct val="100000"/>
              <a:buFont typeface="Arial"/>
              <a:buChar char="•"/>
              <a:defRPr b="0" i="0" sz="2900" u="none" cap="none" strike="noStrike">
                <a:solidFill>
                  <a:schemeClr val="dk1"/>
                </a:solidFill>
                <a:latin typeface="Calibri"/>
                <a:ea typeface="Calibri"/>
                <a:cs typeface="Calibri"/>
                <a:sym typeface="Calibri"/>
              </a:defRPr>
            </a:lvl1pPr>
            <a:lvl2pPr indent="-98068" lvl="1" marL="663218" marR="0" rtl="0" algn="l">
              <a:spcBef>
                <a:spcPts val="500"/>
              </a:spcBef>
              <a:buClr>
                <a:schemeClr val="dk1"/>
              </a:buClr>
              <a:buSzPct val="100000"/>
              <a:buFont typeface="Arial"/>
              <a:buChar char="–"/>
              <a:defRPr b="0" i="0" sz="2500" u="none" cap="none" strike="noStrike">
                <a:solidFill>
                  <a:schemeClr val="dk1"/>
                </a:solidFill>
                <a:latin typeface="Calibri"/>
                <a:ea typeface="Calibri"/>
                <a:cs typeface="Calibri"/>
                <a:sym typeface="Calibri"/>
              </a:defRPr>
            </a:lvl2pPr>
            <a:lvl3pPr indent="-74185" lvl="2" marL="1020335" marR="0" rtl="0" algn="l">
              <a:spcBef>
                <a:spcPts val="420"/>
              </a:spcBef>
              <a:buClr>
                <a:schemeClr val="dk1"/>
              </a:buClr>
              <a:buSzPct val="100000"/>
              <a:buFont typeface="Arial"/>
              <a:buChar char="•"/>
              <a:defRPr b="0" i="0" sz="2100" u="none" cap="none" strike="noStrike">
                <a:solidFill>
                  <a:schemeClr val="dk1"/>
                </a:solidFill>
                <a:latin typeface="Calibri"/>
                <a:ea typeface="Calibri"/>
                <a:cs typeface="Calibri"/>
                <a:sym typeface="Calibri"/>
              </a:defRPr>
            </a:lvl3pPr>
            <a:lvl4pPr indent="-94966" lvl="3" marL="142846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96702" lvl="4" marL="1836602"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98437" lvl="5" marL="2244737"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00172" lvl="6" marL="2652873"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01905" lvl="7" marL="3061005"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90935" lvl="8" marL="3469136"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323" name="Shape 323"/>
          <p:cNvSpPr txBox="1"/>
          <p:nvPr>
            <p:ph idx="10" type="dt"/>
          </p:nvPr>
        </p:nvSpPr>
        <p:spPr>
          <a:xfrm>
            <a:off x="457200" y="4767265"/>
            <a:ext cx="2133599" cy="273843"/>
          </a:xfrm>
          <a:prstGeom prst="rect">
            <a:avLst/>
          </a:prstGeom>
          <a:noFill/>
          <a:ln>
            <a:noFill/>
          </a:ln>
        </p:spPr>
        <p:txBody>
          <a:bodyPr anchorCtr="0" anchor="ctr" bIns="91425" lIns="91425" rIns="91425" tIns="91425"/>
          <a:lstStyle>
            <a:lvl1pPr indent="0" lvl="0" marL="0" marR="0" rtl="0" algn="l">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24" name="Shape 324"/>
          <p:cNvSpPr txBox="1"/>
          <p:nvPr>
            <p:ph idx="11" type="ftr"/>
          </p:nvPr>
        </p:nvSpPr>
        <p:spPr>
          <a:xfrm>
            <a:off x="3124200" y="4767265"/>
            <a:ext cx="2895600" cy="273843"/>
          </a:xfrm>
          <a:prstGeom prst="rect">
            <a:avLst/>
          </a:prstGeom>
          <a:noFill/>
          <a:ln>
            <a:noFill/>
          </a:ln>
        </p:spPr>
        <p:txBody>
          <a:bodyPr anchorCtr="0" anchor="ctr" bIns="91425" lIns="91425" rIns="91425" tIns="91425"/>
          <a:lstStyle>
            <a:lvl1pPr indent="0" lvl="0" marL="0" marR="0" rtl="0" algn="ctr">
              <a:spcBef>
                <a:spcPts val="0"/>
              </a:spcBef>
              <a:buNone/>
              <a:defRPr sz="11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325" name="Shape 325"/>
          <p:cNvSpPr txBox="1"/>
          <p:nvPr>
            <p:ph idx="12" type="sldNum"/>
          </p:nvPr>
        </p:nvSpPr>
        <p:spPr>
          <a:xfrm>
            <a:off x="6553200" y="4767265"/>
            <a:ext cx="2133599" cy="273843"/>
          </a:xfrm>
          <a:prstGeom prst="rect">
            <a:avLst/>
          </a:prstGeom>
          <a:noFill/>
          <a:ln>
            <a:noFill/>
          </a:ln>
        </p:spPr>
        <p:txBody>
          <a:bodyPr anchorCtr="0" anchor="ctr" bIns="40800" lIns="81625" rIns="81625" tIns="40800">
            <a:noAutofit/>
          </a:bodyPr>
          <a:lstStyle/>
          <a:p>
            <a:pPr indent="0" lvl="0" marL="0" marR="0" rtl="0" algn="r">
              <a:spcBef>
                <a:spcPts val="0"/>
              </a:spcBef>
              <a:buSzPct val="25000"/>
              <a:buNone/>
            </a:pPr>
            <a:fld id="{00000000-1234-1234-1234-123412341234}" type="slidenum">
              <a:rPr lang="en" sz="1100">
                <a:solidFill>
                  <a:srgbClr val="888888"/>
                </a:solidFill>
                <a:latin typeface="Helvetica Neue"/>
                <a:ea typeface="Helvetica Neue"/>
                <a:cs typeface="Helvetica Neue"/>
                <a:sym typeface="Helvetica Neue"/>
              </a:rPr>
              <a:t>‹#›</a:t>
            </a:fld>
          </a:p>
        </p:txBody>
      </p:sp>
    </p:spTree>
  </p:cSld>
  <p:clrMap accent1="accent1" accent2="accent2" accent3="accent3" accent4="accent4" accent5="accent5" accent6="accent6" bg1="lt1" bg2="dk2" tx1="dk1" tx2="lt2" folHlink="folHlink" hlink="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2" name="Shape 402"/>
        <p:cNvGrpSpPr/>
        <p:nvPr/>
      </p:nvGrpSpPr>
      <p:grpSpPr>
        <a:xfrm>
          <a:off x="0" y="0"/>
          <a:ext cx="0" cy="0"/>
          <a:chOff x="0" y="0"/>
          <a:chExt cx="0" cy="0"/>
        </a:xfrm>
      </p:grpSpPr>
      <p:sp>
        <p:nvSpPr>
          <p:cNvPr id="403" name="Shape 403"/>
          <p:cNvSpPr txBox="1"/>
          <p:nvPr>
            <p:ph type="title"/>
          </p:nvPr>
        </p:nvSpPr>
        <p:spPr>
          <a:xfrm>
            <a:off x="88609" y="50936"/>
            <a:ext cx="8978482" cy="857249"/>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36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04" name="Shape 404"/>
          <p:cNvSpPr txBox="1"/>
          <p:nvPr>
            <p:ph idx="1" type="body"/>
          </p:nvPr>
        </p:nvSpPr>
        <p:spPr>
          <a:xfrm>
            <a:off x="167361" y="1010092"/>
            <a:ext cx="8899724" cy="4053662"/>
          </a:xfrm>
          <a:prstGeom prst="rect">
            <a:avLst/>
          </a:prstGeom>
          <a:noFill/>
          <a:ln>
            <a:noFill/>
          </a:ln>
        </p:spPr>
        <p:txBody>
          <a:bodyPr anchorCtr="0" anchor="t" bIns="91425" lIns="91425" rIns="91425" tIns="91425"/>
          <a:lstStyle>
            <a:lvl1pPr indent="-215900" lvl="0" marL="3429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1pPr>
            <a:lvl2pPr indent="-171450" lvl="1" marL="74295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2pPr>
            <a:lvl3pPr indent="-127000" lvl="2" marL="1143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3pPr>
            <a:lvl4pPr indent="-139700" lvl="3" marL="16002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4pPr>
            <a:lvl5pPr indent="-139700" lvl="4" marL="2057400" marR="0" rtl="0" algn="l">
              <a:spcBef>
                <a:spcPts val="280"/>
              </a:spcBef>
              <a:buClr>
                <a:schemeClr val="dk1"/>
              </a:buClr>
              <a:buSzPct val="100000"/>
              <a:buFont typeface="Arial"/>
              <a:buChar char="»"/>
              <a:defRPr b="0" i="0" sz="14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78" name="Shape 478"/>
        <p:cNvGrpSpPr/>
        <p:nvPr/>
      </p:nvGrpSpPr>
      <p:grpSpPr>
        <a:xfrm>
          <a:off x="0" y="0"/>
          <a:ext cx="0" cy="0"/>
          <a:chOff x="0" y="0"/>
          <a:chExt cx="0" cy="0"/>
        </a:xfrm>
      </p:grpSpPr>
      <p:sp>
        <p:nvSpPr>
          <p:cNvPr id="479" name="Shape 479"/>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a:spcBef>
                <a:spcPts val="0"/>
              </a:spcBef>
              <a:buClr>
                <a:srgbClr val="85200C"/>
              </a:buClr>
              <a:buFont typeface="Arial"/>
              <a:buNone/>
              <a:defRPr b="1" sz="3600">
                <a:solidFill>
                  <a:srgbClr val="85200C"/>
                </a:solidFill>
              </a:defRPr>
            </a:lvl2pPr>
            <a:lvl3pPr indent="0" lvl="2">
              <a:spcBef>
                <a:spcPts val="0"/>
              </a:spcBef>
              <a:buClr>
                <a:srgbClr val="85200C"/>
              </a:buClr>
              <a:buFont typeface="Arial"/>
              <a:buNone/>
              <a:defRPr b="1" sz="3600">
                <a:solidFill>
                  <a:srgbClr val="85200C"/>
                </a:solidFill>
              </a:defRPr>
            </a:lvl3pPr>
            <a:lvl4pPr indent="0" lvl="3">
              <a:spcBef>
                <a:spcPts val="0"/>
              </a:spcBef>
              <a:buClr>
                <a:srgbClr val="85200C"/>
              </a:buClr>
              <a:buFont typeface="Arial"/>
              <a:buNone/>
              <a:defRPr b="1" sz="3600">
                <a:solidFill>
                  <a:srgbClr val="85200C"/>
                </a:solidFill>
              </a:defRPr>
            </a:lvl4pPr>
            <a:lvl5pPr indent="0" lvl="4">
              <a:spcBef>
                <a:spcPts val="0"/>
              </a:spcBef>
              <a:buClr>
                <a:srgbClr val="85200C"/>
              </a:buClr>
              <a:buFont typeface="Arial"/>
              <a:buNone/>
              <a:defRPr b="1" sz="3600">
                <a:solidFill>
                  <a:srgbClr val="85200C"/>
                </a:solidFill>
              </a:defRPr>
            </a:lvl5pPr>
            <a:lvl6pPr indent="0" lvl="5">
              <a:spcBef>
                <a:spcPts val="0"/>
              </a:spcBef>
              <a:buClr>
                <a:srgbClr val="85200C"/>
              </a:buClr>
              <a:buFont typeface="Arial"/>
              <a:buNone/>
              <a:defRPr b="1" sz="3600">
                <a:solidFill>
                  <a:srgbClr val="85200C"/>
                </a:solidFill>
              </a:defRPr>
            </a:lvl6pPr>
            <a:lvl7pPr indent="0" lvl="6">
              <a:spcBef>
                <a:spcPts val="0"/>
              </a:spcBef>
              <a:buClr>
                <a:srgbClr val="85200C"/>
              </a:buClr>
              <a:buFont typeface="Arial"/>
              <a:buNone/>
              <a:defRPr b="1" sz="3600">
                <a:solidFill>
                  <a:srgbClr val="85200C"/>
                </a:solidFill>
              </a:defRPr>
            </a:lvl7pPr>
            <a:lvl8pPr indent="0" lvl="7">
              <a:spcBef>
                <a:spcPts val="0"/>
              </a:spcBef>
              <a:buClr>
                <a:srgbClr val="85200C"/>
              </a:buClr>
              <a:buFont typeface="Arial"/>
              <a:buNone/>
              <a:defRPr b="1" sz="3600">
                <a:solidFill>
                  <a:srgbClr val="85200C"/>
                </a:solidFill>
              </a:defRPr>
            </a:lvl8pPr>
            <a:lvl9pPr indent="0" lvl="8">
              <a:spcBef>
                <a:spcPts val="0"/>
              </a:spcBef>
              <a:buClr>
                <a:srgbClr val="85200C"/>
              </a:buClr>
              <a:buFont typeface="Arial"/>
              <a:buNone/>
              <a:defRPr b="1" sz="3600">
                <a:solidFill>
                  <a:srgbClr val="85200C"/>
                </a:solidFill>
              </a:defRPr>
            </a:lvl9pPr>
          </a:lstStyle>
          <a:p/>
        </p:txBody>
      </p:sp>
      <p:sp>
        <p:nvSpPr>
          <p:cNvPr id="480" name="Shape 480"/>
          <p:cNvSpPr txBox="1"/>
          <p:nvPr>
            <p:ph idx="1" type="body"/>
          </p:nvPr>
        </p:nvSpPr>
        <p:spPr>
          <a:xfrm>
            <a:off x="457200" y="760325"/>
            <a:ext cx="8229600" cy="3989400"/>
          </a:xfrm>
          <a:prstGeom prst="rect">
            <a:avLst/>
          </a:prstGeom>
          <a:noFill/>
          <a:ln>
            <a:noFill/>
          </a:ln>
        </p:spPr>
        <p:txBody>
          <a:bodyPr anchorCtr="0" anchor="t" bIns="91425" lIns="91425" rIns="91425" tIns="91425"/>
          <a:lstStyle>
            <a:lvl1pPr indent="0" lvl="0" marL="0" marR="0" rtl="0" algn="l">
              <a:lnSpc>
                <a:spcPct val="100000"/>
              </a:lnSpc>
              <a:spcBef>
                <a:spcPts val="600"/>
              </a:spcBef>
              <a:spcAft>
                <a:spcPts val="0"/>
              </a:spcAft>
              <a:buClr>
                <a:schemeClr val="dk1"/>
              </a:buClr>
              <a:buFont typeface="Arial"/>
              <a:buNone/>
              <a:defRPr b="0" i="0" sz="32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481" name="Shape 481"/>
          <p:cNvSpPr txBox="1"/>
          <p:nvPr>
            <p:ph idx="12" type="sldNum"/>
          </p:nvPr>
        </p:nvSpPr>
        <p:spPr>
          <a:xfrm>
            <a:off x="8556790" y="4749850"/>
            <a:ext cx="548699" cy="393600"/>
          </a:xfrm>
          <a:prstGeom prst="rect">
            <a:avLst/>
          </a:prstGeom>
          <a:noFill/>
          <a:ln>
            <a:noFill/>
          </a:ln>
        </p:spPr>
        <p:txBody>
          <a:bodyPr anchorCtr="0" anchor="ctr" bIns="91425" lIns="91425" rIns="91425" tIns="91425">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 sz="1300" u="none" cap="none" strike="noStrike">
                <a:solidFill>
                  <a:schemeClr val="dk1"/>
                </a:solidFill>
                <a:latin typeface="Arial"/>
                <a:ea typeface="Arial"/>
                <a:cs typeface="Arial"/>
                <a:sym typeface="Arial"/>
              </a:rPr>
              <a:t>‹#›</a:t>
            </a:fld>
          </a:p>
        </p:txBody>
      </p:sp>
    </p:spTree>
  </p:cSld>
  <p:clrMap accent1="accent1" accent2="accent2" accent3="accent3" accent4="accent4" accent5="accent5" accent6="accent6" bg1="lt1" bg2="dk2" tx1="dk1" tx2="lt2" folHlink="folHlink" hlink="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25" name="Shape 52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37" r:id="rId1"/>
    <p:sldLayoutId id="2147483738" r:id="rId2"/>
    <p:sldLayoutId id="2147483739" r:id="rId3"/>
    <p:sldLayoutId id="2147483740" r:id="rId4"/>
    <p:sldLayoutId id="2147483741" r:id="rId5"/>
    <p:sldLayoutId id="214748374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xml"/><Relationship Id="rId3" Type="http://schemas.openxmlformats.org/officeDocument/2006/relationships/image" Target="../media/image3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55.jpg"/><Relationship Id="rId13" Type="http://schemas.openxmlformats.org/officeDocument/2006/relationships/image" Target="../media/image37.png"/><Relationship Id="rId12" Type="http://schemas.openxmlformats.org/officeDocument/2006/relationships/image" Target="../media/image35.png"/><Relationship Id="rId1" Type="http://schemas.openxmlformats.org/officeDocument/2006/relationships/slideLayout" Target="../slideLayouts/slideLayout83.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34.png"/><Relationship Id="rId9" Type="http://schemas.openxmlformats.org/officeDocument/2006/relationships/image" Target="../media/image27.jpg"/><Relationship Id="rId15" Type="http://schemas.openxmlformats.org/officeDocument/2006/relationships/image" Target="../media/image36.png"/><Relationship Id="rId14" Type="http://schemas.openxmlformats.org/officeDocument/2006/relationships/image" Target="../media/image40.png"/><Relationship Id="rId17" Type="http://schemas.openxmlformats.org/officeDocument/2006/relationships/image" Target="../media/image45.png"/><Relationship Id="rId16" Type="http://schemas.openxmlformats.org/officeDocument/2006/relationships/image" Target="../media/image38.png"/><Relationship Id="rId5" Type="http://schemas.openxmlformats.org/officeDocument/2006/relationships/image" Target="../media/image31.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6.xml"/><Relationship Id="rId3" Type="http://schemas.openxmlformats.org/officeDocument/2006/relationships/image" Target="../media/image3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7.xml"/><Relationship Id="rId3"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8.xml"/><Relationship Id="rId3" Type="http://schemas.openxmlformats.org/officeDocument/2006/relationships/image" Target="../media/image46.jpg"/><Relationship Id="rId4" Type="http://schemas.openxmlformats.org/officeDocument/2006/relationships/image" Target="../media/image42.jpg"/><Relationship Id="rId9" Type="http://schemas.openxmlformats.org/officeDocument/2006/relationships/image" Target="../media/image50.jpg"/><Relationship Id="rId5" Type="http://schemas.openxmlformats.org/officeDocument/2006/relationships/image" Target="../media/image62.png"/><Relationship Id="rId6" Type="http://schemas.openxmlformats.org/officeDocument/2006/relationships/image" Target="../media/image48.jpg"/><Relationship Id="rId7" Type="http://schemas.openxmlformats.org/officeDocument/2006/relationships/image" Target="../media/image86.jpg"/><Relationship Id="rId8" Type="http://schemas.openxmlformats.org/officeDocument/2006/relationships/image" Target="../media/image4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 Id="rId3"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3.xml"/><Relationship Id="rId3"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onosproject.org/wp-content/uploads/2014/11/Whitepaper-ONOSBlackbirdperformance-generalaudience-Apr-7.pdf" TargetMode="External"/><Relationship Id="rId4" Type="http://schemas.openxmlformats.org/officeDocument/2006/relationships/hyperlink" Target="http://onosproject.org/2016/05/20/opendaylight-onos-performance-white-pap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6.xml"/><Relationship Id="rId3" Type="http://schemas.openxmlformats.org/officeDocument/2006/relationships/image" Target="../media/image51.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 Id="rId3" Type="http://schemas.openxmlformats.org/officeDocument/2006/relationships/image" Target="../media/image5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image" Target="../media/image5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hyperlink" Target="https://youtu.be/gsfYwJyYfI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54.jpg"/><Relationship Id="rId4" Type="http://schemas.openxmlformats.org/officeDocument/2006/relationships/image" Target="../media/image60.png"/><Relationship Id="rId9" Type="http://schemas.openxmlformats.org/officeDocument/2006/relationships/image" Target="../media/image61.png"/><Relationship Id="rId5" Type="http://schemas.openxmlformats.org/officeDocument/2006/relationships/image" Target="../media/image58.png"/><Relationship Id="rId6" Type="http://schemas.openxmlformats.org/officeDocument/2006/relationships/image" Target="../media/image90.png"/><Relationship Id="rId7" Type="http://schemas.openxmlformats.org/officeDocument/2006/relationships/image" Target="../media/image56.png"/><Relationship Id="rId8"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67.png"/><Relationship Id="rId4" Type="http://schemas.openxmlformats.org/officeDocument/2006/relationships/image" Target="../media/image64.jpg"/><Relationship Id="rId5" Type="http://schemas.openxmlformats.org/officeDocument/2006/relationships/image" Target="../media/image65.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68.jpg"/></Relationships>
</file>

<file path=ppt/slides/_rels/slide26.xml.rels><?xml version="1.0" encoding="UTF-8" standalone="yes"?><Relationships xmlns="http://schemas.openxmlformats.org/package/2006/relationships"><Relationship Id="rId11" Type="http://schemas.openxmlformats.org/officeDocument/2006/relationships/image" Target="../media/image81.jpg"/><Relationship Id="rId10" Type="http://schemas.openxmlformats.org/officeDocument/2006/relationships/image" Target="../media/image77.jpg"/><Relationship Id="rId13" Type="http://schemas.openxmlformats.org/officeDocument/2006/relationships/image" Target="../media/image79.png"/><Relationship Id="rId12" Type="http://schemas.openxmlformats.org/officeDocument/2006/relationships/image" Target="../media/image80.png"/><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71.png"/><Relationship Id="rId4" Type="http://schemas.openxmlformats.org/officeDocument/2006/relationships/image" Target="../media/image66.png"/><Relationship Id="rId9" Type="http://schemas.openxmlformats.org/officeDocument/2006/relationships/image" Target="../media/image73.jpg"/><Relationship Id="rId15" Type="http://schemas.openxmlformats.org/officeDocument/2006/relationships/image" Target="../media/image88.png"/><Relationship Id="rId14" Type="http://schemas.openxmlformats.org/officeDocument/2006/relationships/image" Target="../media/image78.png"/><Relationship Id="rId17" Type="http://schemas.openxmlformats.org/officeDocument/2006/relationships/image" Target="../media/image84.png"/><Relationship Id="rId16" Type="http://schemas.openxmlformats.org/officeDocument/2006/relationships/image" Target="../media/image82.gif"/><Relationship Id="rId5" Type="http://schemas.openxmlformats.org/officeDocument/2006/relationships/image" Target="../media/image75.png"/><Relationship Id="rId6" Type="http://schemas.openxmlformats.org/officeDocument/2006/relationships/image" Target="../media/image76.png"/><Relationship Id="rId18" Type="http://schemas.openxmlformats.org/officeDocument/2006/relationships/image" Target="../media/image85.png"/><Relationship Id="rId7" Type="http://schemas.openxmlformats.org/officeDocument/2006/relationships/image" Target="../media/image72.jpg"/><Relationship Id="rId8" Type="http://schemas.openxmlformats.org/officeDocument/2006/relationships/image" Target="../media/image7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87.png"/><Relationship Id="rId4" Type="http://schemas.openxmlformats.org/officeDocument/2006/relationships/image" Target="../media/image8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0.xml"/><Relationship Id="rId3"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60" name="Shape 560"/>
        <p:cNvGrpSpPr/>
        <p:nvPr/>
      </p:nvGrpSpPr>
      <p:grpSpPr>
        <a:xfrm>
          <a:off x="0" y="0"/>
          <a:ext cx="0" cy="0"/>
          <a:chOff x="0" y="0"/>
          <a:chExt cx="0" cy="0"/>
        </a:xfrm>
      </p:grpSpPr>
      <p:sp>
        <p:nvSpPr>
          <p:cNvPr id="561" name="Shape 561"/>
          <p:cNvSpPr txBox="1"/>
          <p:nvPr>
            <p:ph type="ctrTitle"/>
          </p:nvPr>
        </p:nvSpPr>
        <p:spPr>
          <a:xfrm>
            <a:off x="-24900" y="1800900"/>
            <a:ext cx="9181200" cy="1266000"/>
          </a:xfrm>
          <a:prstGeom prst="rect">
            <a:avLst/>
          </a:prstGeom>
        </p:spPr>
        <p:txBody>
          <a:bodyPr anchorCtr="0" anchor="ctr" bIns="91425" lIns="91425" rIns="91425" tIns="91425">
            <a:noAutofit/>
          </a:bodyPr>
          <a:lstStyle/>
          <a:p>
            <a:pPr lvl="0">
              <a:spcBef>
                <a:spcPts val="0"/>
              </a:spcBef>
              <a:buNone/>
            </a:pPr>
            <a:r>
              <a:rPr lang="en"/>
              <a:t>ONOS</a:t>
            </a:r>
            <a:r>
              <a:rPr baseline="30000" lang="en" sz="1200"/>
              <a:t>®</a:t>
            </a:r>
            <a:r>
              <a:rPr lang="en"/>
              <a:t> Goldeneye Release</a:t>
            </a:r>
          </a:p>
        </p:txBody>
      </p:sp>
      <p:sp>
        <p:nvSpPr>
          <p:cNvPr id="562" name="Shape 562"/>
          <p:cNvSpPr txBox="1"/>
          <p:nvPr>
            <p:ph idx="1" type="subTitle"/>
          </p:nvPr>
        </p:nvSpPr>
        <p:spPr>
          <a:xfrm>
            <a:off x="723900" y="3174725"/>
            <a:ext cx="7696200" cy="932100"/>
          </a:xfrm>
          <a:prstGeom prst="rect">
            <a:avLst/>
          </a:prstGeom>
        </p:spPr>
        <p:txBody>
          <a:bodyPr anchorCtr="0" anchor="t" bIns="91425" lIns="91425" rIns="91425" tIns="91425">
            <a:noAutofit/>
          </a:bodyPr>
          <a:lstStyle/>
          <a:p>
            <a:pPr lvl="0">
              <a:spcBef>
                <a:spcPts val="0"/>
              </a:spcBef>
              <a:buNone/>
            </a:pPr>
            <a:r>
              <a:rPr lang="en"/>
              <a:t>Bill Snow</a:t>
            </a:r>
          </a:p>
          <a:p>
            <a:pPr lvl="0">
              <a:spcBef>
                <a:spcPts val="0"/>
              </a:spcBef>
              <a:buNone/>
            </a:pPr>
            <a:r>
              <a:rPr lang="en"/>
              <a:t>bill@onlab.us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66" name="Shape 566"/>
        <p:cNvGrpSpPr/>
        <p:nvPr/>
      </p:nvGrpSpPr>
      <p:grpSpPr>
        <a:xfrm>
          <a:off x="0" y="0"/>
          <a:ext cx="0" cy="0"/>
          <a:chOff x="0" y="0"/>
          <a:chExt cx="0" cy="0"/>
        </a:xfrm>
      </p:grpSpPr>
      <p:sp>
        <p:nvSpPr>
          <p:cNvPr id="567" name="Shape 567"/>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Our Mission</a:t>
            </a:r>
          </a:p>
        </p:txBody>
      </p:sp>
      <p:sp>
        <p:nvSpPr>
          <p:cNvPr id="568" name="Shape 568"/>
          <p:cNvSpPr txBox="1"/>
          <p:nvPr>
            <p:ph idx="1" type="body"/>
          </p:nvPr>
        </p:nvSpPr>
        <p:spPr>
          <a:xfrm>
            <a:off x="3883950" y="857400"/>
            <a:ext cx="4759500" cy="3989400"/>
          </a:xfrm>
          <a:prstGeom prst="rect">
            <a:avLst/>
          </a:prstGeom>
          <a:noFill/>
          <a:ln>
            <a:noFill/>
          </a:ln>
        </p:spPr>
        <p:txBody>
          <a:bodyPr anchorCtr="0" anchor="t" bIns="91425" lIns="91425" rIns="91425" tIns="91425">
            <a:noAutofit/>
          </a:bodyPr>
          <a:lstStyle/>
          <a:p>
            <a:pPr lvl="0" rtl="0">
              <a:lnSpc>
                <a:spcPct val="120000"/>
              </a:lnSpc>
              <a:spcBef>
                <a:spcPts val="0"/>
              </a:spcBef>
              <a:buClr>
                <a:srgbClr val="000000"/>
              </a:buClr>
              <a:buSzPct val="61111"/>
              <a:buNone/>
            </a:pPr>
            <a:r>
              <a:rPr lang="en" sz="1800"/>
              <a:t>ONOS is building a better network</a:t>
            </a:r>
          </a:p>
          <a:p>
            <a:pPr indent="-342900" lvl="0" marL="457200" rtl="0">
              <a:lnSpc>
                <a:spcPct val="120000"/>
              </a:lnSpc>
              <a:spcBef>
                <a:spcPts val="1000"/>
              </a:spcBef>
              <a:spcAft>
                <a:spcPts val="1000"/>
              </a:spcAft>
              <a:buSzPct val="100000"/>
              <a:buFont typeface="Arial"/>
              <a:buChar char="●"/>
            </a:pPr>
            <a:r>
              <a:rPr lang="en" sz="1800"/>
              <a:t>We are pursuing our vision of what networking could be for the public good</a:t>
            </a:r>
          </a:p>
          <a:p>
            <a:pPr indent="-342900" lvl="0" marL="457200" rtl="0">
              <a:lnSpc>
                <a:spcPct val="120000"/>
              </a:lnSpc>
              <a:spcBef>
                <a:spcPts val="1000"/>
              </a:spcBef>
              <a:spcAft>
                <a:spcPts val="1000"/>
              </a:spcAft>
              <a:buSzPct val="100000"/>
              <a:buFont typeface="Arial"/>
              <a:buChar char="●"/>
            </a:pPr>
            <a:r>
              <a:rPr lang="en" sz="1800"/>
              <a:t>We want to fix closed, proprietary, complex, expensive and inflexible networks</a:t>
            </a:r>
          </a:p>
          <a:p>
            <a:pPr indent="-342900" lvl="0" marL="457200" rtl="0">
              <a:lnSpc>
                <a:spcPct val="120000"/>
              </a:lnSpc>
              <a:spcBef>
                <a:spcPts val="1000"/>
              </a:spcBef>
              <a:spcAft>
                <a:spcPts val="1000"/>
              </a:spcAft>
              <a:buSzPct val="100000"/>
              <a:buFont typeface="Arial"/>
              <a:buChar char="●"/>
            </a:pPr>
            <a:r>
              <a:rPr lang="en" sz="1800"/>
              <a:t>We want networks that are enabling innovation rather than impeding innovation</a:t>
            </a:r>
          </a:p>
          <a:p>
            <a:pPr lvl="0" rtl="0">
              <a:lnSpc>
                <a:spcPct val="120000"/>
              </a:lnSpc>
              <a:spcBef>
                <a:spcPts val="0"/>
              </a:spcBef>
              <a:buClr>
                <a:srgbClr val="000000"/>
              </a:buClr>
              <a:buSzPct val="61111"/>
              <a:buNone/>
            </a:pPr>
            <a:r>
              <a:rPr b="1" lang="en" sz="1800"/>
              <a:t>Join us on our mission!</a:t>
            </a:r>
          </a:p>
        </p:txBody>
      </p:sp>
      <p:pic>
        <p:nvPicPr>
          <p:cNvPr descr="onos-birds_cropped.jpeg" id="569" name="Shape 569"/>
          <p:cNvPicPr preferRelativeResize="0"/>
          <p:nvPr/>
        </p:nvPicPr>
        <p:blipFill>
          <a:blip r:embed="rId3">
            <a:alphaModFix/>
          </a:blip>
          <a:stretch>
            <a:fillRect/>
          </a:stretch>
        </p:blipFill>
        <p:spPr>
          <a:xfrm>
            <a:off x="0" y="1162537"/>
            <a:ext cx="3883949" cy="3167324"/>
          </a:xfrm>
          <a:prstGeom prst="rect">
            <a:avLst/>
          </a:prstGeom>
          <a:noFill/>
          <a:ln>
            <a:noFill/>
          </a:ln>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73" name="Shape 573"/>
        <p:cNvGrpSpPr/>
        <p:nvPr/>
      </p:nvGrpSpPr>
      <p:grpSpPr>
        <a:xfrm>
          <a:off x="0" y="0"/>
          <a:ext cx="0" cy="0"/>
          <a:chOff x="0" y="0"/>
          <a:chExt cx="0" cy="0"/>
        </a:xfrm>
      </p:grpSpPr>
      <p:sp>
        <p:nvSpPr>
          <p:cNvPr id="574" name="Shape 574"/>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Takeaways</a:t>
            </a:r>
          </a:p>
        </p:txBody>
      </p:sp>
      <p:sp>
        <p:nvSpPr>
          <p:cNvPr id="575" name="Shape 575"/>
          <p:cNvSpPr txBox="1"/>
          <p:nvPr>
            <p:ph idx="1" type="body"/>
          </p:nvPr>
        </p:nvSpPr>
        <p:spPr>
          <a:xfrm>
            <a:off x="207600" y="751500"/>
            <a:ext cx="8859300" cy="4261500"/>
          </a:xfrm>
          <a:prstGeom prst="rect">
            <a:avLst/>
          </a:prstGeom>
        </p:spPr>
        <p:txBody>
          <a:bodyPr anchorCtr="0" anchor="t" bIns="91425" lIns="91425" rIns="91425" tIns="91425">
            <a:noAutofit/>
          </a:bodyPr>
          <a:lstStyle/>
          <a:p>
            <a:pPr indent="-355600" lvl="0" marL="457200" rtl="0">
              <a:lnSpc>
                <a:spcPct val="115000"/>
              </a:lnSpc>
              <a:spcBef>
                <a:spcPts val="0"/>
              </a:spcBef>
              <a:buSzPct val="100000"/>
            </a:pPr>
            <a:r>
              <a:rPr b="1" lang="en" sz="2000"/>
              <a:t>Community</a:t>
            </a:r>
          </a:p>
          <a:p>
            <a:pPr indent="-228600" lvl="1" marL="914400" rtl="0">
              <a:lnSpc>
                <a:spcPct val="115000"/>
              </a:lnSpc>
              <a:spcBef>
                <a:spcPts val="0"/>
              </a:spcBef>
            </a:pPr>
            <a:r>
              <a:rPr lang="en"/>
              <a:t>Growth and diversity continue to accelerate </a:t>
            </a:r>
          </a:p>
          <a:p>
            <a:pPr indent="-228600" lvl="1" marL="914400" rtl="0">
              <a:lnSpc>
                <a:spcPct val="115000"/>
              </a:lnSpc>
              <a:spcBef>
                <a:spcPts val="0"/>
              </a:spcBef>
            </a:pPr>
            <a:r>
              <a:rPr lang="en"/>
              <a:t>Excellent retention</a:t>
            </a:r>
          </a:p>
          <a:p>
            <a:pPr indent="-228600" lvl="1" marL="914400" rtl="0">
              <a:lnSpc>
                <a:spcPct val="115000"/>
              </a:lnSpc>
              <a:spcBef>
                <a:spcPts val="0"/>
              </a:spcBef>
            </a:pPr>
            <a:r>
              <a:rPr lang="en"/>
              <a:t>Release and innovation momentum </a:t>
            </a:r>
          </a:p>
          <a:p>
            <a:pPr indent="-355600" lvl="0" marL="457200" rtl="0">
              <a:lnSpc>
                <a:spcPct val="115000"/>
              </a:lnSpc>
              <a:spcBef>
                <a:spcPts val="0"/>
              </a:spcBef>
              <a:buSzPct val="100000"/>
            </a:pPr>
            <a:r>
              <a:rPr b="1" lang="en" sz="2000"/>
              <a:t>Platform</a:t>
            </a:r>
          </a:p>
          <a:p>
            <a:pPr indent="-228600" lvl="1" marL="914400" rtl="0">
              <a:lnSpc>
                <a:spcPct val="115000"/>
              </a:lnSpc>
              <a:spcBef>
                <a:spcPts val="0"/>
              </a:spcBef>
            </a:pPr>
            <a:r>
              <a:rPr lang="en"/>
              <a:t>Continuing to focus on core value proposition (Scale, Performance, HA) maintaining our undisputed leadership </a:t>
            </a:r>
          </a:p>
          <a:p>
            <a:pPr indent="-228600" lvl="1" marL="914400" rtl="0">
              <a:lnSpc>
                <a:spcPct val="115000"/>
              </a:lnSpc>
              <a:spcBef>
                <a:spcPts val="0"/>
              </a:spcBef>
            </a:pPr>
            <a:r>
              <a:rPr lang="en"/>
              <a:t>Adding to strong capabilities at all levels - Apps, UI, NB, CORE, SB</a:t>
            </a:r>
          </a:p>
          <a:p>
            <a:pPr indent="0" lvl="0" marL="457200" rtl="0">
              <a:lnSpc>
                <a:spcPct val="115000"/>
              </a:lnSpc>
              <a:spcBef>
                <a:spcPts val="0"/>
              </a:spcBef>
              <a:buNone/>
            </a:pPr>
            <a:r>
              <a:rPr b="1" i="1" lang="en" sz="1800"/>
              <a:t>Only platform to support incremental as well as disruptive SDN</a:t>
            </a:r>
          </a:p>
          <a:p>
            <a:pPr indent="-355600" lvl="0" marL="457200" rtl="0">
              <a:lnSpc>
                <a:spcPct val="115000"/>
              </a:lnSpc>
              <a:spcBef>
                <a:spcPts val="0"/>
              </a:spcBef>
              <a:buSzPct val="100000"/>
            </a:pPr>
            <a:r>
              <a:rPr b="1" lang="en" sz="2000"/>
              <a:t>Use cases and solutions</a:t>
            </a:r>
          </a:p>
          <a:p>
            <a:pPr indent="-228600" lvl="1" marL="914400" rtl="0">
              <a:lnSpc>
                <a:spcPct val="115000"/>
              </a:lnSpc>
              <a:spcBef>
                <a:spcPts val="0"/>
              </a:spcBef>
            </a:pPr>
            <a:r>
              <a:rPr lang="en"/>
              <a:t>ONOS enabled solutions gaining lot of traction and momentum</a:t>
            </a:r>
          </a:p>
          <a:p>
            <a:pPr indent="-228600" lvl="1" marL="914400" rtl="0">
              <a:lnSpc>
                <a:spcPct val="115000"/>
              </a:lnSpc>
              <a:spcBef>
                <a:spcPts val="0"/>
              </a:spcBef>
            </a:pPr>
            <a:r>
              <a:rPr lang="en"/>
              <a:t>Comprehensive set of Service Provider use cases and solutions: NREN deployments, Packet-Optical convergence, CORD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79" name="Shape 579"/>
        <p:cNvGrpSpPr/>
        <p:nvPr/>
      </p:nvGrpSpPr>
      <p:grpSpPr>
        <a:xfrm>
          <a:off x="0" y="0"/>
          <a:ext cx="0" cy="0"/>
          <a:chOff x="0" y="0"/>
          <a:chExt cx="0" cy="0"/>
        </a:xfrm>
      </p:grpSpPr>
      <p:sp>
        <p:nvSpPr>
          <p:cNvPr id="580" name="Shape 580"/>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Takeaways</a:t>
            </a:r>
          </a:p>
        </p:txBody>
      </p:sp>
      <p:sp>
        <p:nvSpPr>
          <p:cNvPr id="581" name="Shape 581"/>
          <p:cNvSpPr txBox="1"/>
          <p:nvPr>
            <p:ph idx="1" type="body"/>
          </p:nvPr>
        </p:nvSpPr>
        <p:spPr>
          <a:xfrm>
            <a:off x="207600" y="751500"/>
            <a:ext cx="8859300" cy="4261500"/>
          </a:xfrm>
          <a:prstGeom prst="rect">
            <a:avLst/>
          </a:prstGeom>
        </p:spPr>
        <p:txBody>
          <a:bodyPr anchorCtr="0" anchor="t" bIns="91425" lIns="91425" rIns="91425" tIns="91425">
            <a:noAutofit/>
          </a:bodyPr>
          <a:lstStyle/>
          <a:p>
            <a:pPr indent="-355600" lvl="0" marL="457200" rtl="0">
              <a:lnSpc>
                <a:spcPct val="115000"/>
              </a:lnSpc>
              <a:spcBef>
                <a:spcPts val="0"/>
              </a:spcBef>
              <a:buSzPct val="100000"/>
            </a:pPr>
            <a:r>
              <a:rPr b="1" lang="en" sz="2000"/>
              <a:t>Community</a:t>
            </a:r>
          </a:p>
          <a:p>
            <a:pPr indent="-228600" lvl="1" marL="914400" rtl="0">
              <a:lnSpc>
                <a:spcPct val="115000"/>
              </a:lnSpc>
              <a:spcBef>
                <a:spcPts val="0"/>
              </a:spcBef>
            </a:pPr>
            <a:r>
              <a:rPr lang="en"/>
              <a:t>Growth and diversity continue to accelerate </a:t>
            </a:r>
          </a:p>
          <a:p>
            <a:pPr indent="-228600" lvl="1" marL="914400" rtl="0">
              <a:lnSpc>
                <a:spcPct val="115000"/>
              </a:lnSpc>
              <a:spcBef>
                <a:spcPts val="0"/>
              </a:spcBef>
            </a:pPr>
            <a:r>
              <a:rPr lang="en"/>
              <a:t>Excellent retention</a:t>
            </a:r>
          </a:p>
          <a:p>
            <a:pPr indent="-228600" lvl="1" marL="914400" rtl="0">
              <a:lnSpc>
                <a:spcPct val="115000"/>
              </a:lnSpc>
              <a:spcBef>
                <a:spcPts val="0"/>
              </a:spcBef>
            </a:pPr>
            <a:r>
              <a:rPr lang="en"/>
              <a:t>Release and innovation momentum </a:t>
            </a:r>
          </a:p>
          <a:p>
            <a:pPr indent="-355600" lvl="0" marL="457200" rtl="0">
              <a:lnSpc>
                <a:spcPct val="115000"/>
              </a:lnSpc>
              <a:spcBef>
                <a:spcPts val="0"/>
              </a:spcBef>
              <a:buClr>
                <a:srgbClr val="CCCCCC"/>
              </a:buClr>
              <a:buSzPct val="100000"/>
            </a:pPr>
            <a:r>
              <a:rPr b="1" lang="en" sz="2000">
                <a:solidFill>
                  <a:srgbClr val="CCCCCC"/>
                </a:solidFill>
              </a:rPr>
              <a:t>Platform</a:t>
            </a:r>
          </a:p>
          <a:p>
            <a:pPr indent="-228600" lvl="1" marL="914400" rtl="0">
              <a:lnSpc>
                <a:spcPct val="115000"/>
              </a:lnSpc>
              <a:spcBef>
                <a:spcPts val="0"/>
              </a:spcBef>
              <a:buClr>
                <a:srgbClr val="CCCCCC"/>
              </a:buClr>
            </a:pPr>
            <a:r>
              <a:rPr lang="en">
                <a:solidFill>
                  <a:srgbClr val="CCCCCC"/>
                </a:solidFill>
              </a:rPr>
              <a:t>Continuing to focus on core value proposition (Scale, Performance, HA) maintaining our undisputed leadership </a:t>
            </a:r>
          </a:p>
          <a:p>
            <a:pPr indent="-228600" lvl="1" marL="914400" rtl="0">
              <a:lnSpc>
                <a:spcPct val="115000"/>
              </a:lnSpc>
              <a:spcBef>
                <a:spcPts val="0"/>
              </a:spcBef>
              <a:buClr>
                <a:srgbClr val="CCCCCC"/>
              </a:buClr>
            </a:pPr>
            <a:r>
              <a:rPr lang="en">
                <a:solidFill>
                  <a:srgbClr val="CCCCCC"/>
                </a:solidFill>
              </a:rPr>
              <a:t>Adding to strong capabilities at all levels - Apps, UI, NB, CORE, SB</a:t>
            </a:r>
          </a:p>
          <a:p>
            <a:pPr indent="0" lvl="0" marL="457200" rtl="0">
              <a:lnSpc>
                <a:spcPct val="115000"/>
              </a:lnSpc>
              <a:spcBef>
                <a:spcPts val="0"/>
              </a:spcBef>
              <a:buNone/>
            </a:pPr>
            <a:r>
              <a:rPr b="1" i="1" lang="en" sz="1800">
                <a:solidFill>
                  <a:srgbClr val="CCCCCC"/>
                </a:solidFill>
              </a:rPr>
              <a:t>Only platform to support incremental as well as disruptive SDN</a:t>
            </a:r>
          </a:p>
          <a:p>
            <a:pPr indent="-355600" lvl="0" marL="457200" rtl="0">
              <a:lnSpc>
                <a:spcPct val="115000"/>
              </a:lnSpc>
              <a:spcBef>
                <a:spcPts val="0"/>
              </a:spcBef>
              <a:buClr>
                <a:srgbClr val="CCCCCC"/>
              </a:buClr>
              <a:buSzPct val="100000"/>
            </a:pPr>
            <a:r>
              <a:rPr b="1" lang="en" sz="2000">
                <a:solidFill>
                  <a:srgbClr val="CCCCCC"/>
                </a:solidFill>
              </a:rPr>
              <a:t>Use cases and solutions</a:t>
            </a:r>
          </a:p>
          <a:p>
            <a:pPr indent="-228600" lvl="1" marL="914400" rtl="0">
              <a:lnSpc>
                <a:spcPct val="115000"/>
              </a:lnSpc>
              <a:spcBef>
                <a:spcPts val="0"/>
              </a:spcBef>
              <a:buClr>
                <a:srgbClr val="CCCCCC"/>
              </a:buClr>
            </a:pPr>
            <a:r>
              <a:rPr lang="en">
                <a:solidFill>
                  <a:srgbClr val="CCCCCC"/>
                </a:solidFill>
              </a:rPr>
              <a:t>ONOS enabled solutions gaining lot of traction and momentum</a:t>
            </a:r>
          </a:p>
          <a:p>
            <a:pPr indent="-228600" lvl="1" marL="914400" rtl="0">
              <a:lnSpc>
                <a:spcPct val="115000"/>
              </a:lnSpc>
              <a:spcBef>
                <a:spcPts val="0"/>
              </a:spcBef>
              <a:buClr>
                <a:srgbClr val="CCCCCC"/>
              </a:buClr>
            </a:pPr>
            <a:r>
              <a:rPr lang="en">
                <a:solidFill>
                  <a:srgbClr val="CCCCCC"/>
                </a:solidFill>
              </a:rPr>
              <a:t>Comprehensive set of Service Provider use cases and solutions: NREN deployments, Packet-Optical convergence, CORD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6" name="Shape 586"/>
        <p:cNvGrpSpPr/>
        <p:nvPr/>
      </p:nvGrpSpPr>
      <p:grpSpPr>
        <a:xfrm>
          <a:off x="0" y="0"/>
          <a:ext cx="0" cy="0"/>
          <a:chOff x="0" y="0"/>
          <a:chExt cx="0" cy="0"/>
        </a:xfrm>
      </p:grpSpPr>
      <p:sp>
        <p:nvSpPr>
          <p:cNvPr id="587" name="Shape 587"/>
          <p:cNvSpPr txBox="1"/>
          <p:nvPr>
            <p:ph type="title"/>
          </p:nvPr>
        </p:nvSpPr>
        <p:spPr>
          <a:xfrm>
            <a:off x="146182" y="-43742"/>
            <a:ext cx="84972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b="1" i="0" lang="en" sz="3240" u="none" cap="none" strike="noStrike">
                <a:solidFill>
                  <a:schemeClr val="accent6"/>
                </a:solidFill>
                <a:latin typeface="Arial"/>
                <a:ea typeface="Arial"/>
                <a:cs typeface="Arial"/>
                <a:sym typeface="Arial"/>
              </a:rPr>
              <a:t>ONOS</a:t>
            </a:r>
            <a:r>
              <a:rPr lang="en" sz="3240">
                <a:solidFill>
                  <a:schemeClr val="accent6"/>
                </a:solidFill>
              </a:rPr>
              <a:t> </a:t>
            </a:r>
            <a:r>
              <a:rPr b="1" i="0" lang="en" sz="3240" u="none" cap="none" strike="noStrike">
                <a:solidFill>
                  <a:schemeClr val="accent6"/>
                </a:solidFill>
                <a:latin typeface="Arial"/>
                <a:ea typeface="Arial"/>
                <a:cs typeface="Arial"/>
                <a:sym typeface="Arial"/>
              </a:rPr>
              <a:t>Community Members</a:t>
            </a:r>
          </a:p>
        </p:txBody>
      </p:sp>
      <p:sp>
        <p:nvSpPr>
          <p:cNvPr id="588" name="Shape 588"/>
          <p:cNvSpPr/>
          <p:nvPr/>
        </p:nvSpPr>
        <p:spPr>
          <a:xfrm>
            <a:off x="5473830" y="1195585"/>
            <a:ext cx="1625700" cy="2962200"/>
          </a:xfrm>
          <a:prstGeom prst="roundRect">
            <a:avLst>
              <a:gd fmla="val 3282"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589" name="Shape 589"/>
          <p:cNvSpPr/>
          <p:nvPr/>
        </p:nvSpPr>
        <p:spPr>
          <a:xfrm>
            <a:off x="5619860" y="1985933"/>
            <a:ext cx="1332600" cy="2004000"/>
          </a:xfrm>
          <a:prstGeom prst="roundRect">
            <a:avLst>
              <a:gd fmla="val 16667" name="adj"/>
            </a:avLst>
          </a:prstGeom>
          <a:solidFill>
            <a:srgbClr val="FFFFFF"/>
          </a:solidFill>
          <a:ln cap="flat" cmpd="sng" w="25400">
            <a:solidFill>
              <a:srgbClr val="FFFFFF"/>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Calibri"/>
              <a:ea typeface="Calibri"/>
              <a:cs typeface="Calibri"/>
              <a:sym typeface="Calibri"/>
            </a:endParaRPr>
          </a:p>
        </p:txBody>
      </p:sp>
      <p:sp>
        <p:nvSpPr>
          <p:cNvPr id="590" name="Shape 590"/>
          <p:cNvSpPr/>
          <p:nvPr/>
        </p:nvSpPr>
        <p:spPr>
          <a:xfrm>
            <a:off x="373200" y="1176532"/>
            <a:ext cx="1628700" cy="2981400"/>
          </a:xfrm>
          <a:prstGeom prst="roundRect">
            <a:avLst>
              <a:gd fmla="val 3273"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591" name="Shape 591"/>
          <p:cNvSpPr/>
          <p:nvPr/>
        </p:nvSpPr>
        <p:spPr>
          <a:xfrm>
            <a:off x="952083" y="1347985"/>
            <a:ext cx="4695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ON.LAB</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sp>
        <p:nvSpPr>
          <p:cNvPr id="592" name="Shape 592"/>
          <p:cNvSpPr/>
          <p:nvPr/>
        </p:nvSpPr>
        <p:spPr>
          <a:xfrm>
            <a:off x="493854" y="1927818"/>
            <a:ext cx="1395300" cy="2062200"/>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593" name="Shape 593"/>
          <p:cNvCxnSpPr/>
          <p:nvPr/>
        </p:nvCxnSpPr>
        <p:spPr>
          <a:xfrm>
            <a:off x="374792" y="1765892"/>
            <a:ext cx="1635000" cy="0"/>
          </a:xfrm>
          <a:prstGeom prst="straightConnector1">
            <a:avLst/>
          </a:prstGeom>
          <a:noFill/>
          <a:ln cap="flat" cmpd="sng" w="25400">
            <a:solidFill>
              <a:srgbClr val="FFFFFF"/>
            </a:solidFill>
            <a:prstDash val="solid"/>
            <a:miter/>
            <a:headEnd len="med" w="med" type="none"/>
            <a:tailEnd len="med" w="med" type="none"/>
          </a:ln>
        </p:spPr>
      </p:cxnSp>
      <p:sp>
        <p:nvSpPr>
          <p:cNvPr id="594" name="Shape 594"/>
          <p:cNvSpPr/>
          <p:nvPr/>
        </p:nvSpPr>
        <p:spPr>
          <a:xfrm>
            <a:off x="2079756" y="1176532"/>
            <a:ext cx="1623899" cy="2981400"/>
          </a:xfrm>
          <a:prstGeom prst="roundRect">
            <a:avLst>
              <a:gd fmla="val 3282"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595" name="Shape 595"/>
          <p:cNvSpPr/>
          <p:nvPr/>
        </p:nvSpPr>
        <p:spPr>
          <a:xfrm>
            <a:off x="2298682" y="1347985"/>
            <a:ext cx="11799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SERVICE PROVIDER </a:t>
            </a:r>
          </a:p>
          <a:p>
            <a:pPr indent="0" lvl="0" marL="0" marR="0" rtl="0" algn="ctr">
              <a:lnSpc>
                <a:spcPct val="100000"/>
              </a:lnSpc>
              <a:spcBef>
                <a:spcPts val="0"/>
              </a:spcBef>
              <a:spcAft>
                <a:spcPts val="0"/>
              </a:spcAft>
              <a:buClr>
                <a:srgbClr val="FFFFFF"/>
              </a:buClr>
              <a:buSzPct val="25000"/>
              <a:buFont typeface="Calibri"/>
              <a:buNone/>
            </a:pPr>
            <a:r>
              <a:rPr b="0" i="0" lang="en" sz="700" u="none" cap="none" strike="noStrike">
                <a:solidFill>
                  <a:srgbClr val="FFFFFF"/>
                </a:solidFill>
                <a:latin typeface="Calibri"/>
                <a:ea typeface="Calibri"/>
                <a:cs typeface="Calibri"/>
                <a:sym typeface="Calibri"/>
              </a:rPr>
              <a:t>PARTNERS</a:t>
            </a:r>
          </a:p>
        </p:txBody>
      </p:sp>
      <p:sp>
        <p:nvSpPr>
          <p:cNvPr id="596" name="Shape 596"/>
          <p:cNvSpPr/>
          <p:nvPr/>
        </p:nvSpPr>
        <p:spPr>
          <a:xfrm>
            <a:off x="2184531" y="1927818"/>
            <a:ext cx="1395299" cy="2062200"/>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597" name="Shape 597"/>
          <p:cNvCxnSpPr/>
          <p:nvPr/>
        </p:nvCxnSpPr>
        <p:spPr>
          <a:xfrm>
            <a:off x="2065478" y="1753986"/>
            <a:ext cx="1635000" cy="0"/>
          </a:xfrm>
          <a:prstGeom prst="straightConnector1">
            <a:avLst/>
          </a:prstGeom>
          <a:noFill/>
          <a:ln cap="flat" cmpd="sng" w="25400">
            <a:solidFill>
              <a:srgbClr val="FFFFFF"/>
            </a:solidFill>
            <a:prstDash val="solid"/>
            <a:miter/>
            <a:headEnd len="med" w="med" type="none"/>
            <a:tailEnd len="med" w="med" type="none"/>
          </a:ln>
        </p:spPr>
      </p:cxnSp>
      <p:pic>
        <p:nvPicPr>
          <p:cNvPr id="598" name="Shape 598"/>
          <p:cNvPicPr preferRelativeResize="0"/>
          <p:nvPr/>
        </p:nvPicPr>
        <p:blipFill rotWithShape="1">
          <a:blip r:embed="rId3">
            <a:alphaModFix/>
          </a:blip>
          <a:srcRect b="0" l="0" r="0" t="0"/>
          <a:stretch/>
        </p:blipFill>
        <p:spPr>
          <a:xfrm>
            <a:off x="2492506" y="1948065"/>
            <a:ext cx="646200" cy="484500"/>
          </a:xfrm>
          <a:prstGeom prst="rect">
            <a:avLst/>
          </a:prstGeom>
          <a:noFill/>
          <a:ln>
            <a:noFill/>
          </a:ln>
        </p:spPr>
      </p:pic>
      <p:pic>
        <p:nvPicPr>
          <p:cNvPr descr="NTT_ComLogo.png" id="599" name="Shape 599"/>
          <p:cNvPicPr preferRelativeResize="0"/>
          <p:nvPr/>
        </p:nvPicPr>
        <p:blipFill rotWithShape="1">
          <a:blip r:embed="rId4">
            <a:alphaModFix/>
          </a:blip>
          <a:srcRect b="0" l="0" r="0" t="0"/>
          <a:stretch/>
        </p:blipFill>
        <p:spPr>
          <a:xfrm>
            <a:off x="2218409" y="2890954"/>
            <a:ext cx="1330200" cy="488099"/>
          </a:xfrm>
          <a:prstGeom prst="rect">
            <a:avLst/>
          </a:prstGeom>
          <a:noFill/>
          <a:ln>
            <a:noFill/>
          </a:ln>
        </p:spPr>
      </p:pic>
      <p:pic>
        <p:nvPicPr>
          <p:cNvPr id="600" name="Shape 600"/>
          <p:cNvPicPr preferRelativeResize="0"/>
          <p:nvPr/>
        </p:nvPicPr>
        <p:blipFill rotWithShape="1">
          <a:blip r:embed="rId5">
            <a:alphaModFix/>
          </a:blip>
          <a:srcRect b="0" l="0" r="0" t="0"/>
          <a:stretch/>
        </p:blipFill>
        <p:spPr>
          <a:xfrm>
            <a:off x="554179" y="2743398"/>
            <a:ext cx="1215900" cy="273900"/>
          </a:xfrm>
          <a:prstGeom prst="rect">
            <a:avLst/>
          </a:prstGeom>
          <a:noFill/>
          <a:ln>
            <a:noFill/>
          </a:ln>
        </p:spPr>
      </p:pic>
      <p:sp>
        <p:nvSpPr>
          <p:cNvPr id="601" name="Shape 601"/>
          <p:cNvSpPr/>
          <p:nvPr/>
        </p:nvSpPr>
        <p:spPr>
          <a:xfrm>
            <a:off x="5747607" y="1367035"/>
            <a:ext cx="10716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COLLABORATORS</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cxnSp>
        <p:nvCxnSpPr>
          <p:cNvPr id="602" name="Shape 602"/>
          <p:cNvCxnSpPr/>
          <p:nvPr/>
        </p:nvCxnSpPr>
        <p:spPr>
          <a:xfrm>
            <a:off x="5459548" y="1773036"/>
            <a:ext cx="1636799" cy="0"/>
          </a:xfrm>
          <a:prstGeom prst="straightConnector1">
            <a:avLst/>
          </a:prstGeom>
          <a:noFill/>
          <a:ln cap="flat" cmpd="sng" w="25400">
            <a:solidFill>
              <a:srgbClr val="FFFFFF"/>
            </a:solidFill>
            <a:prstDash val="solid"/>
            <a:miter/>
            <a:headEnd len="med" w="med" type="none"/>
            <a:tailEnd len="med" w="med" type="none"/>
          </a:ln>
        </p:spPr>
      </p:cxnSp>
      <p:sp>
        <p:nvSpPr>
          <p:cNvPr id="603" name="Shape 603"/>
          <p:cNvSpPr/>
          <p:nvPr/>
        </p:nvSpPr>
        <p:spPr>
          <a:xfrm>
            <a:off x="3772035" y="1201536"/>
            <a:ext cx="1627200" cy="2956200"/>
          </a:xfrm>
          <a:prstGeom prst="roundRect">
            <a:avLst>
              <a:gd fmla="val 3273" name="adj"/>
            </a:avLst>
          </a:prstGeom>
          <a:solidFill>
            <a:srgbClr val="1479B1"/>
          </a:solidFill>
          <a:ln>
            <a:noFill/>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604" name="Shape 604"/>
          <p:cNvSpPr/>
          <p:nvPr/>
        </p:nvSpPr>
        <p:spPr>
          <a:xfrm>
            <a:off x="3892692" y="1952820"/>
            <a:ext cx="1393800" cy="2037300"/>
          </a:xfrm>
          <a:prstGeom prst="roundRect">
            <a:avLst>
              <a:gd fmla="val 9406" name="adj"/>
            </a:avLst>
          </a:prstGeom>
          <a:solidFill>
            <a:srgbClr val="FFFFFF"/>
          </a:solidFill>
          <a:ln>
            <a:noFill/>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605" name="Shape 605"/>
          <p:cNvCxnSpPr/>
          <p:nvPr/>
        </p:nvCxnSpPr>
        <p:spPr>
          <a:xfrm>
            <a:off x="3773619" y="1790895"/>
            <a:ext cx="1633500" cy="0"/>
          </a:xfrm>
          <a:prstGeom prst="straightConnector1">
            <a:avLst/>
          </a:prstGeom>
          <a:noFill/>
          <a:ln>
            <a:noFill/>
          </a:ln>
        </p:spPr>
      </p:cxnSp>
      <p:pic>
        <p:nvPicPr>
          <p:cNvPr descr="NEC.gif" id="606" name="Shape 606"/>
          <p:cNvPicPr preferRelativeResize="0"/>
          <p:nvPr/>
        </p:nvPicPr>
        <p:blipFill rotWithShape="1">
          <a:blip r:embed="rId6">
            <a:alphaModFix/>
          </a:blip>
          <a:srcRect b="0" l="0" r="0" t="0"/>
          <a:stretch/>
        </p:blipFill>
        <p:spPr>
          <a:xfrm>
            <a:off x="4292169" y="3490324"/>
            <a:ext cx="619200" cy="172500"/>
          </a:xfrm>
          <a:prstGeom prst="rect">
            <a:avLst/>
          </a:prstGeom>
          <a:noFill/>
          <a:ln>
            <a:noFill/>
          </a:ln>
        </p:spPr>
      </p:pic>
      <p:pic>
        <p:nvPicPr>
          <p:cNvPr descr="Erricsson.gif" id="607" name="Shape 607"/>
          <p:cNvPicPr preferRelativeResize="0"/>
          <p:nvPr/>
        </p:nvPicPr>
        <p:blipFill rotWithShape="1">
          <a:blip r:embed="rId7">
            <a:alphaModFix/>
          </a:blip>
          <a:srcRect b="0" l="0" r="0" t="0"/>
          <a:stretch/>
        </p:blipFill>
        <p:spPr>
          <a:xfrm>
            <a:off x="4329014" y="2463923"/>
            <a:ext cx="922200" cy="264300"/>
          </a:xfrm>
          <a:prstGeom prst="rect">
            <a:avLst/>
          </a:prstGeom>
          <a:noFill/>
          <a:ln>
            <a:noFill/>
          </a:ln>
        </p:spPr>
      </p:pic>
      <p:pic>
        <p:nvPicPr>
          <p:cNvPr descr="intel.jpg" id="608" name="Shape 608"/>
          <p:cNvPicPr preferRelativeResize="0"/>
          <p:nvPr/>
        </p:nvPicPr>
        <p:blipFill rotWithShape="1">
          <a:blip r:embed="rId8">
            <a:alphaModFix/>
          </a:blip>
          <a:srcRect b="0" l="0" r="0" t="0"/>
          <a:stretch/>
        </p:blipFill>
        <p:spPr>
          <a:xfrm>
            <a:off x="3988555" y="3127727"/>
            <a:ext cx="811200" cy="275099"/>
          </a:xfrm>
          <a:prstGeom prst="rect">
            <a:avLst/>
          </a:prstGeom>
          <a:noFill/>
          <a:ln>
            <a:noFill/>
          </a:ln>
        </p:spPr>
      </p:pic>
      <p:pic>
        <p:nvPicPr>
          <p:cNvPr descr="huawei logo.jpeg" id="609" name="Shape 609"/>
          <p:cNvPicPr preferRelativeResize="0"/>
          <p:nvPr/>
        </p:nvPicPr>
        <p:blipFill rotWithShape="1">
          <a:blip r:embed="rId9">
            <a:alphaModFix/>
          </a:blip>
          <a:srcRect b="0" l="0" r="0" t="0"/>
          <a:stretch/>
        </p:blipFill>
        <p:spPr>
          <a:xfrm>
            <a:off x="4625132" y="2922574"/>
            <a:ext cx="495300" cy="371400"/>
          </a:xfrm>
          <a:prstGeom prst="rect">
            <a:avLst/>
          </a:prstGeom>
          <a:noFill/>
          <a:ln>
            <a:noFill/>
          </a:ln>
        </p:spPr>
      </p:pic>
      <p:pic>
        <p:nvPicPr>
          <p:cNvPr descr="Ciena-logo.jpeg" id="610" name="Shape 610"/>
          <p:cNvPicPr preferRelativeResize="0"/>
          <p:nvPr/>
        </p:nvPicPr>
        <p:blipFill rotWithShape="1">
          <a:blip r:embed="rId10">
            <a:alphaModFix/>
          </a:blip>
          <a:srcRect b="0" l="0" r="0" t="0"/>
          <a:stretch/>
        </p:blipFill>
        <p:spPr>
          <a:xfrm>
            <a:off x="3913569" y="2220565"/>
            <a:ext cx="689100" cy="172500"/>
          </a:xfrm>
          <a:prstGeom prst="rect">
            <a:avLst/>
          </a:prstGeom>
          <a:noFill/>
          <a:ln>
            <a:noFill/>
          </a:ln>
        </p:spPr>
      </p:pic>
      <p:pic>
        <p:nvPicPr>
          <p:cNvPr descr="fujitsu-red.bmp" id="611" name="Shape 611"/>
          <p:cNvPicPr preferRelativeResize="0"/>
          <p:nvPr/>
        </p:nvPicPr>
        <p:blipFill rotWithShape="1">
          <a:blip r:embed="rId11">
            <a:alphaModFix/>
          </a:blip>
          <a:srcRect b="0" l="0" r="0" t="0"/>
          <a:stretch/>
        </p:blipFill>
        <p:spPr>
          <a:xfrm>
            <a:off x="3970467" y="2707546"/>
            <a:ext cx="636600" cy="229800"/>
          </a:xfrm>
          <a:prstGeom prst="rect">
            <a:avLst/>
          </a:prstGeom>
          <a:noFill/>
          <a:ln>
            <a:noFill/>
          </a:ln>
        </p:spPr>
      </p:pic>
      <p:sp>
        <p:nvSpPr>
          <p:cNvPr id="612" name="Shape 612"/>
          <p:cNvSpPr/>
          <p:nvPr/>
        </p:nvSpPr>
        <p:spPr>
          <a:xfrm>
            <a:off x="4335853" y="1322983"/>
            <a:ext cx="5280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VENDOR</a:t>
            </a:r>
          </a:p>
          <a:p>
            <a:pPr indent="0" lvl="0" marL="0" marR="0" rtl="0" algn="ctr">
              <a:lnSpc>
                <a:spcPct val="100000"/>
              </a:lnSpc>
              <a:spcBef>
                <a:spcPts val="0"/>
              </a:spcBef>
              <a:spcAft>
                <a:spcPts val="0"/>
              </a:spcAft>
              <a:buClr>
                <a:srgbClr val="FFFFFF"/>
              </a:buClr>
              <a:buSzPct val="25000"/>
              <a:buFont typeface="Calibri"/>
              <a:buNone/>
            </a:pPr>
            <a:r>
              <a:rPr b="0" i="0" lang="en" sz="700" u="none" cap="none" strike="noStrike">
                <a:solidFill>
                  <a:srgbClr val="FFFFFF"/>
                </a:solidFill>
                <a:latin typeface="Calibri"/>
                <a:ea typeface="Calibri"/>
                <a:cs typeface="Calibri"/>
                <a:sym typeface="Calibri"/>
              </a:rPr>
              <a:t>PARTNERS</a:t>
            </a:r>
          </a:p>
        </p:txBody>
      </p:sp>
      <p:sp>
        <p:nvSpPr>
          <p:cNvPr id="613" name="Shape 613"/>
          <p:cNvSpPr/>
          <p:nvPr/>
        </p:nvSpPr>
        <p:spPr>
          <a:xfrm>
            <a:off x="7158168" y="1201536"/>
            <a:ext cx="1627200" cy="2956200"/>
          </a:xfrm>
          <a:prstGeom prst="roundRect">
            <a:avLst>
              <a:gd fmla="val 3273"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614" name="Shape 614"/>
          <p:cNvSpPr/>
          <p:nvPr/>
        </p:nvSpPr>
        <p:spPr>
          <a:xfrm>
            <a:off x="7564353" y="1372990"/>
            <a:ext cx="8115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VOLUNTEERS</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sp>
        <p:nvSpPr>
          <p:cNvPr id="615" name="Shape 615"/>
          <p:cNvSpPr/>
          <p:nvPr/>
        </p:nvSpPr>
        <p:spPr>
          <a:xfrm>
            <a:off x="7278829" y="1952826"/>
            <a:ext cx="1393800" cy="2037299"/>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616" name="Shape 616"/>
          <p:cNvCxnSpPr/>
          <p:nvPr/>
        </p:nvCxnSpPr>
        <p:spPr>
          <a:xfrm>
            <a:off x="7159767" y="1790895"/>
            <a:ext cx="1633500" cy="0"/>
          </a:xfrm>
          <a:prstGeom prst="straightConnector1">
            <a:avLst/>
          </a:prstGeom>
          <a:noFill/>
          <a:ln cap="flat" cmpd="sng" w="25400">
            <a:solidFill>
              <a:srgbClr val="FFFFFF"/>
            </a:solidFill>
            <a:prstDash val="solid"/>
            <a:miter/>
            <a:headEnd len="med" w="med" type="none"/>
            <a:tailEnd len="med" w="med" type="none"/>
          </a:ln>
        </p:spPr>
      </p:cxnSp>
      <p:pic>
        <p:nvPicPr>
          <p:cNvPr descr="community-150124_1280.png" id="617" name="Shape 617"/>
          <p:cNvPicPr preferRelativeResize="0"/>
          <p:nvPr/>
        </p:nvPicPr>
        <p:blipFill rotWithShape="1">
          <a:blip r:embed="rId12">
            <a:alphaModFix/>
          </a:blip>
          <a:srcRect b="0" l="0" r="0" t="0"/>
          <a:stretch/>
        </p:blipFill>
        <p:spPr>
          <a:xfrm>
            <a:off x="7519885" y="2169522"/>
            <a:ext cx="958800" cy="478500"/>
          </a:xfrm>
          <a:prstGeom prst="rect">
            <a:avLst/>
          </a:prstGeom>
          <a:noFill/>
          <a:ln>
            <a:noFill/>
          </a:ln>
        </p:spPr>
      </p:pic>
      <p:pic>
        <p:nvPicPr>
          <p:cNvPr descr="community-150124_1280.png" id="618" name="Shape 618"/>
          <p:cNvPicPr preferRelativeResize="0"/>
          <p:nvPr/>
        </p:nvPicPr>
        <p:blipFill rotWithShape="1">
          <a:blip r:embed="rId12">
            <a:alphaModFix/>
          </a:blip>
          <a:srcRect b="0" l="0" r="0" t="0"/>
          <a:stretch/>
        </p:blipFill>
        <p:spPr>
          <a:xfrm>
            <a:off x="7519885" y="2626722"/>
            <a:ext cx="958800" cy="478500"/>
          </a:xfrm>
          <a:prstGeom prst="rect">
            <a:avLst/>
          </a:prstGeom>
          <a:noFill/>
          <a:ln>
            <a:noFill/>
          </a:ln>
        </p:spPr>
      </p:pic>
      <p:pic>
        <p:nvPicPr>
          <p:cNvPr descr="community-150124_1280.png" id="619" name="Shape 619"/>
          <p:cNvPicPr preferRelativeResize="0"/>
          <p:nvPr/>
        </p:nvPicPr>
        <p:blipFill rotWithShape="1">
          <a:blip r:embed="rId12">
            <a:alphaModFix/>
          </a:blip>
          <a:srcRect b="0" l="0" r="0" t="0"/>
          <a:stretch/>
        </p:blipFill>
        <p:spPr>
          <a:xfrm>
            <a:off x="7519885" y="3092257"/>
            <a:ext cx="958800" cy="478500"/>
          </a:xfrm>
          <a:prstGeom prst="rect">
            <a:avLst/>
          </a:prstGeom>
          <a:noFill/>
          <a:ln>
            <a:noFill/>
          </a:ln>
        </p:spPr>
      </p:pic>
      <p:pic>
        <p:nvPicPr>
          <p:cNvPr id="620" name="Shape 620"/>
          <p:cNvPicPr preferRelativeResize="0"/>
          <p:nvPr/>
        </p:nvPicPr>
        <p:blipFill rotWithShape="1">
          <a:blip r:embed="rId13">
            <a:alphaModFix/>
          </a:blip>
          <a:srcRect b="0" l="0" r="0" t="0"/>
          <a:stretch/>
        </p:blipFill>
        <p:spPr>
          <a:xfrm>
            <a:off x="2440125" y="3332755"/>
            <a:ext cx="912900" cy="324000"/>
          </a:xfrm>
          <a:prstGeom prst="rect">
            <a:avLst/>
          </a:prstGeom>
          <a:noFill/>
          <a:ln>
            <a:noFill/>
          </a:ln>
        </p:spPr>
      </p:pic>
      <p:pic>
        <p:nvPicPr>
          <p:cNvPr id="621" name="Shape 621"/>
          <p:cNvPicPr preferRelativeResize="0"/>
          <p:nvPr/>
        </p:nvPicPr>
        <p:blipFill rotWithShape="1">
          <a:blip r:embed="rId14">
            <a:alphaModFix/>
          </a:blip>
          <a:srcRect b="0" l="0" r="0" t="0"/>
          <a:stretch/>
        </p:blipFill>
        <p:spPr>
          <a:xfrm>
            <a:off x="4679367" y="2069018"/>
            <a:ext cx="581100" cy="294000"/>
          </a:xfrm>
          <a:prstGeom prst="rect">
            <a:avLst/>
          </a:prstGeom>
          <a:noFill/>
          <a:ln>
            <a:noFill/>
          </a:ln>
        </p:spPr>
      </p:pic>
      <p:cxnSp>
        <p:nvCxnSpPr>
          <p:cNvPr id="622" name="Shape 622"/>
          <p:cNvCxnSpPr/>
          <p:nvPr/>
        </p:nvCxnSpPr>
        <p:spPr>
          <a:xfrm>
            <a:off x="3773630" y="1765892"/>
            <a:ext cx="1635000" cy="0"/>
          </a:xfrm>
          <a:prstGeom prst="straightConnector1">
            <a:avLst/>
          </a:prstGeom>
          <a:noFill/>
          <a:ln cap="flat" cmpd="sng" w="25400">
            <a:solidFill>
              <a:srgbClr val="FFFFFF"/>
            </a:solidFill>
            <a:prstDash val="solid"/>
            <a:miter/>
            <a:headEnd len="med" w="med" type="none"/>
            <a:tailEnd len="med" w="med" type="none"/>
          </a:ln>
        </p:spPr>
      </p:cxnSp>
      <p:pic>
        <p:nvPicPr>
          <p:cNvPr descr="china-unicom-seeklogo.com.eps" id="623" name="Shape 623"/>
          <p:cNvPicPr preferRelativeResize="0"/>
          <p:nvPr/>
        </p:nvPicPr>
        <p:blipFill rotWithShape="1">
          <a:blip r:embed="rId15">
            <a:alphaModFix/>
          </a:blip>
          <a:srcRect b="0" l="0" r="0" t="0"/>
          <a:stretch/>
        </p:blipFill>
        <p:spPr>
          <a:xfrm>
            <a:off x="2440130" y="2544565"/>
            <a:ext cx="811200" cy="333300"/>
          </a:xfrm>
          <a:prstGeom prst="rect">
            <a:avLst/>
          </a:prstGeom>
          <a:noFill/>
          <a:ln>
            <a:noFill/>
          </a:ln>
        </p:spPr>
      </p:pic>
      <p:sp>
        <p:nvSpPr>
          <p:cNvPr id="624" name="Shape 624"/>
          <p:cNvSpPr txBox="1"/>
          <p:nvPr/>
        </p:nvSpPr>
        <p:spPr>
          <a:xfrm>
            <a:off x="5647073" y="2690121"/>
            <a:ext cx="1235700" cy="5847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1" lang="en" sz="1600">
                <a:latin typeface="Calibri"/>
                <a:ea typeface="Calibri"/>
                <a:cs typeface="Calibri"/>
                <a:sym typeface="Calibri"/>
              </a:rPr>
              <a:t>5</a:t>
            </a:r>
            <a:r>
              <a:rPr b="1" i="0" lang="en" sz="1600" u="none" cap="none" strike="noStrike">
                <a:solidFill>
                  <a:srgbClr val="000000"/>
                </a:solidFill>
                <a:latin typeface="Calibri"/>
                <a:ea typeface="Calibri"/>
                <a:cs typeface="Calibri"/>
                <a:sym typeface="Calibri"/>
              </a:rPr>
              <a:t>0+ Companies</a:t>
            </a:r>
          </a:p>
        </p:txBody>
      </p:sp>
      <p:pic>
        <p:nvPicPr>
          <p:cNvPr descr="verizon_2015_logo_detail.png" id="625" name="Shape 625"/>
          <p:cNvPicPr preferRelativeResize="0"/>
          <p:nvPr/>
        </p:nvPicPr>
        <p:blipFill rotWithShape="1">
          <a:blip r:embed="rId16">
            <a:alphaModFix/>
          </a:blip>
          <a:srcRect b="0" l="0" r="0" t="0"/>
          <a:stretch/>
        </p:blipFill>
        <p:spPr>
          <a:xfrm>
            <a:off x="2467953" y="3715961"/>
            <a:ext cx="802800" cy="183000"/>
          </a:xfrm>
          <a:prstGeom prst="rect">
            <a:avLst/>
          </a:prstGeom>
          <a:noFill/>
          <a:ln>
            <a:noFill/>
          </a:ln>
        </p:spPr>
      </p:pic>
      <p:pic>
        <p:nvPicPr>
          <p:cNvPr id="626" name="Shape 626"/>
          <p:cNvPicPr preferRelativeResize="0"/>
          <p:nvPr/>
        </p:nvPicPr>
        <p:blipFill rotWithShape="1">
          <a:blip r:embed="rId17">
            <a:alphaModFix/>
          </a:blip>
          <a:srcRect b="0" l="0" r="0" t="0"/>
          <a:stretch/>
        </p:blipFill>
        <p:spPr>
          <a:xfrm>
            <a:off x="4173064" y="3755424"/>
            <a:ext cx="866100" cy="143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30" name="Shape 630"/>
        <p:cNvGrpSpPr/>
        <p:nvPr/>
      </p:nvGrpSpPr>
      <p:grpSpPr>
        <a:xfrm>
          <a:off x="0" y="0"/>
          <a:ext cx="0" cy="0"/>
          <a:chOff x="0" y="0"/>
          <a:chExt cx="0" cy="0"/>
        </a:xfrm>
      </p:grpSpPr>
      <p:sp>
        <p:nvSpPr>
          <p:cNvPr id="631" name="Shape 631"/>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ONOS </a:t>
            </a:r>
            <a:r>
              <a:rPr b="1" i="0" lang="en" sz="3600" u="none" cap="none" strike="noStrike">
                <a:solidFill>
                  <a:srgbClr val="85200C"/>
                </a:solidFill>
                <a:latin typeface="Arial"/>
                <a:ea typeface="Arial"/>
                <a:cs typeface="Arial"/>
                <a:sym typeface="Arial"/>
              </a:rPr>
              <a:t>Collaborators</a:t>
            </a:r>
          </a:p>
        </p:txBody>
      </p:sp>
      <p:pic>
        <p:nvPicPr>
          <p:cNvPr descr="collaborators_list.png" id="632" name="Shape 632"/>
          <p:cNvPicPr preferRelativeResize="0"/>
          <p:nvPr/>
        </p:nvPicPr>
        <p:blipFill>
          <a:blip r:embed="rId3">
            <a:alphaModFix/>
          </a:blip>
          <a:stretch>
            <a:fillRect/>
          </a:stretch>
        </p:blipFill>
        <p:spPr>
          <a:xfrm>
            <a:off x="494474" y="857400"/>
            <a:ext cx="8155050" cy="3549224"/>
          </a:xfrm>
          <a:prstGeom prst="rect">
            <a:avLst/>
          </a:prstGeom>
          <a:noFill/>
          <a:ln>
            <a:noFill/>
          </a:ln>
        </p:spPr>
      </p:pic>
      <p:sp>
        <p:nvSpPr>
          <p:cNvPr id="633" name="Shape 633"/>
          <p:cNvSpPr txBox="1"/>
          <p:nvPr/>
        </p:nvSpPr>
        <p:spPr>
          <a:xfrm>
            <a:off x="1403325" y="4559025"/>
            <a:ext cx="6635700" cy="676500"/>
          </a:xfrm>
          <a:prstGeom prst="rect">
            <a:avLst/>
          </a:prstGeom>
          <a:noFill/>
          <a:ln>
            <a:noFill/>
          </a:ln>
        </p:spPr>
        <p:txBody>
          <a:bodyPr anchorCtr="0" anchor="t" bIns="91425" lIns="91425" rIns="91425" tIns="91425">
            <a:noAutofit/>
          </a:bodyPr>
          <a:lstStyle/>
          <a:p>
            <a:pPr lvl="0" rtl="0">
              <a:lnSpc>
                <a:spcPct val="115000"/>
              </a:lnSpc>
              <a:spcBef>
                <a:spcPts val="320"/>
              </a:spcBef>
              <a:buNone/>
            </a:pPr>
            <a:r>
              <a:rPr lang="en">
                <a:solidFill>
                  <a:schemeClr val="dk1"/>
                </a:solidFill>
              </a:rPr>
              <a:t>Collaborating organizations help </a:t>
            </a:r>
            <a:r>
              <a:rPr lang="en" u="sng"/>
              <a:t>grow the community</a:t>
            </a:r>
            <a:r>
              <a:rPr lang="en">
                <a:solidFill>
                  <a:schemeClr val="dk1"/>
                </a:solidFill>
              </a:rPr>
              <a:t> and grow the </a:t>
            </a:r>
            <a:r>
              <a:rPr lang="en" u="sng"/>
              <a:t>impact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37" name="Shape 637"/>
        <p:cNvGrpSpPr/>
        <p:nvPr/>
      </p:nvGrpSpPr>
      <p:grpSpPr>
        <a:xfrm>
          <a:off x="0" y="0"/>
          <a:ext cx="0" cy="0"/>
          <a:chOff x="0" y="0"/>
          <a:chExt cx="0" cy="0"/>
        </a:xfrm>
      </p:grpSpPr>
      <p:sp>
        <p:nvSpPr>
          <p:cNvPr id="638" name="Shape 638"/>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Member</a:t>
            </a:r>
            <a:r>
              <a:rPr b="1" i="0" lang="en" sz="3600" u="none" cap="none" strike="noStrike">
                <a:solidFill>
                  <a:srgbClr val="85200C"/>
                </a:solidFill>
                <a:latin typeface="Arial"/>
                <a:ea typeface="Arial"/>
                <a:cs typeface="Arial"/>
                <a:sym typeface="Arial"/>
              </a:rPr>
              <a:t> </a:t>
            </a:r>
            <a:r>
              <a:rPr lang="en"/>
              <a:t>Growth Since Launch</a:t>
            </a:r>
          </a:p>
        </p:txBody>
      </p:sp>
      <p:pic>
        <p:nvPicPr>
          <p:cNvPr descr="member_growth_chart.png" id="639" name="Shape 639"/>
          <p:cNvPicPr preferRelativeResize="0"/>
          <p:nvPr/>
        </p:nvPicPr>
        <p:blipFill>
          <a:blip r:embed="rId3">
            <a:alphaModFix/>
          </a:blip>
          <a:stretch>
            <a:fillRect/>
          </a:stretch>
        </p:blipFill>
        <p:spPr>
          <a:xfrm>
            <a:off x="1333500" y="857400"/>
            <a:ext cx="6477000" cy="4000500"/>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43" name="Shape 643"/>
        <p:cNvGrpSpPr/>
        <p:nvPr/>
      </p:nvGrpSpPr>
      <p:grpSpPr>
        <a:xfrm>
          <a:off x="0" y="0"/>
          <a:ext cx="0" cy="0"/>
          <a:chOff x="0" y="0"/>
          <a:chExt cx="0" cy="0"/>
        </a:xfrm>
      </p:grpSpPr>
      <p:sp>
        <p:nvSpPr>
          <p:cNvPr id="644" name="Shape 644"/>
          <p:cNvSpPr/>
          <p:nvPr/>
        </p:nvSpPr>
        <p:spPr>
          <a:xfrm>
            <a:off x="0" y="594825"/>
            <a:ext cx="9144000" cy="4548600"/>
          </a:xfrm>
          <a:prstGeom prst="rect">
            <a:avLst/>
          </a:prstGeom>
          <a:solidFill>
            <a:schemeClr val="accent3"/>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645" name="Shape 645"/>
          <p:cNvSpPr txBox="1"/>
          <p:nvPr>
            <p:ph type="ctrTitle"/>
          </p:nvPr>
        </p:nvSpPr>
        <p:spPr>
          <a:xfrm>
            <a:off x="311736" y="68990"/>
            <a:ext cx="8520600" cy="423000"/>
          </a:xfrm>
          <a:prstGeom prst="rect">
            <a:avLst/>
          </a:prstGeom>
        </p:spPr>
        <p:txBody>
          <a:bodyPr anchorCtr="0" anchor="ctr" bIns="34275" lIns="34275" rIns="34275" tIns="34275">
            <a:noAutofit/>
          </a:bodyPr>
          <a:lstStyle/>
          <a:p>
            <a:pPr lvl="0">
              <a:spcBef>
                <a:spcPts val="0"/>
              </a:spcBef>
              <a:buNone/>
            </a:pPr>
            <a:r>
              <a:rPr lang="en"/>
              <a:t>Welcome Goldeneye Release</a:t>
            </a:r>
          </a:p>
        </p:txBody>
      </p:sp>
      <p:pic>
        <p:nvPicPr>
          <p:cNvPr descr="File:Pied Avocet RWD.jpg" id="646" name="Shape 646"/>
          <p:cNvPicPr preferRelativeResize="0"/>
          <p:nvPr/>
        </p:nvPicPr>
        <p:blipFill>
          <a:blip r:embed="rId3">
            <a:alphaModFix/>
          </a:blip>
          <a:stretch>
            <a:fillRect/>
          </a:stretch>
        </p:blipFill>
        <p:spPr>
          <a:xfrm>
            <a:off x="96126" y="989469"/>
            <a:ext cx="1076322" cy="807249"/>
          </a:xfrm>
          <a:prstGeom prst="rect">
            <a:avLst/>
          </a:prstGeom>
          <a:noFill/>
          <a:ln>
            <a:noFill/>
          </a:ln>
        </p:spPr>
      </p:pic>
      <p:pic>
        <p:nvPicPr>
          <p:cNvPr descr="Tricolored blackbird" id="647" name="Shape 647"/>
          <p:cNvPicPr preferRelativeResize="0"/>
          <p:nvPr/>
        </p:nvPicPr>
        <p:blipFill>
          <a:blip r:embed="rId4">
            <a:alphaModFix/>
          </a:blip>
          <a:stretch>
            <a:fillRect/>
          </a:stretch>
        </p:blipFill>
        <p:spPr>
          <a:xfrm>
            <a:off x="28850" y="2151674"/>
            <a:ext cx="1210875" cy="807250"/>
          </a:xfrm>
          <a:prstGeom prst="rect">
            <a:avLst/>
          </a:prstGeom>
          <a:noFill/>
          <a:ln>
            <a:noFill/>
          </a:ln>
        </p:spPr>
      </p:pic>
      <p:pic>
        <p:nvPicPr>
          <p:cNvPr descr="Cardinal, Bird, Cardinalidae" id="648" name="Shape 648"/>
          <p:cNvPicPr preferRelativeResize="0"/>
          <p:nvPr/>
        </p:nvPicPr>
        <p:blipFill>
          <a:blip r:embed="rId5">
            <a:alphaModFix/>
          </a:blip>
          <a:stretch>
            <a:fillRect/>
          </a:stretch>
        </p:blipFill>
        <p:spPr>
          <a:xfrm>
            <a:off x="173412" y="3266712"/>
            <a:ext cx="921750" cy="1106100"/>
          </a:xfrm>
          <a:prstGeom prst="rect">
            <a:avLst/>
          </a:prstGeom>
          <a:noFill/>
          <a:ln>
            <a:noFill/>
          </a:ln>
        </p:spPr>
      </p:pic>
      <p:pic>
        <p:nvPicPr>
          <p:cNvPr descr="Description[edit]" id="649" name="Shape 649"/>
          <p:cNvPicPr preferRelativeResize="0"/>
          <p:nvPr/>
        </p:nvPicPr>
        <p:blipFill>
          <a:blip r:embed="rId6">
            <a:alphaModFix/>
          </a:blip>
          <a:stretch>
            <a:fillRect/>
          </a:stretch>
        </p:blipFill>
        <p:spPr>
          <a:xfrm>
            <a:off x="3079408" y="989469"/>
            <a:ext cx="1174925" cy="807250"/>
          </a:xfrm>
          <a:prstGeom prst="rect">
            <a:avLst/>
          </a:prstGeom>
          <a:noFill/>
          <a:ln>
            <a:noFill/>
          </a:ln>
        </p:spPr>
      </p:pic>
      <p:pic>
        <p:nvPicPr>
          <p:cNvPr descr="File:Emu Searching for a Shiny" id="650" name="Shape 650"/>
          <p:cNvPicPr preferRelativeResize="0"/>
          <p:nvPr/>
        </p:nvPicPr>
        <p:blipFill>
          <a:blip r:embed="rId7">
            <a:alphaModFix/>
          </a:blip>
          <a:stretch>
            <a:fillRect/>
          </a:stretch>
        </p:blipFill>
        <p:spPr>
          <a:xfrm>
            <a:off x="2952091" y="2080273"/>
            <a:ext cx="1429559" cy="950052"/>
          </a:xfrm>
          <a:prstGeom prst="rect">
            <a:avLst/>
          </a:prstGeom>
          <a:noFill/>
          <a:ln>
            <a:noFill/>
          </a:ln>
        </p:spPr>
      </p:pic>
      <p:pic>
        <p:nvPicPr>
          <p:cNvPr descr="Prairie falcon" id="651" name="Shape 651"/>
          <p:cNvPicPr preferRelativeResize="0"/>
          <p:nvPr/>
        </p:nvPicPr>
        <p:blipFill>
          <a:blip r:embed="rId8">
            <a:alphaModFix/>
          </a:blip>
          <a:stretch>
            <a:fillRect/>
          </a:stretch>
        </p:blipFill>
        <p:spPr>
          <a:xfrm>
            <a:off x="3196381" y="3344737"/>
            <a:ext cx="940980" cy="950050"/>
          </a:xfrm>
          <a:prstGeom prst="rect">
            <a:avLst/>
          </a:prstGeom>
          <a:noFill/>
          <a:ln>
            <a:noFill/>
          </a:ln>
        </p:spPr>
      </p:pic>
      <p:pic>
        <p:nvPicPr>
          <p:cNvPr descr="Barrow&amp;#39;s goldeneye" id="652" name="Shape 652"/>
          <p:cNvPicPr preferRelativeResize="0"/>
          <p:nvPr/>
        </p:nvPicPr>
        <p:blipFill>
          <a:blip r:embed="rId9">
            <a:alphaModFix/>
          </a:blip>
          <a:stretch>
            <a:fillRect/>
          </a:stretch>
        </p:blipFill>
        <p:spPr>
          <a:xfrm>
            <a:off x="6428025" y="874727"/>
            <a:ext cx="2283598" cy="1874498"/>
          </a:xfrm>
          <a:prstGeom prst="rect">
            <a:avLst/>
          </a:prstGeom>
          <a:noFill/>
          <a:ln>
            <a:noFill/>
          </a:ln>
        </p:spPr>
      </p:pic>
      <p:sp>
        <p:nvSpPr>
          <p:cNvPr id="653" name="Shape 653"/>
          <p:cNvSpPr txBox="1"/>
          <p:nvPr/>
        </p:nvSpPr>
        <p:spPr>
          <a:xfrm>
            <a:off x="1275099" y="918050"/>
            <a:ext cx="1561499" cy="950100"/>
          </a:xfrm>
          <a:prstGeom prst="rect">
            <a:avLst/>
          </a:prstGeom>
          <a:solidFill>
            <a:srgbClr val="000000"/>
          </a:solidFill>
          <a:ln>
            <a:noFill/>
          </a:ln>
        </p:spPr>
        <p:txBody>
          <a:bodyPr anchorCtr="0" anchor="t" bIns="91425" lIns="91425" rIns="91425" tIns="91425">
            <a:noAutofit/>
          </a:bodyPr>
          <a:lstStyle/>
          <a:p>
            <a:pPr lvl="0" rtl="0">
              <a:spcBef>
                <a:spcPts val="0"/>
              </a:spcBef>
              <a:buNone/>
            </a:pPr>
            <a:r>
              <a:rPr lang="en" u="sng">
                <a:solidFill>
                  <a:srgbClr val="FFFFFF"/>
                </a:solidFill>
              </a:rPr>
              <a:t>Q4/14 Avocet</a:t>
            </a:r>
          </a:p>
          <a:p>
            <a:pPr lvl="0" rtl="0">
              <a:spcBef>
                <a:spcPts val="0"/>
              </a:spcBef>
              <a:buNone/>
            </a:pPr>
            <a:r>
              <a:rPr lang="en" sz="1000">
                <a:solidFill>
                  <a:srgbClr val="FFFFFF"/>
                </a:solidFill>
              </a:rPr>
              <a:t>Base Architecture</a:t>
            </a:r>
          </a:p>
        </p:txBody>
      </p:sp>
      <p:sp>
        <p:nvSpPr>
          <p:cNvPr id="654" name="Shape 654"/>
          <p:cNvSpPr txBox="1"/>
          <p:nvPr/>
        </p:nvSpPr>
        <p:spPr>
          <a:xfrm>
            <a:off x="1275100" y="2002250"/>
            <a:ext cx="1561500" cy="11061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Q1/15 Blackbird</a:t>
            </a:r>
          </a:p>
          <a:p>
            <a:pPr lvl="0" rtl="0">
              <a:spcBef>
                <a:spcPts val="0"/>
              </a:spcBef>
              <a:buNone/>
            </a:pPr>
            <a:r>
              <a:rPr lang="en" sz="1000">
                <a:solidFill>
                  <a:schemeClr val="lt1"/>
                </a:solidFill>
              </a:rPr>
              <a:t>Performance</a:t>
            </a:r>
          </a:p>
        </p:txBody>
      </p:sp>
      <p:sp>
        <p:nvSpPr>
          <p:cNvPr id="655" name="Shape 655"/>
          <p:cNvSpPr txBox="1"/>
          <p:nvPr/>
        </p:nvSpPr>
        <p:spPr>
          <a:xfrm>
            <a:off x="1275100" y="3246474"/>
            <a:ext cx="1561500" cy="1146599"/>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Q2/15 Cardinal</a:t>
            </a:r>
          </a:p>
          <a:p>
            <a:pPr lvl="0">
              <a:spcBef>
                <a:spcPts val="0"/>
              </a:spcBef>
              <a:buNone/>
            </a:pPr>
            <a:r>
              <a:rPr lang="en" sz="1000">
                <a:solidFill>
                  <a:schemeClr val="lt1"/>
                </a:solidFill>
              </a:rPr>
              <a:t>ONS Use Cases</a:t>
            </a:r>
          </a:p>
          <a:p>
            <a:pPr lvl="0">
              <a:spcBef>
                <a:spcPts val="0"/>
              </a:spcBef>
              <a:buNone/>
            </a:pPr>
            <a:r>
              <a:rPr lang="en" sz="1000">
                <a:solidFill>
                  <a:schemeClr val="lt1"/>
                </a:solidFill>
              </a:rPr>
              <a:t>SDN-IP</a:t>
            </a:r>
          </a:p>
          <a:p>
            <a:pPr lvl="0">
              <a:spcBef>
                <a:spcPts val="0"/>
              </a:spcBef>
              <a:buNone/>
            </a:pPr>
            <a:r>
              <a:rPr lang="en" sz="1000">
                <a:solidFill>
                  <a:schemeClr val="lt1"/>
                </a:solidFill>
              </a:rPr>
              <a:t>Packet Optical</a:t>
            </a:r>
          </a:p>
          <a:p>
            <a:pPr lvl="0" rtl="0">
              <a:spcBef>
                <a:spcPts val="0"/>
              </a:spcBef>
              <a:buNone/>
            </a:pPr>
            <a:r>
              <a:rPr lang="en" sz="1000">
                <a:solidFill>
                  <a:schemeClr val="lt1"/>
                </a:solidFill>
              </a:rPr>
              <a:t>R-CORD</a:t>
            </a:r>
          </a:p>
        </p:txBody>
      </p:sp>
      <p:sp>
        <p:nvSpPr>
          <p:cNvPr id="656" name="Shape 656"/>
          <p:cNvSpPr txBox="1"/>
          <p:nvPr/>
        </p:nvSpPr>
        <p:spPr>
          <a:xfrm>
            <a:off x="4530650" y="902750"/>
            <a:ext cx="1571700" cy="9807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Q3/15 Drake</a:t>
            </a:r>
          </a:p>
          <a:p>
            <a:pPr lvl="0">
              <a:spcBef>
                <a:spcPts val="0"/>
              </a:spcBef>
              <a:buNone/>
            </a:pPr>
            <a:r>
              <a:rPr lang="en" sz="1000">
                <a:solidFill>
                  <a:schemeClr val="lt1"/>
                </a:solidFill>
              </a:rPr>
              <a:t>ONF ATRIUM</a:t>
            </a:r>
          </a:p>
          <a:p>
            <a:pPr lvl="0">
              <a:spcBef>
                <a:spcPts val="0"/>
              </a:spcBef>
              <a:buNone/>
            </a:pPr>
            <a:r>
              <a:rPr lang="en" sz="1000">
                <a:solidFill>
                  <a:schemeClr val="lt1"/>
                </a:solidFill>
              </a:rPr>
              <a:t>Secure Mode ONOS</a:t>
            </a:r>
          </a:p>
          <a:p>
            <a:pPr lvl="0">
              <a:spcBef>
                <a:spcPts val="0"/>
              </a:spcBef>
              <a:buNone/>
            </a:pPr>
            <a:r>
              <a:rPr lang="en" sz="1000">
                <a:solidFill>
                  <a:schemeClr val="lt1"/>
                </a:solidFill>
              </a:rPr>
              <a:t>VXLAN</a:t>
            </a:r>
          </a:p>
          <a:p>
            <a:pPr lvl="0">
              <a:spcBef>
                <a:spcPts val="0"/>
              </a:spcBef>
              <a:buNone/>
            </a:pPr>
            <a:r>
              <a:rPr lang="en" sz="1000">
                <a:solidFill>
                  <a:schemeClr val="lt1"/>
                </a:solidFill>
              </a:rPr>
              <a:t>Device Config</a:t>
            </a:r>
          </a:p>
          <a:p>
            <a:pPr lvl="0" rtl="0">
              <a:spcBef>
                <a:spcPts val="0"/>
              </a:spcBef>
              <a:buNone/>
            </a:pPr>
            <a:r>
              <a:t/>
            </a:r>
            <a:endParaRPr sz="1000">
              <a:solidFill>
                <a:schemeClr val="lt1"/>
              </a:solidFill>
            </a:endParaRPr>
          </a:p>
        </p:txBody>
      </p:sp>
      <p:sp>
        <p:nvSpPr>
          <p:cNvPr id="657" name="Shape 657"/>
          <p:cNvSpPr txBox="1"/>
          <p:nvPr/>
        </p:nvSpPr>
        <p:spPr>
          <a:xfrm>
            <a:off x="4540250" y="2002250"/>
            <a:ext cx="1561500" cy="11061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Q4/15 Emu</a:t>
            </a:r>
          </a:p>
          <a:p>
            <a:pPr lvl="0">
              <a:spcBef>
                <a:spcPts val="0"/>
              </a:spcBef>
              <a:buNone/>
            </a:pPr>
            <a:r>
              <a:rPr lang="en" sz="1000">
                <a:solidFill>
                  <a:schemeClr val="lt1"/>
                </a:solidFill>
              </a:rPr>
              <a:t>OPNFV</a:t>
            </a:r>
          </a:p>
          <a:p>
            <a:pPr lvl="0">
              <a:spcBef>
                <a:spcPts val="0"/>
              </a:spcBef>
              <a:buNone/>
            </a:pPr>
            <a:r>
              <a:rPr lang="en" sz="1000">
                <a:solidFill>
                  <a:schemeClr val="lt1"/>
                </a:solidFill>
              </a:rPr>
              <a:t>SONA</a:t>
            </a:r>
          </a:p>
          <a:p>
            <a:pPr lvl="0">
              <a:spcBef>
                <a:spcPts val="0"/>
              </a:spcBef>
              <a:buNone/>
            </a:pPr>
            <a:r>
              <a:rPr lang="en" sz="1000">
                <a:solidFill>
                  <a:schemeClr val="lt1"/>
                </a:solidFill>
              </a:rPr>
              <a:t>AARNET</a:t>
            </a:r>
          </a:p>
          <a:p>
            <a:pPr lvl="0" rtl="0">
              <a:spcBef>
                <a:spcPts val="0"/>
              </a:spcBef>
              <a:buNone/>
            </a:pPr>
            <a:r>
              <a:rPr lang="en" sz="1000">
                <a:solidFill>
                  <a:schemeClr val="lt1"/>
                </a:solidFill>
              </a:rPr>
              <a:t>KREONET-S</a:t>
            </a:r>
          </a:p>
        </p:txBody>
      </p:sp>
      <p:sp>
        <p:nvSpPr>
          <p:cNvPr id="658" name="Shape 658"/>
          <p:cNvSpPr txBox="1"/>
          <p:nvPr/>
        </p:nvSpPr>
        <p:spPr>
          <a:xfrm>
            <a:off x="4540850" y="3246462"/>
            <a:ext cx="1561500" cy="11466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Q1/16 Falcon</a:t>
            </a:r>
          </a:p>
          <a:p>
            <a:pPr lvl="0">
              <a:spcBef>
                <a:spcPts val="0"/>
              </a:spcBef>
              <a:buNone/>
            </a:pPr>
            <a:r>
              <a:rPr lang="en" sz="1000">
                <a:solidFill>
                  <a:schemeClr val="lt1"/>
                </a:solidFill>
              </a:rPr>
              <a:t>ONS Use Cases</a:t>
            </a:r>
          </a:p>
          <a:p>
            <a:pPr lvl="0">
              <a:spcBef>
                <a:spcPts val="0"/>
              </a:spcBef>
              <a:buNone/>
            </a:pPr>
            <a:r>
              <a:rPr lang="en" sz="1000">
                <a:solidFill>
                  <a:schemeClr val="lt1"/>
                </a:solidFill>
              </a:rPr>
              <a:t>{A, E, M, R} CORD</a:t>
            </a:r>
          </a:p>
          <a:p>
            <a:pPr lvl="0">
              <a:spcBef>
                <a:spcPts val="0"/>
              </a:spcBef>
              <a:buNone/>
            </a:pPr>
            <a:r>
              <a:rPr lang="en" sz="1000">
                <a:solidFill>
                  <a:schemeClr val="lt1"/>
                </a:solidFill>
              </a:rPr>
              <a:t>Disaggregated ROADM</a:t>
            </a:r>
          </a:p>
          <a:p>
            <a:pPr lvl="0" rtl="0">
              <a:spcBef>
                <a:spcPts val="0"/>
              </a:spcBef>
              <a:buNone/>
            </a:pPr>
            <a:r>
              <a:rPr lang="en" sz="1000">
                <a:solidFill>
                  <a:schemeClr val="lt1"/>
                </a:solidFill>
              </a:rPr>
              <a:t>DC Fabric Control</a:t>
            </a:r>
          </a:p>
          <a:p>
            <a:pPr lvl="0" rtl="0">
              <a:spcBef>
                <a:spcPts val="0"/>
              </a:spcBef>
              <a:buNone/>
            </a:pPr>
            <a:r>
              <a:rPr lang="en" sz="1000">
                <a:solidFill>
                  <a:schemeClr val="lt1"/>
                </a:solidFill>
              </a:rPr>
              <a:t>Global R&amp;E Deployment</a:t>
            </a:r>
          </a:p>
        </p:txBody>
      </p:sp>
      <p:sp>
        <p:nvSpPr>
          <p:cNvPr id="659" name="Shape 659"/>
          <p:cNvSpPr txBox="1"/>
          <p:nvPr/>
        </p:nvSpPr>
        <p:spPr>
          <a:xfrm>
            <a:off x="6428025" y="2836200"/>
            <a:ext cx="2283600" cy="16038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Q2/16 Goldeneye</a:t>
            </a:r>
          </a:p>
          <a:p>
            <a:pPr lvl="0">
              <a:spcBef>
                <a:spcPts val="0"/>
              </a:spcBef>
              <a:buNone/>
            </a:pPr>
            <a:r>
              <a:rPr lang="en" sz="1200">
                <a:solidFill>
                  <a:schemeClr val="lt1"/>
                </a:solidFill>
              </a:rPr>
              <a:t>CPMAN monitoring apps</a:t>
            </a:r>
          </a:p>
          <a:p>
            <a:pPr lvl="0">
              <a:spcBef>
                <a:spcPts val="0"/>
              </a:spcBef>
              <a:buNone/>
            </a:pPr>
            <a:r>
              <a:rPr lang="en" sz="1200">
                <a:solidFill>
                  <a:schemeClr val="lt1"/>
                </a:solidFill>
              </a:rPr>
              <a:t>Intents using Flow Objectives</a:t>
            </a:r>
          </a:p>
          <a:p>
            <a:pPr lvl="0">
              <a:spcBef>
                <a:spcPts val="0"/>
              </a:spcBef>
              <a:buNone/>
            </a:pPr>
            <a:r>
              <a:rPr lang="en" sz="1200">
                <a:solidFill>
                  <a:schemeClr val="lt1"/>
                </a:solidFill>
              </a:rPr>
              <a:t>AFS subsystem performance</a:t>
            </a:r>
          </a:p>
          <a:p>
            <a:pPr lvl="0">
              <a:spcBef>
                <a:spcPts val="0"/>
              </a:spcBef>
              <a:buNone/>
            </a:pPr>
            <a:r>
              <a:rPr lang="en" sz="1200">
                <a:solidFill>
                  <a:schemeClr val="lt1"/>
                </a:solidFill>
              </a:rPr>
              <a:t>P4 demo support</a:t>
            </a:r>
          </a:p>
          <a:p>
            <a:pPr lvl="0">
              <a:spcBef>
                <a:spcPts val="0"/>
              </a:spcBef>
              <a:buNone/>
            </a:pPr>
            <a:r>
              <a:rPr lang="en" sz="1200">
                <a:solidFill>
                  <a:schemeClr val="lt1"/>
                </a:solidFill>
              </a:rPr>
              <a:t>NETCONF device support</a:t>
            </a:r>
          </a:p>
          <a:p>
            <a:pPr lvl="0" rtl="0">
              <a:spcBef>
                <a:spcPts val="0"/>
              </a:spcBef>
              <a:buNone/>
            </a:pPr>
            <a:r>
              <a:rPr lang="en" sz="1200">
                <a:solidFill>
                  <a:schemeClr val="lt1"/>
                </a:solidFill>
              </a:rPr>
              <a:t>YANG tool chain</a:t>
            </a:r>
          </a:p>
        </p:txBody>
      </p:sp>
      <p:sp>
        <p:nvSpPr>
          <p:cNvPr id="660" name="Shape 660"/>
          <p:cNvSpPr/>
          <p:nvPr/>
        </p:nvSpPr>
        <p:spPr>
          <a:xfrm>
            <a:off x="520800" y="4450775"/>
            <a:ext cx="8120700" cy="739200"/>
          </a:xfrm>
          <a:prstGeom prst="rightArrow">
            <a:avLst>
              <a:gd fmla="val 50000" name="adj1"/>
              <a:gd fmla="val 50000" name="adj2"/>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rPr lang="en"/>
              <a:t>Every release: ++ Deployments, Applications, NB, CORE, SB, Test, Community, Performance….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64" name="Shape 664"/>
        <p:cNvGrpSpPr/>
        <p:nvPr/>
      </p:nvGrpSpPr>
      <p:grpSpPr>
        <a:xfrm>
          <a:off x="0" y="0"/>
          <a:ext cx="0" cy="0"/>
          <a:chOff x="0" y="0"/>
          <a:chExt cx="0" cy="0"/>
        </a:xfrm>
      </p:grpSpPr>
      <p:sp>
        <p:nvSpPr>
          <p:cNvPr id="665" name="Shape 665"/>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Takeaways</a:t>
            </a:r>
          </a:p>
        </p:txBody>
      </p:sp>
      <p:sp>
        <p:nvSpPr>
          <p:cNvPr id="666" name="Shape 666"/>
          <p:cNvSpPr txBox="1"/>
          <p:nvPr>
            <p:ph idx="1" type="body"/>
          </p:nvPr>
        </p:nvSpPr>
        <p:spPr>
          <a:xfrm>
            <a:off x="207600" y="751500"/>
            <a:ext cx="8859300" cy="4261500"/>
          </a:xfrm>
          <a:prstGeom prst="rect">
            <a:avLst/>
          </a:prstGeom>
        </p:spPr>
        <p:txBody>
          <a:bodyPr anchorCtr="0" anchor="t" bIns="91425" lIns="91425" rIns="91425" tIns="91425">
            <a:noAutofit/>
          </a:bodyPr>
          <a:lstStyle/>
          <a:p>
            <a:pPr indent="-355600" lvl="0" marL="457200" rtl="0">
              <a:lnSpc>
                <a:spcPct val="115000"/>
              </a:lnSpc>
              <a:spcBef>
                <a:spcPts val="0"/>
              </a:spcBef>
              <a:buClr>
                <a:srgbClr val="CCCCCC"/>
              </a:buClr>
              <a:buSzPct val="100000"/>
            </a:pPr>
            <a:r>
              <a:rPr b="1" lang="en" sz="2000">
                <a:solidFill>
                  <a:srgbClr val="CCCCCC"/>
                </a:solidFill>
              </a:rPr>
              <a:t>Community</a:t>
            </a:r>
          </a:p>
          <a:p>
            <a:pPr indent="-228600" lvl="1" marL="914400" rtl="0">
              <a:lnSpc>
                <a:spcPct val="115000"/>
              </a:lnSpc>
              <a:spcBef>
                <a:spcPts val="0"/>
              </a:spcBef>
              <a:buClr>
                <a:srgbClr val="CCCCCC"/>
              </a:buClr>
            </a:pPr>
            <a:r>
              <a:rPr lang="en">
                <a:solidFill>
                  <a:srgbClr val="CCCCCC"/>
                </a:solidFill>
              </a:rPr>
              <a:t>Growth and diversity continue to accelerate </a:t>
            </a:r>
          </a:p>
          <a:p>
            <a:pPr indent="-228600" lvl="1" marL="914400" rtl="0">
              <a:lnSpc>
                <a:spcPct val="115000"/>
              </a:lnSpc>
              <a:spcBef>
                <a:spcPts val="0"/>
              </a:spcBef>
              <a:buClr>
                <a:srgbClr val="CCCCCC"/>
              </a:buClr>
            </a:pPr>
            <a:r>
              <a:rPr lang="en">
                <a:solidFill>
                  <a:srgbClr val="CCCCCC"/>
                </a:solidFill>
              </a:rPr>
              <a:t>Excellent retention</a:t>
            </a:r>
          </a:p>
          <a:p>
            <a:pPr indent="-228600" lvl="1" marL="914400" rtl="0">
              <a:lnSpc>
                <a:spcPct val="115000"/>
              </a:lnSpc>
              <a:spcBef>
                <a:spcPts val="0"/>
              </a:spcBef>
              <a:buClr>
                <a:srgbClr val="CCCCCC"/>
              </a:buClr>
            </a:pPr>
            <a:r>
              <a:rPr lang="en">
                <a:solidFill>
                  <a:srgbClr val="CCCCCC"/>
                </a:solidFill>
              </a:rPr>
              <a:t>Release and innovation momentum </a:t>
            </a:r>
          </a:p>
          <a:p>
            <a:pPr indent="-355600" lvl="0" marL="457200" rtl="0">
              <a:lnSpc>
                <a:spcPct val="115000"/>
              </a:lnSpc>
              <a:spcBef>
                <a:spcPts val="0"/>
              </a:spcBef>
              <a:buSzPct val="100000"/>
            </a:pPr>
            <a:r>
              <a:rPr b="1" lang="en" sz="2000"/>
              <a:t>Platform</a:t>
            </a:r>
          </a:p>
          <a:p>
            <a:pPr indent="-228600" lvl="1" marL="914400" rtl="0">
              <a:lnSpc>
                <a:spcPct val="115000"/>
              </a:lnSpc>
              <a:spcBef>
                <a:spcPts val="0"/>
              </a:spcBef>
            </a:pPr>
            <a:r>
              <a:rPr lang="en"/>
              <a:t>Continuing to focus on core value proposition (Scale, Performance, HA) maintaining our undisputed leadership </a:t>
            </a:r>
          </a:p>
          <a:p>
            <a:pPr indent="0" lvl="0" marL="457200" rtl="0">
              <a:lnSpc>
                <a:spcPct val="115000"/>
              </a:lnSpc>
              <a:spcBef>
                <a:spcPts val="0"/>
              </a:spcBef>
              <a:buNone/>
            </a:pPr>
            <a:r>
              <a:rPr b="1" i="1" lang="en" sz="1800"/>
              <a:t>Only platform to support incremental as well as disruptive SDN</a:t>
            </a:r>
          </a:p>
          <a:p>
            <a:pPr indent="-355600" lvl="0" marL="457200" rtl="0">
              <a:lnSpc>
                <a:spcPct val="115000"/>
              </a:lnSpc>
              <a:spcBef>
                <a:spcPts val="0"/>
              </a:spcBef>
              <a:buClr>
                <a:srgbClr val="D9D9D9"/>
              </a:buClr>
              <a:buSzPct val="100000"/>
            </a:pPr>
            <a:r>
              <a:rPr b="1" lang="en" sz="2000">
                <a:solidFill>
                  <a:srgbClr val="D9D9D9"/>
                </a:solidFill>
              </a:rPr>
              <a:t>Use cases and solutions</a:t>
            </a:r>
          </a:p>
          <a:p>
            <a:pPr indent="-228600" lvl="1" marL="914400" rtl="0">
              <a:lnSpc>
                <a:spcPct val="115000"/>
              </a:lnSpc>
              <a:spcBef>
                <a:spcPts val="0"/>
              </a:spcBef>
              <a:buClr>
                <a:srgbClr val="D9D9D9"/>
              </a:buClr>
            </a:pPr>
            <a:r>
              <a:rPr lang="en">
                <a:solidFill>
                  <a:srgbClr val="D9D9D9"/>
                </a:solidFill>
              </a:rPr>
              <a:t>ONOS enabled solutions gaining lot of traction and momentum</a:t>
            </a:r>
          </a:p>
          <a:p>
            <a:pPr indent="-228600" lvl="1" marL="914400" rtl="0">
              <a:lnSpc>
                <a:spcPct val="115000"/>
              </a:lnSpc>
              <a:spcBef>
                <a:spcPts val="0"/>
              </a:spcBef>
              <a:buClr>
                <a:srgbClr val="D9D9D9"/>
              </a:buClr>
            </a:pPr>
            <a:r>
              <a:rPr lang="en">
                <a:solidFill>
                  <a:srgbClr val="D9D9D9"/>
                </a:solidFill>
              </a:rPr>
              <a:t>Comprehensive set of Service Provider use cases and solutions: NREN deployments, Packet-Optical convergence, CORD</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70" name="Shape 670"/>
        <p:cNvGrpSpPr/>
        <p:nvPr/>
      </p:nvGrpSpPr>
      <p:grpSpPr>
        <a:xfrm>
          <a:off x="0" y="0"/>
          <a:ext cx="0" cy="0"/>
          <a:chOff x="0" y="0"/>
          <a:chExt cx="0" cy="0"/>
        </a:xfrm>
      </p:grpSpPr>
      <p:sp>
        <p:nvSpPr>
          <p:cNvPr id="671" name="Shape 671"/>
          <p:cNvSpPr txBox="1"/>
          <p:nvPr>
            <p:ph type="title"/>
          </p:nvPr>
        </p:nvSpPr>
        <p:spPr>
          <a:xfrm>
            <a:off x="240075" y="2568328"/>
            <a:ext cx="8229600" cy="857400"/>
          </a:xfrm>
          <a:prstGeom prst="rect">
            <a:avLst/>
          </a:prstGeom>
        </p:spPr>
        <p:txBody>
          <a:bodyPr anchorCtr="0" anchor="b" bIns="91425" lIns="91425" rIns="91425" tIns="91425">
            <a:noAutofit/>
          </a:bodyPr>
          <a:lstStyle/>
          <a:p>
            <a:pPr lvl="0" algn="ctr">
              <a:spcBef>
                <a:spcPts val="0"/>
              </a:spcBef>
              <a:buNone/>
            </a:pPr>
            <a:r>
              <a:rPr lang="en"/>
              <a:t>ONOS’ Unique Value Proposition:</a:t>
            </a:r>
          </a:p>
          <a:p>
            <a:pPr lvl="0" algn="ctr">
              <a:spcBef>
                <a:spcPts val="0"/>
              </a:spcBef>
              <a:buNone/>
            </a:pPr>
            <a:r>
              <a:rPr lang="en"/>
              <a:t>Scale, Performance, and HA</a:t>
            </a:r>
          </a:p>
        </p:txBody>
      </p:sp>
      <p:sp>
        <p:nvSpPr>
          <p:cNvPr id="672" name="Shape 672"/>
          <p:cNvSpPr txBox="1"/>
          <p:nvPr/>
        </p:nvSpPr>
        <p:spPr>
          <a:xfrm>
            <a:off x="486575" y="963975"/>
            <a:ext cx="8365800" cy="895200"/>
          </a:xfrm>
          <a:prstGeom prst="rect">
            <a:avLst/>
          </a:prstGeom>
          <a:noFill/>
          <a:ln>
            <a:noFill/>
          </a:ln>
        </p:spPr>
        <p:txBody>
          <a:bodyPr anchorCtr="0" anchor="t" bIns="91425" lIns="91425" rIns="91425" tIns="91425">
            <a:noAutofit/>
          </a:bodyPr>
          <a:lstStyle/>
          <a:p>
            <a:pPr lvl="0">
              <a:spcBef>
                <a:spcPts val="0"/>
              </a:spcBef>
              <a:buNone/>
            </a:pPr>
            <a:r>
              <a:rPr lang="en" sz="1800"/>
              <a:t>You need a car for commuting, and a car for racing. But you can only have 1 car.</a:t>
            </a:r>
          </a:p>
          <a:p>
            <a:pPr lvl="0">
              <a:spcBef>
                <a:spcPts val="0"/>
              </a:spcBef>
              <a:buNone/>
            </a:pPr>
            <a:r>
              <a:rPr lang="en" sz="1800"/>
              <a:t>Would you buy a prius and hope to turn it into a race car?</a:t>
            </a:r>
          </a:p>
          <a:p>
            <a:pPr lvl="0">
              <a:spcBef>
                <a:spcPts val="0"/>
              </a:spcBef>
              <a:buNone/>
            </a:pPr>
            <a:r>
              <a:rPr lang="en" sz="1800"/>
              <a:t>Would you buy a race car and also use it to commute in?</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76" name="Shape 676"/>
        <p:cNvGrpSpPr/>
        <p:nvPr/>
      </p:nvGrpSpPr>
      <p:grpSpPr>
        <a:xfrm>
          <a:off x="0" y="0"/>
          <a:ext cx="0" cy="0"/>
          <a:chOff x="0" y="0"/>
          <a:chExt cx="0" cy="0"/>
        </a:xfrm>
      </p:grpSpPr>
      <p:cxnSp>
        <p:nvCxnSpPr>
          <p:cNvPr id="677" name="Shape 677"/>
          <p:cNvCxnSpPr/>
          <p:nvPr/>
        </p:nvCxnSpPr>
        <p:spPr>
          <a:xfrm flipH="1" rot="10800000">
            <a:off x="3049950" y="4097053"/>
            <a:ext cx="1164000" cy="6000"/>
          </a:xfrm>
          <a:prstGeom prst="straightConnector1">
            <a:avLst/>
          </a:prstGeom>
          <a:noFill/>
          <a:ln cap="flat" cmpd="sng" w="19050">
            <a:solidFill>
              <a:schemeClr val="dk2"/>
            </a:solidFill>
            <a:prstDash val="solid"/>
            <a:round/>
            <a:headEnd len="med" w="med" type="none"/>
            <a:tailEnd len="med" w="med" type="none"/>
          </a:ln>
        </p:spPr>
      </p:cxnSp>
      <p:cxnSp>
        <p:nvCxnSpPr>
          <p:cNvPr id="678" name="Shape 678"/>
          <p:cNvCxnSpPr/>
          <p:nvPr/>
        </p:nvCxnSpPr>
        <p:spPr>
          <a:xfrm>
            <a:off x="4349050" y="4091276"/>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679" name="Shape 679"/>
          <p:cNvCxnSpPr/>
          <p:nvPr/>
        </p:nvCxnSpPr>
        <p:spPr>
          <a:xfrm flipH="1" rot="10800000">
            <a:off x="3091116" y="4102928"/>
            <a:ext cx="1246199" cy="599700"/>
          </a:xfrm>
          <a:prstGeom prst="straightConnector1">
            <a:avLst/>
          </a:prstGeom>
          <a:noFill/>
          <a:ln cap="flat" cmpd="sng" w="19050">
            <a:solidFill>
              <a:schemeClr val="dk2"/>
            </a:solidFill>
            <a:prstDash val="solid"/>
            <a:round/>
            <a:headEnd len="med" w="med" type="none"/>
            <a:tailEnd len="med" w="med" type="none"/>
          </a:ln>
        </p:spPr>
      </p:cxnSp>
      <p:cxnSp>
        <p:nvCxnSpPr>
          <p:cNvPr id="680" name="Shape 680"/>
          <p:cNvCxnSpPr/>
          <p:nvPr/>
        </p:nvCxnSpPr>
        <p:spPr>
          <a:xfrm rot="10800000">
            <a:off x="4038598" y="3703327"/>
            <a:ext cx="264600" cy="434999"/>
          </a:xfrm>
          <a:prstGeom prst="straightConnector1">
            <a:avLst/>
          </a:prstGeom>
          <a:noFill/>
          <a:ln cap="flat" cmpd="sng" w="19050">
            <a:solidFill>
              <a:srgbClr val="E06666"/>
            </a:solidFill>
            <a:prstDash val="dash"/>
            <a:round/>
            <a:headEnd len="med" w="med" type="none"/>
            <a:tailEnd len="med" w="med" type="none"/>
          </a:ln>
        </p:spPr>
      </p:cxnSp>
      <p:cxnSp>
        <p:nvCxnSpPr>
          <p:cNvPr id="681" name="Shape 681"/>
          <p:cNvCxnSpPr/>
          <p:nvPr/>
        </p:nvCxnSpPr>
        <p:spPr>
          <a:xfrm flipH="1" rot="10800000">
            <a:off x="2926925" y="3691552"/>
            <a:ext cx="411599" cy="434999"/>
          </a:xfrm>
          <a:prstGeom prst="straightConnector1">
            <a:avLst/>
          </a:prstGeom>
          <a:noFill/>
          <a:ln cap="flat" cmpd="sng" w="19050">
            <a:solidFill>
              <a:srgbClr val="E06666"/>
            </a:solidFill>
            <a:prstDash val="dash"/>
            <a:round/>
            <a:headEnd len="med" w="med" type="none"/>
            <a:tailEnd len="med" w="med" type="none"/>
          </a:ln>
        </p:spPr>
      </p:cxnSp>
      <p:cxnSp>
        <p:nvCxnSpPr>
          <p:cNvPr id="682" name="Shape 682"/>
          <p:cNvCxnSpPr/>
          <p:nvPr/>
        </p:nvCxnSpPr>
        <p:spPr>
          <a:xfrm rot="10800000">
            <a:off x="3649563" y="3732798"/>
            <a:ext cx="623099" cy="952200"/>
          </a:xfrm>
          <a:prstGeom prst="straightConnector1">
            <a:avLst/>
          </a:prstGeom>
          <a:noFill/>
          <a:ln cap="flat" cmpd="sng" w="19050">
            <a:solidFill>
              <a:srgbClr val="E06666"/>
            </a:solidFill>
            <a:prstDash val="dash"/>
            <a:round/>
            <a:headEnd len="med" w="med" type="none"/>
            <a:tailEnd len="med" w="med" type="none"/>
          </a:ln>
        </p:spPr>
      </p:cxnSp>
      <p:cxnSp>
        <p:nvCxnSpPr>
          <p:cNvPr id="683" name="Shape 683"/>
          <p:cNvCxnSpPr/>
          <p:nvPr/>
        </p:nvCxnSpPr>
        <p:spPr>
          <a:xfrm flipH="1" rot="10800000">
            <a:off x="5354250" y="3697326"/>
            <a:ext cx="229199" cy="599700"/>
          </a:xfrm>
          <a:prstGeom prst="straightConnector1">
            <a:avLst/>
          </a:prstGeom>
          <a:noFill/>
          <a:ln cap="flat" cmpd="sng" w="19050">
            <a:solidFill>
              <a:srgbClr val="E06666"/>
            </a:solidFill>
            <a:prstDash val="dash"/>
            <a:round/>
            <a:headEnd len="med" w="med" type="none"/>
            <a:tailEnd len="med" w="med" type="none"/>
          </a:ln>
        </p:spPr>
      </p:cxnSp>
      <p:cxnSp>
        <p:nvCxnSpPr>
          <p:cNvPr id="684" name="Shape 684"/>
          <p:cNvCxnSpPr/>
          <p:nvPr/>
        </p:nvCxnSpPr>
        <p:spPr>
          <a:xfrm rot="10800000">
            <a:off x="5908629" y="3732713"/>
            <a:ext cx="527098" cy="940498"/>
          </a:xfrm>
          <a:prstGeom prst="straightConnector1">
            <a:avLst/>
          </a:prstGeom>
          <a:noFill/>
          <a:ln cap="flat" cmpd="sng" w="19050">
            <a:solidFill>
              <a:srgbClr val="E06666"/>
            </a:solidFill>
            <a:prstDash val="dash"/>
            <a:round/>
            <a:headEnd len="med" w="med" type="none"/>
            <a:tailEnd len="med" w="med" type="none"/>
          </a:ln>
        </p:spPr>
      </p:cxnSp>
      <p:pic>
        <p:nvPicPr>
          <p:cNvPr id="685" name="Shape 685"/>
          <p:cNvPicPr preferRelativeResize="0"/>
          <p:nvPr/>
        </p:nvPicPr>
        <p:blipFill rotWithShape="1">
          <a:blip r:embed="rId3">
            <a:alphaModFix/>
          </a:blip>
          <a:srcRect b="0" l="0" r="0" t="0"/>
          <a:stretch/>
        </p:blipFill>
        <p:spPr>
          <a:xfrm>
            <a:off x="4031126" y="3898001"/>
            <a:ext cx="769472" cy="482199"/>
          </a:xfrm>
          <a:prstGeom prst="rect">
            <a:avLst/>
          </a:prstGeom>
          <a:noFill/>
          <a:ln>
            <a:noFill/>
          </a:ln>
        </p:spPr>
      </p:pic>
      <p:sp>
        <p:nvSpPr>
          <p:cNvPr id="686" name="Shape 686"/>
          <p:cNvSpPr/>
          <p:nvPr/>
        </p:nvSpPr>
        <p:spPr>
          <a:xfrm>
            <a:off x="49597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687" name="Shape 687"/>
          <p:cNvSpPr/>
          <p:nvPr/>
        </p:nvSpPr>
        <p:spPr>
          <a:xfrm>
            <a:off x="29785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1" i="0" sz="1400" u="none" cap="none" strike="noStrike">
              <a:solidFill>
                <a:srgbClr val="000000"/>
              </a:solidFill>
              <a:latin typeface="Arial"/>
              <a:ea typeface="Arial"/>
              <a:cs typeface="Arial"/>
              <a:sym typeface="Arial"/>
            </a:endParaRPr>
          </a:p>
        </p:txBody>
      </p:sp>
      <p:sp>
        <p:nvSpPr>
          <p:cNvPr id="688" name="Shape 688"/>
          <p:cNvSpPr txBox="1"/>
          <p:nvPr>
            <p:ph type="title"/>
          </p:nvPr>
        </p:nvSpPr>
        <p:spPr>
          <a:xfrm>
            <a:off x="116073" y="83079"/>
            <a:ext cx="8903323" cy="857400"/>
          </a:xfrm>
          <a:prstGeom prst="rect">
            <a:avLst/>
          </a:prstGeom>
          <a:no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85200C"/>
              </a:buClr>
              <a:buSzPct val="25000"/>
              <a:buFont typeface="Calibri"/>
              <a:buNone/>
            </a:pPr>
            <a:r>
              <a:rPr b="1" i="0" lang="en" sz="3600" u="none" cap="none" strike="noStrike">
                <a:solidFill>
                  <a:srgbClr val="C0504D"/>
                </a:solidFill>
                <a:latin typeface="Calibri"/>
                <a:ea typeface="Calibri"/>
                <a:cs typeface="Calibri"/>
                <a:sym typeface="Calibri"/>
              </a:rPr>
              <a:t>Scale-Out Design w/ Multiple ONOS Instances</a:t>
            </a:r>
          </a:p>
        </p:txBody>
      </p:sp>
      <p:cxnSp>
        <p:nvCxnSpPr>
          <p:cNvPr id="689" name="Shape 689"/>
          <p:cNvCxnSpPr/>
          <p:nvPr/>
        </p:nvCxnSpPr>
        <p:spPr>
          <a:xfrm flipH="1" rot="10800000">
            <a:off x="6876725" y="3673927"/>
            <a:ext cx="599700" cy="405598"/>
          </a:xfrm>
          <a:prstGeom prst="straightConnector1">
            <a:avLst/>
          </a:prstGeom>
          <a:noFill/>
          <a:ln cap="flat" cmpd="sng" w="19050">
            <a:solidFill>
              <a:srgbClr val="E06666"/>
            </a:solidFill>
            <a:prstDash val="dash"/>
            <a:round/>
            <a:headEnd len="med" w="med" type="none"/>
            <a:tailEnd len="med" w="med" type="none"/>
          </a:ln>
        </p:spPr>
      </p:cxnSp>
      <p:cxnSp>
        <p:nvCxnSpPr>
          <p:cNvPr id="690" name="Shape 690"/>
          <p:cNvCxnSpPr/>
          <p:nvPr/>
        </p:nvCxnSpPr>
        <p:spPr>
          <a:xfrm rot="10800000">
            <a:off x="7664449" y="3626963"/>
            <a:ext cx="317400" cy="852299"/>
          </a:xfrm>
          <a:prstGeom prst="straightConnector1">
            <a:avLst/>
          </a:prstGeom>
          <a:noFill/>
          <a:ln cap="flat" cmpd="sng" w="19050">
            <a:solidFill>
              <a:srgbClr val="E06666"/>
            </a:solidFill>
            <a:prstDash val="dash"/>
            <a:round/>
            <a:headEnd len="med" w="med" type="none"/>
            <a:tailEnd len="med" w="med" type="none"/>
          </a:ln>
        </p:spPr>
      </p:cxnSp>
      <p:sp>
        <p:nvSpPr>
          <p:cNvPr id="691" name="Shape 691"/>
          <p:cNvSpPr/>
          <p:nvPr/>
        </p:nvSpPr>
        <p:spPr>
          <a:xfrm>
            <a:off x="69409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692" name="Shape 692"/>
          <p:cNvSpPr/>
          <p:nvPr/>
        </p:nvSpPr>
        <p:spPr>
          <a:xfrm>
            <a:off x="3070400" y="1930800"/>
            <a:ext cx="5498700" cy="10287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693" name="Shape 693"/>
          <p:cNvSpPr/>
          <p:nvPr/>
        </p:nvSpPr>
        <p:spPr>
          <a:xfrm>
            <a:off x="3044225" y="1909650"/>
            <a:ext cx="5498700" cy="1255109"/>
          </a:xfrm>
          <a:prstGeom prst="rect">
            <a:avLst/>
          </a:prstGeom>
          <a:solidFill>
            <a:srgbClr val="434343"/>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   </a:t>
            </a:r>
            <a:r>
              <a:rPr b="0" i="0" lang="en" sz="1800" u="none" cap="none" strike="noStrike">
                <a:solidFill>
                  <a:srgbClr val="EFEFEF"/>
                </a:solidFill>
                <a:latin typeface="Arial"/>
                <a:ea typeface="Arial"/>
                <a:cs typeface="Arial"/>
                <a:sym typeface="Arial"/>
              </a:rPr>
              <a:t>ONOS</a:t>
            </a:r>
          </a:p>
        </p:txBody>
      </p:sp>
      <p:sp>
        <p:nvSpPr>
          <p:cNvPr id="694" name="Shape 694"/>
          <p:cNvSpPr/>
          <p:nvPr/>
        </p:nvSpPr>
        <p:spPr>
          <a:xfrm>
            <a:off x="3079950" y="1329201"/>
            <a:ext cx="5498700" cy="289500"/>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Apps</a:t>
            </a:r>
          </a:p>
        </p:txBody>
      </p:sp>
      <p:sp>
        <p:nvSpPr>
          <p:cNvPr id="695" name="Shape 695"/>
          <p:cNvSpPr/>
          <p:nvPr/>
        </p:nvSpPr>
        <p:spPr>
          <a:xfrm>
            <a:off x="3058025" y="1179873"/>
            <a:ext cx="5498700" cy="534628"/>
          </a:xfrm>
          <a:prstGeom prst="rect">
            <a:avLst/>
          </a:prstGeom>
          <a:solidFill>
            <a:srgbClr val="1155CC"/>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Apps</a:t>
            </a:r>
          </a:p>
        </p:txBody>
      </p:sp>
      <p:cxnSp>
        <p:nvCxnSpPr>
          <p:cNvPr id="696" name="Shape 696"/>
          <p:cNvCxnSpPr/>
          <p:nvPr/>
        </p:nvCxnSpPr>
        <p:spPr>
          <a:xfrm flipH="1" rot="10800000">
            <a:off x="3055866" y="4737963"/>
            <a:ext cx="1298999" cy="11699"/>
          </a:xfrm>
          <a:prstGeom prst="straightConnector1">
            <a:avLst/>
          </a:prstGeom>
          <a:noFill/>
          <a:ln cap="flat" cmpd="sng" w="19050">
            <a:solidFill>
              <a:schemeClr val="dk2"/>
            </a:solidFill>
            <a:prstDash val="solid"/>
            <a:round/>
            <a:headEnd len="med" w="med" type="none"/>
            <a:tailEnd len="med" w="med" type="none"/>
          </a:ln>
        </p:spPr>
      </p:cxnSp>
      <p:cxnSp>
        <p:nvCxnSpPr>
          <p:cNvPr id="697" name="Shape 697"/>
          <p:cNvCxnSpPr/>
          <p:nvPr/>
        </p:nvCxnSpPr>
        <p:spPr>
          <a:xfrm rot="10800000">
            <a:off x="6829774" y="4103054"/>
            <a:ext cx="1140300" cy="405598"/>
          </a:xfrm>
          <a:prstGeom prst="straightConnector1">
            <a:avLst/>
          </a:prstGeom>
          <a:noFill/>
          <a:ln cap="flat" cmpd="sng" w="19050">
            <a:solidFill>
              <a:schemeClr val="dk2"/>
            </a:solidFill>
            <a:prstDash val="solid"/>
            <a:round/>
            <a:headEnd len="med" w="med" type="none"/>
            <a:tailEnd len="med" w="med" type="none"/>
          </a:ln>
        </p:spPr>
      </p:cxnSp>
      <p:cxnSp>
        <p:nvCxnSpPr>
          <p:cNvPr id="698" name="Shape 698"/>
          <p:cNvCxnSpPr/>
          <p:nvPr/>
        </p:nvCxnSpPr>
        <p:spPr>
          <a:xfrm flipH="1">
            <a:off x="6606274" y="4508655"/>
            <a:ext cx="1363800" cy="217499"/>
          </a:xfrm>
          <a:prstGeom prst="straightConnector1">
            <a:avLst/>
          </a:prstGeom>
          <a:noFill/>
          <a:ln cap="flat" cmpd="sng" w="19050">
            <a:solidFill>
              <a:schemeClr val="dk2"/>
            </a:solidFill>
            <a:prstDash val="solid"/>
            <a:round/>
            <a:headEnd len="med" w="med" type="none"/>
            <a:tailEnd len="med" w="med" type="none"/>
          </a:ln>
        </p:spPr>
      </p:cxnSp>
      <p:cxnSp>
        <p:nvCxnSpPr>
          <p:cNvPr id="699" name="Shape 699"/>
          <p:cNvCxnSpPr/>
          <p:nvPr/>
        </p:nvCxnSpPr>
        <p:spPr>
          <a:xfrm flipH="1">
            <a:off x="6547399" y="4097175"/>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700" name="Shape 700"/>
          <p:cNvCxnSpPr/>
          <p:nvPr/>
        </p:nvCxnSpPr>
        <p:spPr>
          <a:xfrm rot="10800000">
            <a:off x="5566023" y="4344003"/>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701" name="Shape 701"/>
          <p:cNvCxnSpPr/>
          <p:nvPr/>
        </p:nvCxnSpPr>
        <p:spPr>
          <a:xfrm flipH="1" rot="10800000">
            <a:off x="4384325" y="4332298"/>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702" name="Shape 702"/>
          <p:cNvCxnSpPr/>
          <p:nvPr/>
        </p:nvCxnSpPr>
        <p:spPr>
          <a:xfrm flipH="1">
            <a:off x="5489390" y="4097178"/>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703" name="Shape 703"/>
          <p:cNvCxnSpPr/>
          <p:nvPr/>
        </p:nvCxnSpPr>
        <p:spPr>
          <a:xfrm>
            <a:off x="4472516" y="4726153"/>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704" name="Shape 704"/>
          <p:cNvPicPr preferRelativeResize="0"/>
          <p:nvPr/>
        </p:nvPicPr>
        <p:blipFill rotWithShape="1">
          <a:blip r:embed="rId3">
            <a:alphaModFix/>
          </a:blip>
          <a:srcRect b="0" l="0" r="0" t="0"/>
          <a:stretch/>
        </p:blipFill>
        <p:spPr>
          <a:xfrm>
            <a:off x="7619252" y="4279001"/>
            <a:ext cx="769472" cy="482199"/>
          </a:xfrm>
          <a:prstGeom prst="rect">
            <a:avLst/>
          </a:prstGeom>
          <a:noFill/>
          <a:ln>
            <a:noFill/>
          </a:ln>
        </p:spPr>
      </p:pic>
      <p:pic>
        <p:nvPicPr>
          <p:cNvPr id="705" name="Shape 705"/>
          <p:cNvPicPr preferRelativeResize="0"/>
          <p:nvPr/>
        </p:nvPicPr>
        <p:blipFill rotWithShape="1">
          <a:blip r:embed="rId3">
            <a:alphaModFix/>
          </a:blip>
          <a:srcRect b="0" l="0" r="0" t="0"/>
          <a:stretch/>
        </p:blipFill>
        <p:spPr>
          <a:xfrm>
            <a:off x="6552451" y="3898001"/>
            <a:ext cx="769472" cy="482199"/>
          </a:xfrm>
          <a:prstGeom prst="rect">
            <a:avLst/>
          </a:prstGeom>
          <a:noFill/>
          <a:ln>
            <a:noFill/>
          </a:ln>
        </p:spPr>
      </p:pic>
      <p:pic>
        <p:nvPicPr>
          <p:cNvPr id="706" name="Shape 706"/>
          <p:cNvPicPr preferRelativeResize="0"/>
          <p:nvPr/>
        </p:nvPicPr>
        <p:blipFill rotWithShape="1">
          <a:blip r:embed="rId3">
            <a:alphaModFix/>
          </a:blip>
          <a:srcRect b="0" l="0" r="0" t="0"/>
          <a:stretch/>
        </p:blipFill>
        <p:spPr>
          <a:xfrm>
            <a:off x="6171451" y="4507601"/>
            <a:ext cx="769472" cy="482199"/>
          </a:xfrm>
          <a:prstGeom prst="rect">
            <a:avLst/>
          </a:prstGeom>
          <a:noFill/>
          <a:ln>
            <a:noFill/>
          </a:ln>
        </p:spPr>
      </p:pic>
      <p:pic>
        <p:nvPicPr>
          <p:cNvPr id="707" name="Shape 707"/>
          <p:cNvPicPr preferRelativeResize="0"/>
          <p:nvPr/>
        </p:nvPicPr>
        <p:blipFill rotWithShape="1">
          <a:blip r:embed="rId3">
            <a:alphaModFix/>
          </a:blip>
          <a:srcRect b="0" l="0" r="0" t="0"/>
          <a:stretch/>
        </p:blipFill>
        <p:spPr>
          <a:xfrm>
            <a:off x="5180851" y="4126601"/>
            <a:ext cx="769472" cy="482199"/>
          </a:xfrm>
          <a:prstGeom prst="rect">
            <a:avLst/>
          </a:prstGeom>
          <a:noFill/>
          <a:ln>
            <a:noFill/>
          </a:ln>
        </p:spPr>
      </p:pic>
      <p:cxnSp>
        <p:nvCxnSpPr>
          <p:cNvPr id="708" name="Shape 708"/>
          <p:cNvCxnSpPr/>
          <p:nvPr/>
        </p:nvCxnSpPr>
        <p:spPr>
          <a:xfrm>
            <a:off x="2991175" y="4132426"/>
            <a:ext cx="1363800" cy="611398"/>
          </a:xfrm>
          <a:prstGeom prst="straightConnector1">
            <a:avLst/>
          </a:prstGeom>
          <a:noFill/>
          <a:ln cap="flat" cmpd="sng" w="19050">
            <a:solidFill>
              <a:schemeClr val="dk2"/>
            </a:solidFill>
            <a:prstDash val="solid"/>
            <a:round/>
            <a:headEnd len="med" w="med" type="none"/>
            <a:tailEnd len="med" w="med" type="none"/>
          </a:ln>
        </p:spPr>
      </p:cxnSp>
      <p:pic>
        <p:nvPicPr>
          <p:cNvPr id="709" name="Shape 709"/>
          <p:cNvPicPr preferRelativeResize="0"/>
          <p:nvPr/>
        </p:nvPicPr>
        <p:blipFill rotWithShape="1">
          <a:blip r:embed="rId3">
            <a:alphaModFix/>
          </a:blip>
          <a:srcRect b="0" l="0" r="0" t="0"/>
          <a:stretch/>
        </p:blipFill>
        <p:spPr>
          <a:xfrm>
            <a:off x="2596026" y="3915651"/>
            <a:ext cx="769472" cy="482199"/>
          </a:xfrm>
          <a:prstGeom prst="rect">
            <a:avLst/>
          </a:prstGeom>
          <a:noFill/>
          <a:ln>
            <a:noFill/>
          </a:ln>
        </p:spPr>
      </p:pic>
      <p:pic>
        <p:nvPicPr>
          <p:cNvPr id="710" name="Shape 710"/>
          <p:cNvPicPr preferRelativeResize="0"/>
          <p:nvPr/>
        </p:nvPicPr>
        <p:blipFill rotWithShape="1">
          <a:blip r:embed="rId3">
            <a:alphaModFix/>
          </a:blip>
          <a:srcRect b="0" l="0" r="0" t="0"/>
          <a:stretch/>
        </p:blipFill>
        <p:spPr>
          <a:xfrm>
            <a:off x="4037851" y="4507601"/>
            <a:ext cx="769472" cy="482199"/>
          </a:xfrm>
          <a:prstGeom prst="rect">
            <a:avLst/>
          </a:prstGeom>
          <a:noFill/>
          <a:ln>
            <a:noFill/>
          </a:ln>
        </p:spPr>
      </p:pic>
      <p:sp>
        <p:nvSpPr>
          <p:cNvPr id="711" name="Shape 711"/>
          <p:cNvSpPr/>
          <p:nvPr/>
        </p:nvSpPr>
        <p:spPr>
          <a:xfrm>
            <a:off x="4131816" y="2276709"/>
            <a:ext cx="4163099" cy="558598"/>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800" u="none" cap="none" strike="noStrike">
                <a:solidFill>
                  <a:srgbClr val="EFEFEF"/>
                </a:solidFill>
                <a:latin typeface="Arial"/>
                <a:ea typeface="Arial"/>
                <a:cs typeface="Arial"/>
                <a:sym typeface="Arial"/>
              </a:rPr>
              <a:t>Global Network View / State</a:t>
            </a:r>
          </a:p>
        </p:txBody>
      </p:sp>
      <p:sp>
        <p:nvSpPr>
          <p:cNvPr id="712" name="Shape 712"/>
          <p:cNvSpPr/>
          <p:nvPr/>
        </p:nvSpPr>
        <p:spPr>
          <a:xfrm>
            <a:off x="4114800" y="2249332"/>
            <a:ext cx="4162500" cy="562800"/>
          </a:xfrm>
          <a:prstGeom prst="rect">
            <a:avLst/>
          </a:prstGeom>
          <a:solidFill>
            <a:srgbClr val="38761D"/>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800" u="none" cap="none" strike="noStrike">
                <a:solidFill>
                  <a:srgbClr val="EFEFEF"/>
                </a:solidFill>
                <a:latin typeface="Arial"/>
                <a:ea typeface="Arial"/>
                <a:cs typeface="Arial"/>
                <a:sym typeface="Arial"/>
              </a:rPr>
              <a:t>Global Network View / State</a:t>
            </a:r>
          </a:p>
        </p:txBody>
      </p:sp>
      <p:sp>
        <p:nvSpPr>
          <p:cNvPr id="713" name="Shape 713"/>
          <p:cNvSpPr txBox="1"/>
          <p:nvPr/>
        </p:nvSpPr>
        <p:spPr>
          <a:xfrm>
            <a:off x="177519" y="1251158"/>
            <a:ext cx="2767967" cy="2358299"/>
          </a:xfrm>
          <a:prstGeom prst="rect">
            <a:avLst/>
          </a:prstGeom>
          <a:noFill/>
          <a:ln>
            <a:noFill/>
          </a:ln>
        </p:spPr>
        <p:txBody>
          <a:bodyPr anchorCtr="0" anchor="t" bIns="91400" lIns="91400" rIns="91400" tIns="91400">
            <a:noAutofit/>
          </a:bodyPr>
          <a:lstStyle/>
          <a:p>
            <a:pPr indent="0" lvl="0" marL="0" marR="0" rtl="0" algn="l">
              <a:lnSpc>
                <a:spcPct val="13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Each instance is identical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One can add and remove instances seamlessly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Each instance is a master for a sub-set of switches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It works like a single system for apps and network devices  </a:t>
            </a:r>
          </a:p>
        </p:txBody>
      </p:sp>
      <p:grpSp>
        <p:nvGrpSpPr>
          <p:cNvPr id="714" name="Shape 714"/>
          <p:cNvGrpSpPr/>
          <p:nvPr/>
        </p:nvGrpSpPr>
        <p:grpSpPr>
          <a:xfrm>
            <a:off x="7426616" y="1827351"/>
            <a:ext cx="1158239" cy="410440"/>
            <a:chOff x="5257800" y="3124200"/>
            <a:chExt cx="1158239" cy="547255"/>
          </a:xfrm>
        </p:grpSpPr>
        <p:sp>
          <p:nvSpPr>
            <p:cNvPr id="715" name="Shape 715"/>
            <p:cNvSpPr/>
            <p:nvPr/>
          </p:nvSpPr>
          <p:spPr>
            <a:xfrm>
              <a:off x="52578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716" name="Shape 716"/>
            <p:cNvSpPr/>
            <p:nvPr/>
          </p:nvSpPr>
          <p:spPr>
            <a:xfrm>
              <a:off x="5562600" y="3124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717" name="Shape 717"/>
            <p:cNvSpPr/>
            <p:nvPr/>
          </p:nvSpPr>
          <p:spPr>
            <a:xfrm>
              <a:off x="59436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718" name="Shape 718"/>
            <p:cNvSpPr/>
            <p:nvPr/>
          </p:nvSpPr>
          <p:spPr>
            <a:xfrm>
              <a:off x="6248400" y="32004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719" name="Shape 719"/>
            <p:cNvSpPr/>
            <p:nvPr/>
          </p:nvSpPr>
          <p:spPr>
            <a:xfrm>
              <a:off x="5638800" y="3505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cxnSp>
          <p:nvCxnSpPr>
            <p:cNvPr id="720" name="Shape 720"/>
            <p:cNvCxnSpPr>
              <a:stCxn id="715" idx="7"/>
              <a:endCxn id="716" idx="3"/>
            </p:cNvCxnSpPr>
            <p:nvPr/>
          </p:nvCxnSpPr>
          <p:spPr>
            <a:xfrm flipH="1" rot="10800000">
              <a:off x="5400889" y="3265847"/>
              <a:ext cx="1863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721" name="Shape 721"/>
            <p:cNvCxnSpPr>
              <a:stCxn id="719" idx="2"/>
              <a:endCxn id="715" idx="5"/>
            </p:cNvCxnSpPr>
            <p:nvPr/>
          </p:nvCxnSpPr>
          <p:spPr>
            <a:xfrm rot="10800000">
              <a:off x="5400900" y="3494727"/>
              <a:ext cx="2379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722" name="Shape 722"/>
            <p:cNvCxnSpPr>
              <a:stCxn id="717" idx="1"/>
              <a:endCxn id="716" idx="5"/>
            </p:cNvCxnSpPr>
            <p:nvPr/>
          </p:nvCxnSpPr>
          <p:spPr>
            <a:xfrm rot="10800000">
              <a:off x="5705650" y="3265847"/>
              <a:ext cx="2625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723" name="Shape 723"/>
            <p:cNvCxnSpPr>
              <a:stCxn id="719" idx="6"/>
              <a:endCxn id="717" idx="3"/>
            </p:cNvCxnSpPr>
            <p:nvPr/>
          </p:nvCxnSpPr>
          <p:spPr>
            <a:xfrm flipH="1" rot="10800000">
              <a:off x="5806439" y="34947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724" name="Shape 724"/>
            <p:cNvCxnSpPr>
              <a:stCxn id="717" idx="6"/>
              <a:endCxn id="718" idx="3"/>
            </p:cNvCxnSpPr>
            <p:nvPr/>
          </p:nvCxnSpPr>
          <p:spPr>
            <a:xfrm flipH="1" rot="10800000">
              <a:off x="6111239" y="33423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grpSp>
      <p:sp>
        <p:nvSpPr>
          <p:cNvPr id="725" name="Shape 725"/>
          <p:cNvSpPr txBox="1"/>
          <p:nvPr/>
        </p:nvSpPr>
        <p:spPr>
          <a:xfrm>
            <a:off x="3070401"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1</a:t>
            </a:r>
          </a:p>
        </p:txBody>
      </p:sp>
      <p:sp>
        <p:nvSpPr>
          <p:cNvPr id="726" name="Shape 726"/>
          <p:cNvSpPr txBox="1"/>
          <p:nvPr/>
        </p:nvSpPr>
        <p:spPr>
          <a:xfrm>
            <a:off x="5002333"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2</a:t>
            </a:r>
          </a:p>
        </p:txBody>
      </p:sp>
      <p:sp>
        <p:nvSpPr>
          <p:cNvPr id="727" name="Shape 727"/>
          <p:cNvSpPr txBox="1"/>
          <p:nvPr/>
        </p:nvSpPr>
        <p:spPr>
          <a:xfrm>
            <a:off x="7011779"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3</a:t>
            </a:r>
          </a:p>
        </p:txBody>
      </p:sp>
      <p:cxnSp>
        <p:nvCxnSpPr>
          <p:cNvPr id="728" name="Shape 728"/>
          <p:cNvCxnSpPr/>
          <p:nvPr/>
        </p:nvCxnSpPr>
        <p:spPr>
          <a:xfrm flipH="1" rot="10800000">
            <a:off x="2903300" y="3808075"/>
            <a:ext cx="487200" cy="975300"/>
          </a:xfrm>
          <a:prstGeom prst="straightConnector1">
            <a:avLst/>
          </a:prstGeom>
          <a:noFill/>
          <a:ln cap="flat" cmpd="sng" w="19050">
            <a:solidFill>
              <a:srgbClr val="E06666"/>
            </a:solidFill>
            <a:prstDash val="dash"/>
            <a:round/>
            <a:headEnd len="med" w="med" type="none"/>
            <a:tailEnd len="med" w="med" type="none"/>
          </a:ln>
        </p:spPr>
      </p:cxnSp>
      <p:pic>
        <p:nvPicPr>
          <p:cNvPr id="729" name="Shape 729"/>
          <p:cNvPicPr preferRelativeResize="0"/>
          <p:nvPr/>
        </p:nvPicPr>
        <p:blipFill rotWithShape="1">
          <a:blip r:embed="rId3">
            <a:alphaModFix/>
          </a:blip>
          <a:srcRect b="0" l="0" r="0" t="0"/>
          <a:stretch/>
        </p:blipFill>
        <p:spPr>
          <a:xfrm>
            <a:off x="2666251" y="4507601"/>
            <a:ext cx="769472" cy="482199"/>
          </a:xfrm>
          <a:prstGeom prst="rect">
            <a:avLst/>
          </a:prstGeom>
          <a:noFill/>
          <a:ln>
            <a:noFill/>
          </a:ln>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3" name="Shape 733"/>
        <p:cNvGrpSpPr/>
        <p:nvPr/>
      </p:nvGrpSpPr>
      <p:grpSpPr>
        <a:xfrm>
          <a:off x="0" y="0"/>
          <a:ext cx="0" cy="0"/>
          <a:chOff x="0" y="0"/>
          <a:chExt cx="0" cy="0"/>
        </a:xfrm>
      </p:grpSpPr>
      <p:cxnSp>
        <p:nvCxnSpPr>
          <p:cNvPr id="734" name="Shape 734"/>
          <p:cNvCxnSpPr/>
          <p:nvPr/>
        </p:nvCxnSpPr>
        <p:spPr>
          <a:xfrm flipH="1" rot="10800000">
            <a:off x="3003135" y="3788311"/>
            <a:ext cx="411599" cy="434999"/>
          </a:xfrm>
          <a:prstGeom prst="straightConnector1">
            <a:avLst/>
          </a:prstGeom>
          <a:noFill/>
          <a:ln cap="flat" cmpd="sng" w="19050">
            <a:solidFill>
              <a:srgbClr val="E06666"/>
            </a:solidFill>
            <a:prstDash val="dash"/>
            <a:round/>
            <a:headEnd len="med" w="med" type="none"/>
            <a:tailEnd len="med" w="med" type="none"/>
          </a:ln>
        </p:spPr>
      </p:cxnSp>
      <p:cxnSp>
        <p:nvCxnSpPr>
          <p:cNvPr id="735" name="Shape 735"/>
          <p:cNvCxnSpPr/>
          <p:nvPr/>
        </p:nvCxnSpPr>
        <p:spPr>
          <a:xfrm rot="10800000">
            <a:off x="3966673" y="3800086"/>
            <a:ext cx="264600" cy="434999"/>
          </a:xfrm>
          <a:prstGeom prst="straightConnector1">
            <a:avLst/>
          </a:prstGeom>
          <a:noFill/>
          <a:ln cap="flat" cmpd="sng" w="19050">
            <a:solidFill>
              <a:srgbClr val="E06666"/>
            </a:solidFill>
            <a:prstDash val="dash"/>
            <a:round/>
            <a:headEnd len="med" w="med" type="none"/>
            <a:tailEnd len="med" w="med" type="none"/>
          </a:ln>
        </p:spPr>
      </p:cxnSp>
      <p:cxnSp>
        <p:nvCxnSpPr>
          <p:cNvPr id="736" name="Shape 736"/>
          <p:cNvCxnSpPr/>
          <p:nvPr/>
        </p:nvCxnSpPr>
        <p:spPr>
          <a:xfrm rot="10800000">
            <a:off x="3725765" y="3829558"/>
            <a:ext cx="623099" cy="952200"/>
          </a:xfrm>
          <a:prstGeom prst="straightConnector1">
            <a:avLst/>
          </a:prstGeom>
          <a:noFill/>
          <a:ln cap="flat" cmpd="sng" w="19050">
            <a:solidFill>
              <a:srgbClr val="E06666"/>
            </a:solidFill>
            <a:prstDash val="dash"/>
            <a:round/>
            <a:headEnd len="med" w="med" type="none"/>
            <a:tailEnd len="med" w="med" type="none"/>
          </a:ln>
        </p:spPr>
      </p:cxnSp>
      <p:cxnSp>
        <p:nvCxnSpPr>
          <p:cNvPr id="737" name="Shape 737"/>
          <p:cNvCxnSpPr/>
          <p:nvPr/>
        </p:nvCxnSpPr>
        <p:spPr>
          <a:xfrm flipH="1" rot="10800000">
            <a:off x="5430460" y="3794085"/>
            <a:ext cx="229199" cy="599700"/>
          </a:xfrm>
          <a:prstGeom prst="straightConnector1">
            <a:avLst/>
          </a:prstGeom>
          <a:noFill/>
          <a:ln cap="flat" cmpd="sng" w="19050">
            <a:solidFill>
              <a:srgbClr val="E06666"/>
            </a:solidFill>
            <a:prstDash val="dash"/>
            <a:round/>
            <a:headEnd len="med" w="med" type="none"/>
            <a:tailEnd len="med" w="med" type="none"/>
          </a:ln>
        </p:spPr>
      </p:cxnSp>
      <p:cxnSp>
        <p:nvCxnSpPr>
          <p:cNvPr id="738" name="Shape 738"/>
          <p:cNvCxnSpPr/>
          <p:nvPr/>
        </p:nvCxnSpPr>
        <p:spPr>
          <a:xfrm rot="10800000">
            <a:off x="5984824" y="3829472"/>
            <a:ext cx="527098" cy="940498"/>
          </a:xfrm>
          <a:prstGeom prst="straightConnector1">
            <a:avLst/>
          </a:prstGeom>
          <a:noFill/>
          <a:ln cap="flat" cmpd="sng" w="19050">
            <a:solidFill>
              <a:srgbClr val="E06666"/>
            </a:solidFill>
            <a:prstDash val="dash"/>
            <a:round/>
            <a:headEnd len="med" w="med" type="none"/>
            <a:tailEnd len="med" w="med" type="none"/>
          </a:ln>
        </p:spPr>
      </p:cxnSp>
      <p:cxnSp>
        <p:nvCxnSpPr>
          <p:cNvPr id="739" name="Shape 739"/>
          <p:cNvCxnSpPr/>
          <p:nvPr/>
        </p:nvCxnSpPr>
        <p:spPr>
          <a:xfrm flipH="1" rot="10800000">
            <a:off x="6952925" y="3770686"/>
            <a:ext cx="599700" cy="405598"/>
          </a:xfrm>
          <a:prstGeom prst="straightConnector1">
            <a:avLst/>
          </a:prstGeom>
          <a:noFill/>
          <a:ln cap="flat" cmpd="sng" w="19050">
            <a:solidFill>
              <a:srgbClr val="E06666"/>
            </a:solidFill>
            <a:prstDash val="dash"/>
            <a:round/>
            <a:headEnd len="med" w="med" type="none"/>
            <a:tailEnd len="med" w="med" type="none"/>
          </a:ln>
        </p:spPr>
      </p:cxnSp>
      <p:cxnSp>
        <p:nvCxnSpPr>
          <p:cNvPr id="740" name="Shape 740"/>
          <p:cNvCxnSpPr/>
          <p:nvPr/>
        </p:nvCxnSpPr>
        <p:spPr>
          <a:xfrm rot="10800000">
            <a:off x="7740649" y="3723722"/>
            <a:ext cx="317400" cy="852299"/>
          </a:xfrm>
          <a:prstGeom prst="straightConnector1">
            <a:avLst/>
          </a:prstGeom>
          <a:noFill/>
          <a:ln cap="flat" cmpd="sng" w="19050">
            <a:solidFill>
              <a:srgbClr val="E06666"/>
            </a:solidFill>
            <a:prstDash val="dash"/>
            <a:round/>
            <a:headEnd len="med" w="med" type="none"/>
            <a:tailEnd len="med" w="med" type="none"/>
          </a:ln>
        </p:spPr>
      </p:cxnSp>
      <p:sp>
        <p:nvSpPr>
          <p:cNvPr id="741" name="Shape 741"/>
          <p:cNvSpPr/>
          <p:nvPr/>
        </p:nvSpPr>
        <p:spPr>
          <a:xfrm>
            <a:off x="2555525" y="1165774"/>
            <a:ext cx="61314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42" name="Shape 742"/>
          <p:cNvSpPr txBox="1"/>
          <p:nvPr>
            <p:ph type="title"/>
          </p:nvPr>
        </p:nvSpPr>
        <p:spPr>
          <a:xfrm>
            <a:off x="267375" y="30523"/>
            <a:ext cx="8419424" cy="857250"/>
          </a:xfrm>
          <a:prstGeom prst="rect">
            <a:avLst/>
          </a:prstGeom>
          <a:noFill/>
          <a:ln>
            <a:noFill/>
          </a:ln>
        </p:spPr>
        <p:txBody>
          <a:bodyPr anchorCtr="0" anchor="ctr" bIns="91400" lIns="91400" rIns="91400" tIns="91400">
            <a:noAutofit/>
          </a:bodyPr>
          <a:lstStyle/>
          <a:p>
            <a:pPr indent="0" lvl="0" marL="0" marR="0" rtl="0" algn="ctr">
              <a:spcBef>
                <a:spcPts val="0"/>
              </a:spcBef>
              <a:buClr>
                <a:srgbClr val="C0504D"/>
              </a:buClr>
              <a:buSzPct val="25000"/>
              <a:buFont typeface="Calibri"/>
              <a:buNone/>
            </a:pPr>
            <a:r>
              <a:rPr b="0" i="0" lang="en" sz="3600" u="none" cap="none" strike="noStrike">
                <a:solidFill>
                  <a:srgbClr val="C0504D"/>
                </a:solidFill>
                <a:latin typeface="Calibri"/>
                <a:ea typeface="Calibri"/>
                <a:cs typeface="Calibri"/>
                <a:sym typeface="Calibri"/>
              </a:rPr>
              <a:t>ONOS Architecture Tiers</a:t>
            </a:r>
          </a:p>
        </p:txBody>
      </p:sp>
      <p:sp>
        <p:nvSpPr>
          <p:cNvPr id="743" name="Shape 743"/>
          <p:cNvSpPr/>
          <p:nvPr/>
        </p:nvSpPr>
        <p:spPr>
          <a:xfrm>
            <a:off x="2600950" y="1793851"/>
            <a:ext cx="6045900" cy="4701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44" name="Shape 744"/>
          <p:cNvSpPr/>
          <p:nvPr/>
        </p:nvSpPr>
        <p:spPr>
          <a:xfrm>
            <a:off x="2587035" y="1774610"/>
            <a:ext cx="6032099" cy="470100"/>
          </a:xfrm>
          <a:prstGeom prst="rect">
            <a:avLst/>
          </a:prstGeom>
          <a:solidFill>
            <a:srgbClr val="FF99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Northbound - Application Intent Framework</a:t>
            </a:r>
          </a:p>
          <a:p>
            <a:pPr indent="0" lvl="0" marL="0" marR="0" rtl="0" algn="ctr">
              <a:lnSpc>
                <a:spcPct val="100000"/>
              </a:lnSpc>
              <a:spcBef>
                <a:spcPts val="0"/>
              </a:spcBef>
              <a:spcAft>
                <a:spcPts val="0"/>
              </a:spcAft>
              <a:buClr>
                <a:srgbClr val="FFFFFF"/>
              </a:buClr>
              <a:buSzPct val="25000"/>
              <a:buFont typeface="Arial"/>
              <a:buNone/>
            </a:pPr>
            <a:r>
              <a:rPr b="0" i="1" lang="en" sz="1200" u="none" cap="none" strike="noStrike">
                <a:solidFill>
                  <a:srgbClr val="FFFFFF"/>
                </a:solidFill>
                <a:latin typeface="Arial"/>
                <a:ea typeface="Arial"/>
                <a:cs typeface="Arial"/>
                <a:sym typeface="Arial"/>
              </a:rPr>
              <a:t>(policy enforcement, conflict resolution, virtualization, slicing)</a:t>
            </a:r>
          </a:p>
        </p:txBody>
      </p:sp>
      <p:sp>
        <p:nvSpPr>
          <p:cNvPr id="745" name="Shape 745"/>
          <p:cNvSpPr/>
          <p:nvPr/>
        </p:nvSpPr>
        <p:spPr>
          <a:xfrm>
            <a:off x="2613289" y="2378748"/>
            <a:ext cx="6032099" cy="5865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46" name="Shape 746"/>
          <p:cNvSpPr/>
          <p:nvPr/>
        </p:nvSpPr>
        <p:spPr>
          <a:xfrm>
            <a:off x="26144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47" name="Shape 747"/>
          <p:cNvSpPr/>
          <p:nvPr/>
        </p:nvSpPr>
        <p:spPr>
          <a:xfrm>
            <a:off x="25870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OpenFlow</a:t>
            </a:r>
          </a:p>
        </p:txBody>
      </p:sp>
      <p:sp>
        <p:nvSpPr>
          <p:cNvPr id="748" name="Shape 748"/>
          <p:cNvSpPr/>
          <p:nvPr/>
        </p:nvSpPr>
        <p:spPr>
          <a:xfrm>
            <a:off x="47480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49" name="Shape 749"/>
          <p:cNvSpPr/>
          <p:nvPr/>
        </p:nvSpPr>
        <p:spPr>
          <a:xfrm>
            <a:off x="47206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NetConf</a:t>
            </a:r>
          </a:p>
        </p:txBody>
      </p:sp>
      <p:sp>
        <p:nvSpPr>
          <p:cNvPr id="750" name="Shape 750"/>
          <p:cNvSpPr/>
          <p:nvPr/>
        </p:nvSpPr>
        <p:spPr>
          <a:xfrm>
            <a:off x="68816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51" name="Shape 751"/>
          <p:cNvSpPr/>
          <p:nvPr/>
        </p:nvSpPr>
        <p:spPr>
          <a:xfrm>
            <a:off x="68542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 . .</a:t>
            </a:r>
          </a:p>
        </p:txBody>
      </p:sp>
      <p:sp>
        <p:nvSpPr>
          <p:cNvPr id="752" name="Shape 752"/>
          <p:cNvSpPr/>
          <p:nvPr/>
        </p:nvSpPr>
        <p:spPr>
          <a:xfrm>
            <a:off x="2608965" y="1273565"/>
            <a:ext cx="6032099" cy="393900"/>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Apps</a:t>
            </a:r>
          </a:p>
        </p:txBody>
      </p:sp>
      <p:sp>
        <p:nvSpPr>
          <p:cNvPr id="753" name="Shape 753"/>
          <p:cNvSpPr/>
          <p:nvPr/>
        </p:nvSpPr>
        <p:spPr>
          <a:xfrm>
            <a:off x="2594691" y="1264359"/>
            <a:ext cx="6032099" cy="376200"/>
          </a:xfrm>
          <a:prstGeom prst="rect">
            <a:avLst/>
          </a:prstGeom>
          <a:solidFill>
            <a:srgbClr val="1155CC"/>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Apps</a:t>
            </a:r>
          </a:p>
        </p:txBody>
      </p:sp>
      <p:cxnSp>
        <p:nvCxnSpPr>
          <p:cNvPr id="754" name="Shape 754"/>
          <p:cNvCxnSpPr/>
          <p:nvPr/>
        </p:nvCxnSpPr>
        <p:spPr>
          <a:xfrm flipH="1" rot="10800000">
            <a:off x="3126150" y="4193814"/>
            <a:ext cx="1164000" cy="6000"/>
          </a:xfrm>
          <a:prstGeom prst="straightConnector1">
            <a:avLst/>
          </a:prstGeom>
          <a:noFill/>
          <a:ln cap="flat" cmpd="sng" w="19050">
            <a:solidFill>
              <a:schemeClr val="dk2"/>
            </a:solidFill>
            <a:prstDash val="solid"/>
            <a:round/>
            <a:headEnd len="med" w="med" type="none"/>
            <a:tailEnd len="med" w="med" type="none"/>
          </a:ln>
        </p:spPr>
      </p:cxnSp>
      <p:cxnSp>
        <p:nvCxnSpPr>
          <p:cNvPr id="755" name="Shape 755"/>
          <p:cNvCxnSpPr/>
          <p:nvPr/>
        </p:nvCxnSpPr>
        <p:spPr>
          <a:xfrm flipH="1" rot="10800000">
            <a:off x="3132066" y="4834724"/>
            <a:ext cx="1298999" cy="11699"/>
          </a:xfrm>
          <a:prstGeom prst="straightConnector1">
            <a:avLst/>
          </a:prstGeom>
          <a:noFill/>
          <a:ln cap="flat" cmpd="sng" w="19050">
            <a:solidFill>
              <a:schemeClr val="dk2"/>
            </a:solidFill>
            <a:prstDash val="solid"/>
            <a:round/>
            <a:headEnd len="med" w="med" type="none"/>
            <a:tailEnd len="med" w="med" type="none"/>
          </a:ln>
        </p:spPr>
      </p:cxnSp>
      <p:cxnSp>
        <p:nvCxnSpPr>
          <p:cNvPr id="756" name="Shape 756"/>
          <p:cNvCxnSpPr/>
          <p:nvPr/>
        </p:nvCxnSpPr>
        <p:spPr>
          <a:xfrm>
            <a:off x="4425250" y="4188035"/>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757" name="Shape 757"/>
          <p:cNvCxnSpPr/>
          <p:nvPr/>
        </p:nvCxnSpPr>
        <p:spPr>
          <a:xfrm rot="10800000">
            <a:off x="6905974" y="4199815"/>
            <a:ext cx="1140300" cy="405598"/>
          </a:xfrm>
          <a:prstGeom prst="straightConnector1">
            <a:avLst/>
          </a:prstGeom>
          <a:noFill/>
          <a:ln cap="flat" cmpd="sng" w="19050">
            <a:solidFill>
              <a:schemeClr val="dk2"/>
            </a:solidFill>
            <a:prstDash val="solid"/>
            <a:round/>
            <a:headEnd len="med" w="med" type="none"/>
            <a:tailEnd len="med" w="med" type="none"/>
          </a:ln>
        </p:spPr>
      </p:cxnSp>
      <p:cxnSp>
        <p:nvCxnSpPr>
          <p:cNvPr id="758" name="Shape 758"/>
          <p:cNvCxnSpPr/>
          <p:nvPr/>
        </p:nvCxnSpPr>
        <p:spPr>
          <a:xfrm flipH="1">
            <a:off x="6682474" y="4605416"/>
            <a:ext cx="1363800" cy="217499"/>
          </a:xfrm>
          <a:prstGeom prst="straightConnector1">
            <a:avLst/>
          </a:prstGeom>
          <a:noFill/>
          <a:ln cap="flat" cmpd="sng" w="19050">
            <a:solidFill>
              <a:schemeClr val="dk2"/>
            </a:solidFill>
            <a:prstDash val="solid"/>
            <a:round/>
            <a:headEnd len="med" w="med" type="none"/>
            <a:tailEnd len="med" w="med" type="none"/>
          </a:ln>
        </p:spPr>
      </p:cxnSp>
      <p:cxnSp>
        <p:nvCxnSpPr>
          <p:cNvPr id="759" name="Shape 759"/>
          <p:cNvCxnSpPr/>
          <p:nvPr/>
        </p:nvCxnSpPr>
        <p:spPr>
          <a:xfrm flipH="1">
            <a:off x="6623599" y="4193935"/>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760" name="Shape 760"/>
          <p:cNvCxnSpPr/>
          <p:nvPr/>
        </p:nvCxnSpPr>
        <p:spPr>
          <a:xfrm rot="10800000">
            <a:off x="5642223" y="4440764"/>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761" name="Shape 761"/>
          <p:cNvCxnSpPr/>
          <p:nvPr/>
        </p:nvCxnSpPr>
        <p:spPr>
          <a:xfrm flipH="1" rot="10800000">
            <a:off x="4460525" y="4429058"/>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762" name="Shape 762"/>
          <p:cNvCxnSpPr/>
          <p:nvPr/>
        </p:nvCxnSpPr>
        <p:spPr>
          <a:xfrm flipH="1" rot="10800000">
            <a:off x="3167316" y="4199687"/>
            <a:ext cx="1246199" cy="599700"/>
          </a:xfrm>
          <a:prstGeom prst="straightConnector1">
            <a:avLst/>
          </a:prstGeom>
          <a:noFill/>
          <a:ln cap="flat" cmpd="sng" w="19050">
            <a:solidFill>
              <a:schemeClr val="dk2"/>
            </a:solidFill>
            <a:prstDash val="solid"/>
            <a:round/>
            <a:headEnd len="med" w="med" type="none"/>
            <a:tailEnd len="med" w="med" type="none"/>
          </a:ln>
        </p:spPr>
      </p:cxnSp>
      <p:cxnSp>
        <p:nvCxnSpPr>
          <p:cNvPr id="763" name="Shape 763"/>
          <p:cNvCxnSpPr/>
          <p:nvPr/>
        </p:nvCxnSpPr>
        <p:spPr>
          <a:xfrm flipH="1">
            <a:off x="5565575" y="4193937"/>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764" name="Shape 764"/>
          <p:cNvCxnSpPr/>
          <p:nvPr/>
        </p:nvCxnSpPr>
        <p:spPr>
          <a:xfrm>
            <a:off x="4548716" y="4822914"/>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765" name="Shape 765"/>
          <p:cNvPicPr preferRelativeResize="0"/>
          <p:nvPr/>
        </p:nvPicPr>
        <p:blipFill rotWithShape="1">
          <a:blip r:embed="rId3">
            <a:alphaModFix/>
          </a:blip>
          <a:srcRect b="0" l="0" r="0" t="0"/>
          <a:stretch/>
        </p:blipFill>
        <p:spPr>
          <a:xfrm>
            <a:off x="2742451" y="4604362"/>
            <a:ext cx="769472" cy="482199"/>
          </a:xfrm>
          <a:prstGeom prst="rect">
            <a:avLst/>
          </a:prstGeom>
          <a:noFill/>
          <a:ln>
            <a:noFill/>
          </a:ln>
        </p:spPr>
      </p:pic>
      <p:pic>
        <p:nvPicPr>
          <p:cNvPr id="766" name="Shape 766"/>
          <p:cNvPicPr preferRelativeResize="0"/>
          <p:nvPr/>
        </p:nvPicPr>
        <p:blipFill rotWithShape="1">
          <a:blip r:embed="rId3">
            <a:alphaModFix/>
          </a:blip>
          <a:srcRect b="0" l="0" r="0" t="0"/>
          <a:stretch/>
        </p:blipFill>
        <p:spPr>
          <a:xfrm>
            <a:off x="7695452" y="4375762"/>
            <a:ext cx="769472" cy="482199"/>
          </a:xfrm>
          <a:prstGeom prst="rect">
            <a:avLst/>
          </a:prstGeom>
          <a:noFill/>
          <a:ln>
            <a:noFill/>
          </a:ln>
        </p:spPr>
      </p:pic>
      <p:pic>
        <p:nvPicPr>
          <p:cNvPr id="767" name="Shape 767"/>
          <p:cNvPicPr preferRelativeResize="0"/>
          <p:nvPr/>
        </p:nvPicPr>
        <p:blipFill rotWithShape="1">
          <a:blip r:embed="rId3">
            <a:alphaModFix/>
          </a:blip>
          <a:srcRect b="0" l="0" r="0" t="0"/>
          <a:stretch/>
        </p:blipFill>
        <p:spPr>
          <a:xfrm>
            <a:off x="6628652" y="3994762"/>
            <a:ext cx="769472" cy="482199"/>
          </a:xfrm>
          <a:prstGeom prst="rect">
            <a:avLst/>
          </a:prstGeom>
          <a:noFill/>
          <a:ln>
            <a:noFill/>
          </a:ln>
        </p:spPr>
      </p:pic>
      <p:pic>
        <p:nvPicPr>
          <p:cNvPr id="768" name="Shape 768"/>
          <p:cNvPicPr preferRelativeResize="0"/>
          <p:nvPr/>
        </p:nvPicPr>
        <p:blipFill rotWithShape="1">
          <a:blip r:embed="rId3">
            <a:alphaModFix/>
          </a:blip>
          <a:srcRect b="0" l="0" r="0" t="0"/>
          <a:stretch/>
        </p:blipFill>
        <p:spPr>
          <a:xfrm>
            <a:off x="6247651" y="4604362"/>
            <a:ext cx="769472" cy="482199"/>
          </a:xfrm>
          <a:prstGeom prst="rect">
            <a:avLst/>
          </a:prstGeom>
          <a:noFill/>
          <a:ln>
            <a:noFill/>
          </a:ln>
        </p:spPr>
      </p:pic>
      <p:pic>
        <p:nvPicPr>
          <p:cNvPr id="769" name="Shape 769"/>
          <p:cNvPicPr preferRelativeResize="0"/>
          <p:nvPr/>
        </p:nvPicPr>
        <p:blipFill rotWithShape="1">
          <a:blip r:embed="rId3">
            <a:alphaModFix/>
          </a:blip>
          <a:srcRect b="0" l="0" r="0" t="0"/>
          <a:stretch/>
        </p:blipFill>
        <p:spPr>
          <a:xfrm>
            <a:off x="5257051" y="4223362"/>
            <a:ext cx="769472" cy="482199"/>
          </a:xfrm>
          <a:prstGeom prst="rect">
            <a:avLst/>
          </a:prstGeom>
          <a:noFill/>
          <a:ln>
            <a:noFill/>
          </a:ln>
        </p:spPr>
      </p:pic>
      <p:pic>
        <p:nvPicPr>
          <p:cNvPr id="770" name="Shape 770"/>
          <p:cNvPicPr preferRelativeResize="0"/>
          <p:nvPr/>
        </p:nvPicPr>
        <p:blipFill rotWithShape="1">
          <a:blip r:embed="rId3">
            <a:alphaModFix/>
          </a:blip>
          <a:srcRect b="0" l="0" r="0" t="0"/>
          <a:stretch/>
        </p:blipFill>
        <p:spPr>
          <a:xfrm>
            <a:off x="4037851" y="3994762"/>
            <a:ext cx="769472" cy="482199"/>
          </a:xfrm>
          <a:prstGeom prst="rect">
            <a:avLst/>
          </a:prstGeom>
          <a:noFill/>
          <a:ln>
            <a:noFill/>
          </a:ln>
        </p:spPr>
      </p:pic>
      <p:cxnSp>
        <p:nvCxnSpPr>
          <p:cNvPr id="771" name="Shape 771"/>
          <p:cNvCxnSpPr/>
          <p:nvPr/>
        </p:nvCxnSpPr>
        <p:spPr>
          <a:xfrm>
            <a:off x="3067375" y="4229187"/>
            <a:ext cx="1363800" cy="611398"/>
          </a:xfrm>
          <a:prstGeom prst="straightConnector1">
            <a:avLst/>
          </a:prstGeom>
          <a:noFill/>
          <a:ln cap="flat" cmpd="sng" w="19050">
            <a:solidFill>
              <a:schemeClr val="dk2"/>
            </a:solidFill>
            <a:prstDash val="solid"/>
            <a:round/>
            <a:headEnd len="med" w="med" type="none"/>
            <a:tailEnd len="med" w="med" type="none"/>
          </a:ln>
        </p:spPr>
      </p:cxnSp>
      <p:pic>
        <p:nvPicPr>
          <p:cNvPr id="772" name="Shape 772"/>
          <p:cNvPicPr preferRelativeResize="0"/>
          <p:nvPr/>
        </p:nvPicPr>
        <p:blipFill rotWithShape="1">
          <a:blip r:embed="rId3">
            <a:alphaModFix/>
          </a:blip>
          <a:srcRect b="0" l="0" r="0" t="0"/>
          <a:stretch/>
        </p:blipFill>
        <p:spPr>
          <a:xfrm>
            <a:off x="2672226" y="4012410"/>
            <a:ext cx="769472" cy="482199"/>
          </a:xfrm>
          <a:prstGeom prst="rect">
            <a:avLst/>
          </a:prstGeom>
          <a:noFill/>
          <a:ln>
            <a:noFill/>
          </a:ln>
        </p:spPr>
      </p:pic>
      <p:pic>
        <p:nvPicPr>
          <p:cNvPr id="773" name="Shape 773"/>
          <p:cNvPicPr preferRelativeResize="0"/>
          <p:nvPr/>
        </p:nvPicPr>
        <p:blipFill rotWithShape="1">
          <a:blip r:embed="rId3">
            <a:alphaModFix/>
          </a:blip>
          <a:srcRect b="0" l="0" r="0" t="0"/>
          <a:stretch/>
        </p:blipFill>
        <p:spPr>
          <a:xfrm>
            <a:off x="4114051" y="4604362"/>
            <a:ext cx="769472" cy="482199"/>
          </a:xfrm>
          <a:prstGeom prst="rect">
            <a:avLst/>
          </a:prstGeom>
          <a:noFill/>
          <a:ln>
            <a:noFill/>
          </a:ln>
        </p:spPr>
      </p:pic>
      <p:sp>
        <p:nvSpPr>
          <p:cNvPr id="774" name="Shape 774"/>
          <p:cNvSpPr/>
          <p:nvPr/>
        </p:nvSpPr>
        <p:spPr>
          <a:xfrm>
            <a:off x="2587066" y="2357660"/>
            <a:ext cx="6032099" cy="586500"/>
          </a:xfrm>
          <a:prstGeom prst="rect">
            <a:avLst/>
          </a:prstGeom>
          <a:solidFill>
            <a:srgbClr val="434343"/>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Distributed Core</a:t>
            </a:r>
          </a:p>
          <a:p>
            <a:pPr indent="0" lvl="0" marL="0" marR="0" rtl="0" algn="ctr">
              <a:lnSpc>
                <a:spcPct val="100000"/>
              </a:lnSpc>
              <a:spcBef>
                <a:spcPts val="0"/>
              </a:spcBef>
              <a:spcAft>
                <a:spcPts val="0"/>
              </a:spcAft>
              <a:buClr>
                <a:srgbClr val="EFEFEF"/>
              </a:buClr>
              <a:buSzPct val="25000"/>
              <a:buFont typeface="Arial"/>
              <a:buNone/>
            </a:pPr>
            <a:r>
              <a:rPr b="0" i="1" lang="en" sz="1200" u="none" cap="none" strike="noStrike">
                <a:solidFill>
                  <a:srgbClr val="EFEFEF"/>
                </a:solidFill>
                <a:latin typeface="Arial"/>
                <a:ea typeface="Arial"/>
                <a:cs typeface="Arial"/>
                <a:sym typeface="Arial"/>
              </a:rPr>
              <a:t>(scalability, availability, performance, persistence)</a:t>
            </a:r>
          </a:p>
        </p:txBody>
      </p:sp>
      <p:sp>
        <p:nvSpPr>
          <p:cNvPr id="775" name="Shape 775"/>
          <p:cNvSpPr/>
          <p:nvPr/>
        </p:nvSpPr>
        <p:spPr>
          <a:xfrm>
            <a:off x="2614633" y="3072191"/>
            <a:ext cx="6032099" cy="434999"/>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76" name="Shape 776"/>
          <p:cNvSpPr/>
          <p:nvPr/>
        </p:nvSpPr>
        <p:spPr>
          <a:xfrm>
            <a:off x="2587186" y="3053011"/>
            <a:ext cx="6032099" cy="434999"/>
          </a:xfrm>
          <a:prstGeom prst="rect">
            <a:avLst/>
          </a:prstGeom>
          <a:solidFill>
            <a:srgbClr val="38761D"/>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Southbound</a:t>
            </a:r>
          </a:p>
          <a:p>
            <a:pPr indent="0" lvl="0" marL="0" marR="0" rtl="0" algn="ctr">
              <a:lnSpc>
                <a:spcPct val="100000"/>
              </a:lnSpc>
              <a:spcBef>
                <a:spcPts val="0"/>
              </a:spcBef>
              <a:spcAft>
                <a:spcPts val="0"/>
              </a:spcAft>
              <a:buClr>
                <a:srgbClr val="EFEFEF"/>
              </a:buClr>
              <a:buSzPct val="25000"/>
              <a:buFont typeface="Arial"/>
              <a:buNone/>
            </a:pPr>
            <a:r>
              <a:rPr b="0" i="1" lang="en" sz="1200" u="none" cap="none" strike="noStrike">
                <a:solidFill>
                  <a:srgbClr val="EFEFEF"/>
                </a:solidFill>
                <a:latin typeface="Arial"/>
                <a:ea typeface="Arial"/>
                <a:cs typeface="Arial"/>
                <a:sym typeface="Arial"/>
              </a:rPr>
              <a:t>(discover, observe, program, configure)</a:t>
            </a:r>
          </a:p>
        </p:txBody>
      </p:sp>
      <p:sp>
        <p:nvSpPr>
          <p:cNvPr id="777" name="Shape 777"/>
          <p:cNvSpPr txBox="1"/>
          <p:nvPr/>
        </p:nvSpPr>
        <p:spPr>
          <a:xfrm>
            <a:off x="101000" y="1218900"/>
            <a:ext cx="2454600" cy="2664300"/>
          </a:xfrm>
          <a:prstGeom prst="rect">
            <a:avLst/>
          </a:prstGeom>
          <a:noFill/>
          <a:ln>
            <a:noFill/>
          </a:ln>
        </p:spPr>
        <p:txBody>
          <a:bodyPr anchorCtr="0" anchor="t" bIns="91400" lIns="91400" rIns="91400" tIns="91400">
            <a:noAutofit/>
          </a:bodyPr>
          <a:lstStyle/>
          <a:p>
            <a:pPr indent="0" lvl="0" marL="0" marR="0" rtl="0" algn="l">
              <a:lnSpc>
                <a:spcPct val="100000"/>
              </a:lnSpc>
              <a:spcBef>
                <a:spcPts val="0"/>
              </a:spcBef>
              <a:spcAft>
                <a:spcPts val="0"/>
              </a:spcAft>
              <a:buClr>
                <a:srgbClr val="000000"/>
              </a:buClr>
              <a:buSzPct val="25000"/>
              <a:buFont typeface="Arial"/>
              <a:buNone/>
            </a:pPr>
            <a:r>
              <a:rPr b="1" i="0" lang="en" sz="1400" u="none" cap="none" strike="noStrike">
                <a:solidFill>
                  <a:srgbClr val="000000"/>
                </a:solidFill>
                <a:latin typeface="Arial"/>
                <a:ea typeface="Arial"/>
                <a:cs typeface="Arial"/>
                <a:sym typeface="Arial"/>
              </a:rPr>
              <a:t>Northbound Abstractions:</a:t>
            </a:r>
          </a:p>
          <a:p>
            <a:pPr lvl="0" marR="0" rtl="0" algn="l">
              <a:lnSpc>
                <a:spcPct val="100000"/>
              </a:lnSpc>
              <a:spcBef>
                <a:spcPts val="0"/>
              </a:spcBef>
              <a:spcAft>
                <a:spcPts val="0"/>
              </a:spcAft>
              <a:buNone/>
            </a:pPr>
            <a:r>
              <a:rPr b="0" i="0" lang="en" sz="1200" u="none" cap="none" strike="noStrike">
                <a:solidFill>
                  <a:srgbClr val="000000"/>
                </a:solidFill>
                <a:latin typeface="Arial"/>
                <a:ea typeface="Arial"/>
                <a:cs typeface="Arial"/>
                <a:sym typeface="Arial"/>
              </a:rPr>
              <a:t>network graph</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application intents</a:t>
            </a:r>
          </a:p>
          <a:p>
            <a:pPr indent="0" lvl="0" marL="0" marR="0" rtl="0" algn="l">
              <a:lnSpc>
                <a:spcPct val="100000"/>
              </a:lnSpc>
              <a:spcBef>
                <a:spcPts val="0"/>
              </a:spcBef>
              <a:spcAft>
                <a:spcPts val="0"/>
              </a:spcAft>
              <a:buClr>
                <a:srgbClr val="000000"/>
              </a:buClr>
              <a:buSzPct val="25000"/>
              <a:buFont typeface="Arial"/>
              <a:buNone/>
            </a:pPr>
            <a:r>
              <a:rPr lang="en" sz="1200"/>
              <a:t>flow objectives</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virtualization &amp; slicing </a:t>
            </a:r>
          </a:p>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25000"/>
              <a:buFont typeface="Arial"/>
              <a:buNone/>
            </a:pPr>
            <a:r>
              <a:rPr b="1" i="0" lang="en" sz="1400" u="none" cap="none" strike="noStrike">
                <a:solidFill>
                  <a:srgbClr val="000000"/>
                </a:solidFill>
                <a:latin typeface="Arial"/>
                <a:ea typeface="Arial"/>
                <a:cs typeface="Arial"/>
                <a:sym typeface="Arial"/>
              </a:rPr>
              <a:t>Core:</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distributed</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protocol independent</a:t>
            </a:r>
          </a:p>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25000"/>
              <a:buFont typeface="Arial"/>
              <a:buNone/>
            </a:pPr>
            <a:r>
              <a:rPr b="1" i="0" lang="en" sz="1400" u="none" cap="none" strike="noStrike">
                <a:solidFill>
                  <a:srgbClr val="000000"/>
                </a:solidFill>
                <a:latin typeface="Arial"/>
                <a:ea typeface="Arial"/>
                <a:cs typeface="Arial"/>
                <a:sym typeface="Arial"/>
              </a:rPr>
              <a:t>Southbound Abstractions:</a:t>
            </a:r>
          </a:p>
          <a:p>
            <a:pPr indent="0" lvl="0" marL="0" marR="0" rtl="0" algn="l">
              <a:lnSpc>
                <a:spcPct val="100000"/>
              </a:lnSpc>
              <a:spcBef>
                <a:spcPts val="0"/>
              </a:spcBef>
              <a:spcAft>
                <a:spcPts val="0"/>
              </a:spcAft>
              <a:buClr>
                <a:srgbClr val="000000"/>
              </a:buClr>
              <a:buSzPct val="25000"/>
              <a:buFont typeface="Arial"/>
              <a:buNone/>
            </a:pPr>
            <a:r>
              <a:rPr lang="en" sz="1200"/>
              <a:t>“provider” model</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pluggable &amp; extensible</a:t>
            </a:r>
          </a:p>
        </p:txBody>
      </p:sp>
      <p:cxnSp>
        <p:nvCxnSpPr>
          <p:cNvPr id="778" name="Shape 778"/>
          <p:cNvCxnSpPr/>
          <p:nvPr/>
        </p:nvCxnSpPr>
        <p:spPr>
          <a:xfrm flipH="1" rot="10800000">
            <a:off x="3165050" y="3904650"/>
            <a:ext cx="470700" cy="8349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82" name="Shape 782"/>
        <p:cNvGrpSpPr/>
        <p:nvPr/>
      </p:nvGrpSpPr>
      <p:grpSpPr>
        <a:xfrm>
          <a:off x="0" y="0"/>
          <a:ext cx="0" cy="0"/>
          <a:chOff x="0" y="0"/>
          <a:chExt cx="0" cy="0"/>
        </a:xfrm>
      </p:grpSpPr>
      <p:cxnSp>
        <p:nvCxnSpPr>
          <p:cNvPr id="783" name="Shape 783"/>
          <p:cNvCxnSpPr/>
          <p:nvPr/>
        </p:nvCxnSpPr>
        <p:spPr>
          <a:xfrm flipH="1" rot="10800000">
            <a:off x="3391987" y="3692129"/>
            <a:ext cx="411163" cy="434577"/>
          </a:xfrm>
          <a:prstGeom prst="straightConnector1">
            <a:avLst/>
          </a:prstGeom>
          <a:noFill/>
          <a:ln cap="flat" cmpd="sng" w="19050">
            <a:solidFill>
              <a:srgbClr val="E06666"/>
            </a:solidFill>
            <a:prstDash val="dash"/>
            <a:round/>
            <a:headEnd len="med" w="med" type="none"/>
            <a:tailEnd len="med" w="med" type="none"/>
          </a:ln>
        </p:spPr>
      </p:cxnSp>
      <p:cxnSp>
        <p:nvCxnSpPr>
          <p:cNvPr id="784" name="Shape 784"/>
          <p:cNvCxnSpPr/>
          <p:nvPr/>
        </p:nvCxnSpPr>
        <p:spPr>
          <a:xfrm rot="10800000">
            <a:off x="4355569" y="3702846"/>
            <a:ext cx="263525" cy="435769"/>
          </a:xfrm>
          <a:prstGeom prst="straightConnector1">
            <a:avLst/>
          </a:prstGeom>
          <a:noFill/>
          <a:ln cap="flat" cmpd="sng" w="19050">
            <a:solidFill>
              <a:srgbClr val="E06666"/>
            </a:solidFill>
            <a:prstDash val="dash"/>
            <a:round/>
            <a:headEnd len="med" w="med" type="none"/>
            <a:tailEnd len="med" w="med" type="none"/>
          </a:ln>
        </p:spPr>
      </p:cxnSp>
      <p:cxnSp>
        <p:nvCxnSpPr>
          <p:cNvPr id="785" name="Shape 785"/>
          <p:cNvCxnSpPr/>
          <p:nvPr/>
        </p:nvCxnSpPr>
        <p:spPr>
          <a:xfrm rot="10800000">
            <a:off x="4114257" y="3732614"/>
            <a:ext cx="622299" cy="952499"/>
          </a:xfrm>
          <a:prstGeom prst="straightConnector1">
            <a:avLst/>
          </a:prstGeom>
          <a:noFill/>
          <a:ln cap="flat" cmpd="sng" w="19050">
            <a:solidFill>
              <a:srgbClr val="E06666"/>
            </a:solidFill>
            <a:prstDash val="dash"/>
            <a:round/>
            <a:headEnd len="med" w="med" type="none"/>
            <a:tailEnd len="med" w="med" type="none"/>
          </a:ln>
        </p:spPr>
      </p:cxnSp>
      <p:cxnSp>
        <p:nvCxnSpPr>
          <p:cNvPr id="786" name="Shape 786"/>
          <p:cNvCxnSpPr/>
          <p:nvPr/>
        </p:nvCxnSpPr>
        <p:spPr>
          <a:xfrm flipH="1" rot="10800000">
            <a:off x="5819232" y="3696891"/>
            <a:ext cx="228600" cy="600074"/>
          </a:xfrm>
          <a:prstGeom prst="straightConnector1">
            <a:avLst/>
          </a:prstGeom>
          <a:noFill/>
          <a:ln cap="flat" cmpd="sng" w="19050">
            <a:solidFill>
              <a:srgbClr val="E06666"/>
            </a:solidFill>
            <a:prstDash val="dash"/>
            <a:round/>
            <a:headEnd len="med" w="med" type="none"/>
            <a:tailEnd len="med" w="med" type="none"/>
          </a:ln>
        </p:spPr>
      </p:cxnSp>
      <p:cxnSp>
        <p:nvCxnSpPr>
          <p:cNvPr id="787" name="Shape 787"/>
          <p:cNvCxnSpPr/>
          <p:nvPr/>
        </p:nvCxnSpPr>
        <p:spPr>
          <a:xfrm rot="10800000">
            <a:off x="6373270" y="3732611"/>
            <a:ext cx="527050" cy="940593"/>
          </a:xfrm>
          <a:prstGeom prst="straightConnector1">
            <a:avLst/>
          </a:prstGeom>
          <a:noFill/>
          <a:ln cap="flat" cmpd="sng" w="19050">
            <a:solidFill>
              <a:srgbClr val="E06666"/>
            </a:solidFill>
            <a:prstDash val="dash"/>
            <a:round/>
            <a:headEnd len="med" w="med" type="none"/>
            <a:tailEnd len="med" w="med" type="none"/>
          </a:ln>
        </p:spPr>
      </p:cxnSp>
      <p:cxnSp>
        <p:nvCxnSpPr>
          <p:cNvPr id="788" name="Shape 788"/>
          <p:cNvCxnSpPr/>
          <p:nvPr/>
        </p:nvCxnSpPr>
        <p:spPr>
          <a:xfrm flipH="1" rot="10800000">
            <a:off x="7341657" y="3674271"/>
            <a:ext cx="600075" cy="404812"/>
          </a:xfrm>
          <a:prstGeom prst="straightConnector1">
            <a:avLst/>
          </a:prstGeom>
          <a:noFill/>
          <a:ln cap="flat" cmpd="sng" w="19050">
            <a:solidFill>
              <a:srgbClr val="E06666"/>
            </a:solidFill>
            <a:prstDash val="dash"/>
            <a:round/>
            <a:headEnd len="med" w="med" type="none"/>
            <a:tailEnd len="med" w="med" type="none"/>
          </a:ln>
        </p:spPr>
      </p:cxnSp>
      <p:cxnSp>
        <p:nvCxnSpPr>
          <p:cNvPr id="789" name="Shape 789"/>
          <p:cNvCxnSpPr/>
          <p:nvPr/>
        </p:nvCxnSpPr>
        <p:spPr>
          <a:xfrm rot="10800000">
            <a:off x="8129045" y="3626646"/>
            <a:ext cx="317500" cy="852487"/>
          </a:xfrm>
          <a:prstGeom prst="straightConnector1">
            <a:avLst/>
          </a:prstGeom>
          <a:noFill/>
          <a:ln cap="flat" cmpd="sng" w="19050">
            <a:solidFill>
              <a:srgbClr val="E06666"/>
            </a:solidFill>
            <a:prstDash val="dash"/>
            <a:round/>
            <a:headEnd len="med" w="med" type="none"/>
            <a:tailEnd len="med" w="med" type="none"/>
          </a:ln>
        </p:spPr>
      </p:cxnSp>
      <p:sp>
        <p:nvSpPr>
          <p:cNvPr id="790" name="Shape 790"/>
          <p:cNvSpPr/>
          <p:nvPr/>
        </p:nvSpPr>
        <p:spPr>
          <a:xfrm>
            <a:off x="2944283" y="1069181"/>
            <a:ext cx="6130924" cy="2737247"/>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791" name="Shape 791"/>
          <p:cNvSpPr txBox="1"/>
          <p:nvPr>
            <p:ph type="title"/>
          </p:nvPr>
        </p:nvSpPr>
        <p:spPr>
          <a:xfrm>
            <a:off x="457200" y="2381"/>
            <a:ext cx="8229600" cy="857249"/>
          </a:xfrm>
          <a:prstGeom prst="rect">
            <a:avLst/>
          </a:prstGeom>
          <a:noFill/>
          <a:ln>
            <a:noFill/>
          </a:ln>
        </p:spPr>
        <p:txBody>
          <a:bodyPr anchorCtr="0" anchor="ctr" bIns="91275" lIns="91275" rIns="91275" tIns="91275">
            <a:noAutofit/>
          </a:bodyPr>
          <a:lstStyle/>
          <a:p>
            <a:pPr indent="0" lvl="0" marL="0" marR="0" rtl="0" algn="ctr">
              <a:spcBef>
                <a:spcPts val="0"/>
              </a:spcBef>
              <a:buClr>
                <a:srgbClr val="BA071F"/>
              </a:buClr>
              <a:buSzPct val="25000"/>
              <a:buFont typeface="Arial"/>
              <a:buNone/>
            </a:pPr>
            <a:r>
              <a:rPr b="0" i="0" lang="en" sz="3240" u="none" cap="none" strike="noStrike">
                <a:solidFill>
                  <a:srgbClr val="BA071F"/>
                </a:solidFill>
                <a:latin typeface="Arial"/>
                <a:ea typeface="Arial"/>
                <a:cs typeface="Arial"/>
                <a:sym typeface="Arial"/>
              </a:rPr>
              <a:t>ONOS Performance</a:t>
            </a:r>
            <a:br>
              <a:rPr b="0" i="0" lang="en" sz="3240" u="none" cap="none" strike="noStrike">
                <a:solidFill>
                  <a:srgbClr val="BA071F"/>
                </a:solidFill>
                <a:latin typeface="Arial"/>
                <a:ea typeface="Arial"/>
                <a:cs typeface="Arial"/>
                <a:sym typeface="Arial"/>
              </a:rPr>
            </a:br>
            <a:r>
              <a:rPr b="0" i="1" lang="en" sz="2160" u="none" cap="none" strike="noStrike">
                <a:solidFill>
                  <a:srgbClr val="BA071F"/>
                </a:solidFill>
                <a:latin typeface="Arial"/>
                <a:ea typeface="Arial"/>
                <a:cs typeface="Arial"/>
                <a:sym typeface="Arial"/>
              </a:rPr>
              <a:t>Industry leading framework and results</a:t>
            </a:r>
          </a:p>
        </p:txBody>
      </p:sp>
      <p:sp>
        <p:nvSpPr>
          <p:cNvPr id="792" name="Shape 792"/>
          <p:cNvSpPr/>
          <p:nvPr/>
        </p:nvSpPr>
        <p:spPr>
          <a:xfrm>
            <a:off x="2976061" y="1478762"/>
            <a:ext cx="6030913" cy="470297"/>
          </a:xfrm>
          <a:prstGeom prst="rect">
            <a:avLst/>
          </a:prstGeom>
          <a:solidFill>
            <a:srgbClr val="FF9900"/>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Northbound - Application Intent Framework</a:t>
            </a:r>
          </a:p>
          <a:p>
            <a:pPr indent="0" lvl="0" marL="0" marR="0" rtl="0" algn="ctr">
              <a:spcBef>
                <a:spcPts val="0"/>
              </a:spcBef>
              <a:buSzPct val="25000"/>
              <a:buNone/>
            </a:pPr>
            <a:r>
              <a:rPr i="1" lang="en" sz="1200">
                <a:solidFill>
                  <a:srgbClr val="FFFFFF"/>
                </a:solidFill>
                <a:latin typeface="Arial"/>
                <a:ea typeface="Arial"/>
                <a:cs typeface="Arial"/>
                <a:sym typeface="Arial"/>
              </a:rPr>
              <a:t>(policy enforcement, conflict resolution)</a:t>
            </a:r>
          </a:p>
        </p:txBody>
      </p:sp>
      <p:sp>
        <p:nvSpPr>
          <p:cNvPr id="793" name="Shape 793"/>
          <p:cNvSpPr/>
          <p:nvPr/>
        </p:nvSpPr>
        <p:spPr>
          <a:xfrm>
            <a:off x="3003050"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794" name="Shape 794"/>
          <p:cNvSpPr/>
          <p:nvPr/>
        </p:nvSpPr>
        <p:spPr>
          <a:xfrm>
            <a:off x="2976019"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OpenFlow</a:t>
            </a:r>
          </a:p>
        </p:txBody>
      </p:sp>
      <p:sp>
        <p:nvSpPr>
          <p:cNvPr id="795" name="Shape 795"/>
          <p:cNvSpPr/>
          <p:nvPr/>
        </p:nvSpPr>
        <p:spPr>
          <a:xfrm>
            <a:off x="5136650"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796" name="Shape 796"/>
          <p:cNvSpPr/>
          <p:nvPr/>
        </p:nvSpPr>
        <p:spPr>
          <a:xfrm>
            <a:off x="5109619"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NetConf</a:t>
            </a:r>
          </a:p>
        </p:txBody>
      </p:sp>
      <p:sp>
        <p:nvSpPr>
          <p:cNvPr id="797" name="Shape 797"/>
          <p:cNvSpPr/>
          <p:nvPr/>
        </p:nvSpPr>
        <p:spPr>
          <a:xfrm>
            <a:off x="7270243"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798" name="Shape 798"/>
          <p:cNvSpPr/>
          <p:nvPr/>
        </p:nvSpPr>
        <p:spPr>
          <a:xfrm>
            <a:off x="7243220"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 . .</a:t>
            </a:r>
          </a:p>
        </p:txBody>
      </p:sp>
      <p:sp>
        <p:nvSpPr>
          <p:cNvPr id="799" name="Shape 799"/>
          <p:cNvSpPr/>
          <p:nvPr/>
        </p:nvSpPr>
        <p:spPr>
          <a:xfrm>
            <a:off x="2982369" y="1168006"/>
            <a:ext cx="6032499" cy="257175"/>
          </a:xfrm>
          <a:prstGeom prst="rect">
            <a:avLst/>
          </a:prstGeom>
          <a:solidFill>
            <a:srgbClr val="1155CC"/>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Apps</a:t>
            </a:r>
          </a:p>
        </p:txBody>
      </p:sp>
      <p:cxnSp>
        <p:nvCxnSpPr>
          <p:cNvPr id="800" name="Shape 800"/>
          <p:cNvCxnSpPr/>
          <p:nvPr/>
        </p:nvCxnSpPr>
        <p:spPr>
          <a:xfrm flipH="1" rot="10800000">
            <a:off x="3514225" y="4096941"/>
            <a:ext cx="1163637" cy="5952"/>
          </a:xfrm>
          <a:prstGeom prst="straightConnector1">
            <a:avLst/>
          </a:prstGeom>
          <a:noFill/>
          <a:ln cap="flat" cmpd="sng" w="19050">
            <a:solidFill>
              <a:schemeClr val="dk2"/>
            </a:solidFill>
            <a:prstDash val="solid"/>
            <a:round/>
            <a:headEnd len="med" w="med" type="none"/>
            <a:tailEnd len="med" w="med" type="none"/>
          </a:ln>
        </p:spPr>
      </p:cxnSp>
      <p:cxnSp>
        <p:nvCxnSpPr>
          <p:cNvPr id="801" name="Shape 801"/>
          <p:cNvCxnSpPr/>
          <p:nvPr/>
        </p:nvCxnSpPr>
        <p:spPr>
          <a:xfrm flipH="1" rot="10800000">
            <a:off x="3520544" y="4737502"/>
            <a:ext cx="1298575" cy="11906"/>
          </a:xfrm>
          <a:prstGeom prst="straightConnector1">
            <a:avLst/>
          </a:prstGeom>
          <a:noFill/>
          <a:ln cap="flat" cmpd="sng" w="19050">
            <a:solidFill>
              <a:schemeClr val="dk2"/>
            </a:solidFill>
            <a:prstDash val="solid"/>
            <a:round/>
            <a:headEnd len="med" w="med" type="none"/>
            <a:tailEnd len="med" w="med" type="none"/>
          </a:ln>
        </p:spPr>
      </p:cxnSp>
      <p:cxnSp>
        <p:nvCxnSpPr>
          <p:cNvPr id="802" name="Shape 802"/>
          <p:cNvCxnSpPr/>
          <p:nvPr/>
        </p:nvCxnSpPr>
        <p:spPr>
          <a:xfrm>
            <a:off x="4814344" y="4090989"/>
            <a:ext cx="1163638" cy="241697"/>
          </a:xfrm>
          <a:prstGeom prst="straightConnector1">
            <a:avLst/>
          </a:prstGeom>
          <a:noFill/>
          <a:ln cap="flat" cmpd="sng" w="19050">
            <a:solidFill>
              <a:schemeClr val="dk2"/>
            </a:solidFill>
            <a:prstDash val="solid"/>
            <a:round/>
            <a:headEnd len="med" w="med" type="none"/>
            <a:tailEnd len="med" w="med" type="none"/>
          </a:ln>
        </p:spPr>
      </p:cxnSp>
      <p:cxnSp>
        <p:nvCxnSpPr>
          <p:cNvPr id="803" name="Shape 803"/>
          <p:cNvCxnSpPr/>
          <p:nvPr/>
        </p:nvCxnSpPr>
        <p:spPr>
          <a:xfrm rot="10800000">
            <a:off x="7294062" y="4102894"/>
            <a:ext cx="1141412" cy="406004"/>
          </a:xfrm>
          <a:prstGeom prst="straightConnector1">
            <a:avLst/>
          </a:prstGeom>
          <a:noFill/>
          <a:ln cap="flat" cmpd="sng" w="19050">
            <a:solidFill>
              <a:schemeClr val="dk2"/>
            </a:solidFill>
            <a:prstDash val="solid"/>
            <a:round/>
            <a:headEnd len="med" w="med" type="none"/>
            <a:tailEnd len="med" w="med" type="none"/>
          </a:ln>
        </p:spPr>
      </p:cxnSp>
      <p:cxnSp>
        <p:nvCxnSpPr>
          <p:cNvPr id="804" name="Shape 804"/>
          <p:cNvCxnSpPr/>
          <p:nvPr/>
        </p:nvCxnSpPr>
        <p:spPr>
          <a:xfrm flipH="1">
            <a:off x="7070182" y="4508902"/>
            <a:ext cx="1365250" cy="216693"/>
          </a:xfrm>
          <a:prstGeom prst="straightConnector1">
            <a:avLst/>
          </a:prstGeom>
          <a:noFill/>
          <a:ln cap="flat" cmpd="sng" w="19050">
            <a:solidFill>
              <a:schemeClr val="dk2"/>
            </a:solidFill>
            <a:prstDash val="solid"/>
            <a:round/>
            <a:headEnd len="med" w="med" type="none"/>
            <a:tailEnd len="med" w="med" type="none"/>
          </a:ln>
        </p:spPr>
      </p:cxnSp>
      <p:cxnSp>
        <p:nvCxnSpPr>
          <p:cNvPr id="805" name="Shape 805"/>
          <p:cNvCxnSpPr/>
          <p:nvPr/>
        </p:nvCxnSpPr>
        <p:spPr>
          <a:xfrm flipH="1">
            <a:off x="7011444" y="4096974"/>
            <a:ext cx="312737" cy="629840"/>
          </a:xfrm>
          <a:prstGeom prst="straightConnector1">
            <a:avLst/>
          </a:prstGeom>
          <a:noFill/>
          <a:ln cap="flat" cmpd="sng" w="19050">
            <a:solidFill>
              <a:schemeClr val="dk2"/>
            </a:solidFill>
            <a:prstDash val="solid"/>
            <a:round/>
            <a:headEnd len="med" w="med" type="none"/>
            <a:tailEnd len="med" w="med" type="none"/>
          </a:ln>
        </p:spPr>
      </p:cxnSp>
      <p:cxnSp>
        <p:nvCxnSpPr>
          <p:cNvPr id="806" name="Shape 806"/>
          <p:cNvCxnSpPr/>
          <p:nvPr/>
        </p:nvCxnSpPr>
        <p:spPr>
          <a:xfrm rot="10800000">
            <a:off x="6030370" y="4344622"/>
            <a:ext cx="876300" cy="392906"/>
          </a:xfrm>
          <a:prstGeom prst="straightConnector1">
            <a:avLst/>
          </a:prstGeom>
          <a:noFill/>
          <a:ln cap="flat" cmpd="sng" w="19050">
            <a:solidFill>
              <a:schemeClr val="dk2"/>
            </a:solidFill>
            <a:prstDash val="solid"/>
            <a:round/>
            <a:headEnd len="med" w="med" type="none"/>
            <a:tailEnd len="med" w="med" type="none"/>
          </a:ln>
        </p:spPr>
      </p:cxnSp>
      <p:cxnSp>
        <p:nvCxnSpPr>
          <p:cNvPr id="807" name="Shape 807"/>
          <p:cNvCxnSpPr/>
          <p:nvPr/>
        </p:nvCxnSpPr>
        <p:spPr>
          <a:xfrm flipH="1" rot="10800000">
            <a:off x="4849269" y="4332685"/>
            <a:ext cx="1087437" cy="376237"/>
          </a:xfrm>
          <a:prstGeom prst="straightConnector1">
            <a:avLst/>
          </a:prstGeom>
          <a:noFill/>
          <a:ln cap="flat" cmpd="sng" w="19050">
            <a:solidFill>
              <a:schemeClr val="dk2"/>
            </a:solidFill>
            <a:prstDash val="solid"/>
            <a:round/>
            <a:headEnd len="med" w="med" type="none"/>
            <a:tailEnd len="med" w="med" type="none"/>
          </a:ln>
        </p:spPr>
      </p:cxnSp>
      <p:cxnSp>
        <p:nvCxnSpPr>
          <p:cNvPr id="808" name="Shape 808"/>
          <p:cNvCxnSpPr/>
          <p:nvPr/>
        </p:nvCxnSpPr>
        <p:spPr>
          <a:xfrm flipH="1" rot="10800000">
            <a:off x="3555500" y="4102896"/>
            <a:ext cx="1246187" cy="600074"/>
          </a:xfrm>
          <a:prstGeom prst="straightConnector1">
            <a:avLst/>
          </a:prstGeom>
          <a:noFill/>
          <a:ln cap="flat" cmpd="sng" w="19050">
            <a:solidFill>
              <a:schemeClr val="dk2"/>
            </a:solidFill>
            <a:prstDash val="solid"/>
            <a:round/>
            <a:headEnd len="med" w="med" type="none"/>
            <a:tailEnd len="med" w="med" type="none"/>
          </a:ln>
        </p:spPr>
      </p:cxnSp>
      <p:cxnSp>
        <p:nvCxnSpPr>
          <p:cNvPr id="809" name="Shape 809"/>
          <p:cNvCxnSpPr/>
          <p:nvPr/>
        </p:nvCxnSpPr>
        <p:spPr>
          <a:xfrm flipH="1">
            <a:off x="5954170" y="4096941"/>
            <a:ext cx="1263650" cy="223837"/>
          </a:xfrm>
          <a:prstGeom prst="straightConnector1">
            <a:avLst/>
          </a:prstGeom>
          <a:noFill/>
          <a:ln cap="flat" cmpd="sng" w="19050">
            <a:solidFill>
              <a:schemeClr val="dk2"/>
            </a:solidFill>
            <a:prstDash val="solid"/>
            <a:round/>
            <a:headEnd len="med" w="med" type="none"/>
            <a:tailEnd len="med" w="med" type="none"/>
          </a:ln>
        </p:spPr>
      </p:cxnSp>
      <p:cxnSp>
        <p:nvCxnSpPr>
          <p:cNvPr id="810" name="Shape 810"/>
          <p:cNvCxnSpPr/>
          <p:nvPr/>
        </p:nvCxnSpPr>
        <p:spPr>
          <a:xfrm>
            <a:off x="4936582" y="4725597"/>
            <a:ext cx="2011362" cy="17858"/>
          </a:xfrm>
          <a:prstGeom prst="straightConnector1">
            <a:avLst/>
          </a:prstGeom>
          <a:noFill/>
          <a:ln cap="flat" cmpd="sng" w="19050">
            <a:solidFill>
              <a:schemeClr val="dk2"/>
            </a:solidFill>
            <a:prstDash val="solid"/>
            <a:round/>
            <a:headEnd len="med" w="med" type="none"/>
            <a:tailEnd len="med" w="med" type="none"/>
          </a:ln>
        </p:spPr>
      </p:cxnSp>
      <p:pic>
        <p:nvPicPr>
          <p:cNvPr id="811" name="Shape 811"/>
          <p:cNvPicPr preferRelativeResize="0"/>
          <p:nvPr/>
        </p:nvPicPr>
        <p:blipFill rotWithShape="1">
          <a:blip r:embed="rId3">
            <a:alphaModFix/>
          </a:blip>
          <a:srcRect b="0" l="0" r="0" t="0"/>
          <a:stretch/>
        </p:blipFill>
        <p:spPr>
          <a:xfrm>
            <a:off x="3131594" y="4507705"/>
            <a:ext cx="768349" cy="482203"/>
          </a:xfrm>
          <a:prstGeom prst="rect">
            <a:avLst/>
          </a:prstGeom>
          <a:noFill/>
          <a:ln>
            <a:noFill/>
          </a:ln>
        </p:spPr>
      </p:pic>
      <p:pic>
        <p:nvPicPr>
          <p:cNvPr id="812" name="Shape 812"/>
          <p:cNvPicPr preferRelativeResize="0"/>
          <p:nvPr/>
        </p:nvPicPr>
        <p:blipFill rotWithShape="1">
          <a:blip r:embed="rId3">
            <a:alphaModFix/>
          </a:blip>
          <a:srcRect b="0" l="0" r="0" t="0"/>
          <a:stretch/>
        </p:blipFill>
        <p:spPr>
          <a:xfrm>
            <a:off x="8084595" y="4279105"/>
            <a:ext cx="768349" cy="482203"/>
          </a:xfrm>
          <a:prstGeom prst="rect">
            <a:avLst/>
          </a:prstGeom>
          <a:noFill/>
          <a:ln>
            <a:noFill/>
          </a:ln>
        </p:spPr>
      </p:pic>
      <p:pic>
        <p:nvPicPr>
          <p:cNvPr id="813" name="Shape 813"/>
          <p:cNvPicPr preferRelativeResize="0"/>
          <p:nvPr/>
        </p:nvPicPr>
        <p:blipFill rotWithShape="1">
          <a:blip r:embed="rId3">
            <a:alphaModFix/>
          </a:blip>
          <a:srcRect b="0" l="0" r="0" t="0"/>
          <a:stretch/>
        </p:blipFill>
        <p:spPr>
          <a:xfrm>
            <a:off x="7017795" y="3898106"/>
            <a:ext cx="768349" cy="482203"/>
          </a:xfrm>
          <a:prstGeom prst="rect">
            <a:avLst/>
          </a:prstGeom>
          <a:noFill/>
          <a:ln>
            <a:noFill/>
          </a:ln>
        </p:spPr>
      </p:pic>
      <p:pic>
        <p:nvPicPr>
          <p:cNvPr id="814" name="Shape 814"/>
          <p:cNvPicPr preferRelativeResize="0"/>
          <p:nvPr/>
        </p:nvPicPr>
        <p:blipFill rotWithShape="1">
          <a:blip r:embed="rId3">
            <a:alphaModFix/>
          </a:blip>
          <a:srcRect b="0" l="0" r="0" t="0"/>
          <a:stretch/>
        </p:blipFill>
        <p:spPr>
          <a:xfrm>
            <a:off x="6636795" y="4507705"/>
            <a:ext cx="768349" cy="482203"/>
          </a:xfrm>
          <a:prstGeom prst="rect">
            <a:avLst/>
          </a:prstGeom>
          <a:noFill/>
          <a:ln>
            <a:noFill/>
          </a:ln>
        </p:spPr>
      </p:pic>
      <p:pic>
        <p:nvPicPr>
          <p:cNvPr id="815" name="Shape 815"/>
          <p:cNvPicPr preferRelativeResize="0"/>
          <p:nvPr/>
        </p:nvPicPr>
        <p:blipFill rotWithShape="1">
          <a:blip r:embed="rId3">
            <a:alphaModFix/>
          </a:blip>
          <a:srcRect b="0" l="0" r="0" t="0"/>
          <a:stretch/>
        </p:blipFill>
        <p:spPr>
          <a:xfrm>
            <a:off x="5646194" y="4126706"/>
            <a:ext cx="768349" cy="482203"/>
          </a:xfrm>
          <a:prstGeom prst="rect">
            <a:avLst/>
          </a:prstGeom>
          <a:noFill/>
          <a:ln>
            <a:noFill/>
          </a:ln>
        </p:spPr>
      </p:pic>
      <p:pic>
        <p:nvPicPr>
          <p:cNvPr id="816" name="Shape 816"/>
          <p:cNvPicPr preferRelativeResize="0"/>
          <p:nvPr/>
        </p:nvPicPr>
        <p:blipFill rotWithShape="1">
          <a:blip r:embed="rId3">
            <a:alphaModFix/>
          </a:blip>
          <a:srcRect b="0" l="0" r="0" t="0"/>
          <a:stretch/>
        </p:blipFill>
        <p:spPr>
          <a:xfrm>
            <a:off x="4426994" y="3898106"/>
            <a:ext cx="768349" cy="482203"/>
          </a:xfrm>
          <a:prstGeom prst="rect">
            <a:avLst/>
          </a:prstGeom>
          <a:noFill/>
          <a:ln>
            <a:noFill/>
          </a:ln>
        </p:spPr>
      </p:pic>
      <p:cxnSp>
        <p:nvCxnSpPr>
          <p:cNvPr id="817" name="Shape 817"/>
          <p:cNvCxnSpPr/>
          <p:nvPr/>
        </p:nvCxnSpPr>
        <p:spPr>
          <a:xfrm>
            <a:off x="3455485" y="4132661"/>
            <a:ext cx="1363662" cy="610790"/>
          </a:xfrm>
          <a:prstGeom prst="straightConnector1">
            <a:avLst/>
          </a:prstGeom>
          <a:noFill/>
          <a:ln cap="flat" cmpd="sng" w="19050">
            <a:solidFill>
              <a:schemeClr val="dk2"/>
            </a:solidFill>
            <a:prstDash val="solid"/>
            <a:round/>
            <a:headEnd len="med" w="med" type="none"/>
            <a:tailEnd len="med" w="med" type="none"/>
          </a:ln>
        </p:spPr>
      </p:cxnSp>
      <p:pic>
        <p:nvPicPr>
          <p:cNvPr id="818" name="Shape 818"/>
          <p:cNvPicPr preferRelativeResize="0"/>
          <p:nvPr/>
        </p:nvPicPr>
        <p:blipFill rotWithShape="1">
          <a:blip r:embed="rId3">
            <a:alphaModFix/>
          </a:blip>
          <a:srcRect b="0" l="0" r="0" t="0"/>
          <a:stretch/>
        </p:blipFill>
        <p:spPr>
          <a:xfrm>
            <a:off x="3060197" y="3915999"/>
            <a:ext cx="769937" cy="482202"/>
          </a:xfrm>
          <a:prstGeom prst="rect">
            <a:avLst/>
          </a:prstGeom>
          <a:noFill/>
          <a:ln>
            <a:noFill/>
          </a:ln>
        </p:spPr>
      </p:pic>
      <p:pic>
        <p:nvPicPr>
          <p:cNvPr id="819" name="Shape 819"/>
          <p:cNvPicPr preferRelativeResize="0"/>
          <p:nvPr/>
        </p:nvPicPr>
        <p:blipFill rotWithShape="1">
          <a:blip r:embed="rId3">
            <a:alphaModFix/>
          </a:blip>
          <a:srcRect b="0" l="0" r="0" t="0"/>
          <a:stretch/>
        </p:blipFill>
        <p:spPr>
          <a:xfrm>
            <a:off x="4503194" y="4507705"/>
            <a:ext cx="768349" cy="482203"/>
          </a:xfrm>
          <a:prstGeom prst="rect">
            <a:avLst/>
          </a:prstGeom>
          <a:noFill/>
          <a:ln>
            <a:noFill/>
          </a:ln>
        </p:spPr>
      </p:pic>
      <p:sp>
        <p:nvSpPr>
          <p:cNvPr id="820" name="Shape 820"/>
          <p:cNvSpPr/>
          <p:nvPr/>
        </p:nvSpPr>
        <p:spPr>
          <a:xfrm>
            <a:off x="2976061" y="2260997"/>
            <a:ext cx="6030913" cy="586978"/>
          </a:xfrm>
          <a:prstGeom prst="rect">
            <a:avLst/>
          </a:prstGeom>
          <a:solidFill>
            <a:srgbClr val="434343"/>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EFEFEF"/>
                </a:solidFill>
                <a:latin typeface="Arial"/>
                <a:ea typeface="Arial"/>
                <a:cs typeface="Arial"/>
                <a:sym typeface="Arial"/>
              </a:rPr>
              <a:t>Distributed Core</a:t>
            </a:r>
          </a:p>
          <a:p>
            <a:pPr indent="0" lvl="0" marL="0" marR="0" rtl="0" algn="ctr">
              <a:spcBef>
                <a:spcPts val="0"/>
              </a:spcBef>
              <a:buSzPct val="25000"/>
              <a:buNone/>
            </a:pPr>
            <a:r>
              <a:rPr i="1" lang="en" sz="1200">
                <a:solidFill>
                  <a:srgbClr val="EFEFEF"/>
                </a:solidFill>
                <a:latin typeface="Arial"/>
                <a:ea typeface="Arial"/>
                <a:cs typeface="Arial"/>
                <a:sym typeface="Arial"/>
              </a:rPr>
              <a:t>(scalability, availability, performance, persistence)</a:t>
            </a:r>
          </a:p>
        </p:txBody>
      </p:sp>
      <p:sp>
        <p:nvSpPr>
          <p:cNvPr id="821" name="Shape 821"/>
          <p:cNvSpPr/>
          <p:nvPr/>
        </p:nvSpPr>
        <p:spPr>
          <a:xfrm>
            <a:off x="2976061" y="2882506"/>
            <a:ext cx="6030913" cy="329803"/>
          </a:xfrm>
          <a:prstGeom prst="rect">
            <a:avLst/>
          </a:prstGeom>
          <a:solidFill>
            <a:srgbClr val="38761D"/>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EFEFEF"/>
                </a:solidFill>
                <a:latin typeface="Arial"/>
                <a:ea typeface="Arial"/>
                <a:cs typeface="Arial"/>
                <a:sym typeface="Arial"/>
              </a:rPr>
              <a:t>Southbound</a:t>
            </a:r>
          </a:p>
          <a:p>
            <a:pPr indent="0" lvl="0" marL="0" marR="0" rtl="0" algn="ctr">
              <a:spcBef>
                <a:spcPts val="0"/>
              </a:spcBef>
              <a:buSzPct val="25000"/>
              <a:buNone/>
            </a:pPr>
            <a:r>
              <a:rPr i="1" lang="en" sz="1200">
                <a:solidFill>
                  <a:srgbClr val="EFEFEF"/>
                </a:solidFill>
                <a:latin typeface="Arial"/>
                <a:ea typeface="Arial"/>
                <a:cs typeface="Arial"/>
                <a:sym typeface="Arial"/>
              </a:rPr>
              <a:t>(discover, observe, program, configure)</a:t>
            </a:r>
          </a:p>
        </p:txBody>
      </p:sp>
      <p:sp>
        <p:nvSpPr>
          <p:cNvPr id="822" name="Shape 822"/>
          <p:cNvSpPr txBox="1"/>
          <p:nvPr/>
        </p:nvSpPr>
        <p:spPr>
          <a:xfrm>
            <a:off x="35875" y="1116376"/>
            <a:ext cx="2865600" cy="10338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A. Device and Link Sensing</a:t>
            </a:r>
          </a:p>
          <a:p>
            <a:pPr indent="-285405" lvl="0" marL="285405"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&lt; 100ms</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ONOS part &lt;10ms</a:t>
            </a:r>
          </a:p>
        </p:txBody>
      </p:sp>
      <p:sp>
        <p:nvSpPr>
          <p:cNvPr id="823" name="Shape 823"/>
          <p:cNvSpPr/>
          <p:nvPr/>
        </p:nvSpPr>
        <p:spPr>
          <a:xfrm>
            <a:off x="2982369" y="1962150"/>
            <a:ext cx="6032499" cy="255985"/>
          </a:xfrm>
          <a:prstGeom prst="rect">
            <a:avLst/>
          </a:prstGeom>
          <a:solidFill>
            <a:srgbClr val="E36C09"/>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Flow rule subsystem</a:t>
            </a:r>
          </a:p>
        </p:txBody>
      </p:sp>
      <p:sp>
        <p:nvSpPr>
          <p:cNvPr id="824" name="Shape 824"/>
          <p:cNvSpPr/>
          <p:nvPr/>
        </p:nvSpPr>
        <p:spPr>
          <a:xfrm>
            <a:off x="2980783"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Adapter</a:t>
            </a:r>
          </a:p>
        </p:txBody>
      </p:sp>
      <p:sp>
        <p:nvSpPr>
          <p:cNvPr id="825" name="Shape 825"/>
          <p:cNvSpPr/>
          <p:nvPr/>
        </p:nvSpPr>
        <p:spPr>
          <a:xfrm>
            <a:off x="5114382"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Adapter</a:t>
            </a:r>
          </a:p>
        </p:txBody>
      </p:sp>
      <p:sp>
        <p:nvSpPr>
          <p:cNvPr id="826" name="Shape 826"/>
          <p:cNvSpPr/>
          <p:nvPr/>
        </p:nvSpPr>
        <p:spPr>
          <a:xfrm>
            <a:off x="7247982"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 . .</a:t>
            </a:r>
          </a:p>
        </p:txBody>
      </p:sp>
      <p:cxnSp>
        <p:nvCxnSpPr>
          <p:cNvPr id="827" name="Shape 827"/>
          <p:cNvCxnSpPr/>
          <p:nvPr/>
        </p:nvCxnSpPr>
        <p:spPr>
          <a:xfrm rot="10800000">
            <a:off x="3391944" y="2399115"/>
            <a:ext cx="0" cy="1618058"/>
          </a:xfrm>
          <a:prstGeom prst="straightConnector1">
            <a:avLst/>
          </a:prstGeom>
          <a:noFill/>
          <a:ln cap="flat" cmpd="sng" w="25400">
            <a:solidFill>
              <a:schemeClr val="dk1"/>
            </a:solidFill>
            <a:prstDash val="solid"/>
            <a:round/>
            <a:headEnd len="med" w="med" type="none"/>
            <a:tailEnd len="lg" w="lg" type="stealth"/>
          </a:ln>
        </p:spPr>
      </p:cxnSp>
      <p:cxnSp>
        <p:nvCxnSpPr>
          <p:cNvPr id="828" name="Shape 828"/>
          <p:cNvCxnSpPr/>
          <p:nvPr/>
        </p:nvCxnSpPr>
        <p:spPr>
          <a:xfrm rot="10800000">
            <a:off x="3988844" y="2399116"/>
            <a:ext cx="0" cy="1697831"/>
          </a:xfrm>
          <a:prstGeom prst="straightConnector1">
            <a:avLst/>
          </a:prstGeom>
          <a:noFill/>
          <a:ln cap="flat" cmpd="sng" w="25400">
            <a:solidFill>
              <a:schemeClr val="dk1"/>
            </a:solidFill>
            <a:prstDash val="solid"/>
            <a:round/>
            <a:headEnd len="med" w="med" type="none"/>
            <a:tailEnd len="lg" w="lg" type="stealth"/>
          </a:ln>
        </p:spPr>
      </p:cxnSp>
      <p:sp>
        <p:nvSpPr>
          <p:cNvPr id="829" name="Shape 829"/>
          <p:cNvSpPr/>
          <p:nvPr/>
        </p:nvSpPr>
        <p:spPr>
          <a:xfrm>
            <a:off x="4149182" y="1425183"/>
            <a:ext cx="322262" cy="1819275"/>
          </a:xfrm>
          <a:prstGeom prst="downArrow">
            <a:avLst>
              <a:gd fmla="val 50000" name="adj1"/>
              <a:gd fmla="val 50000" name="adj2"/>
            </a:avLst>
          </a:prstGeom>
          <a:solidFill>
            <a:srgbClr val="A5A5A5"/>
          </a:solidFill>
          <a:ln cap="flat" cmpd="sng" w="9525">
            <a:solidFill>
              <a:srgbClr val="4A7DBA"/>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None/>
            </a:pPr>
            <a:r>
              <a:t/>
            </a:r>
            <a:endParaRPr sz="1800">
              <a:solidFill>
                <a:srgbClr val="FFFFFF"/>
              </a:solidFill>
              <a:latin typeface="Arial"/>
              <a:ea typeface="Arial"/>
              <a:cs typeface="Arial"/>
              <a:sym typeface="Arial"/>
            </a:endParaRPr>
          </a:p>
        </p:txBody>
      </p:sp>
      <p:cxnSp>
        <p:nvCxnSpPr>
          <p:cNvPr id="830" name="Shape 830"/>
          <p:cNvCxnSpPr/>
          <p:nvPr/>
        </p:nvCxnSpPr>
        <p:spPr>
          <a:xfrm>
            <a:off x="4619082" y="1425178"/>
            <a:ext cx="0" cy="1787128"/>
          </a:xfrm>
          <a:prstGeom prst="straightConnector1">
            <a:avLst/>
          </a:prstGeom>
          <a:noFill/>
          <a:ln cap="flat" cmpd="sng" w="25400">
            <a:solidFill>
              <a:srgbClr val="000000"/>
            </a:solidFill>
            <a:prstDash val="solid"/>
            <a:round/>
            <a:headEnd len="med" w="med" type="none"/>
            <a:tailEnd len="lg" w="lg" type="stealth"/>
          </a:ln>
        </p:spPr>
      </p:cxnSp>
      <p:sp>
        <p:nvSpPr>
          <p:cNvPr id="831" name="Shape 831"/>
          <p:cNvSpPr/>
          <p:nvPr/>
        </p:nvSpPr>
        <p:spPr>
          <a:xfrm>
            <a:off x="8084632" y="2119312"/>
            <a:ext cx="322263" cy="1153716"/>
          </a:xfrm>
          <a:prstGeom prst="downArrow">
            <a:avLst>
              <a:gd fmla="val 50000" name="adj1"/>
              <a:gd fmla="val 50000" name="adj2"/>
            </a:avLst>
          </a:prstGeom>
          <a:solidFill>
            <a:srgbClr val="A5A5A5"/>
          </a:solidFill>
          <a:ln cap="flat" cmpd="sng" w="9525">
            <a:solidFill>
              <a:srgbClr val="4A7DBA"/>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None/>
            </a:pPr>
            <a:r>
              <a:t/>
            </a:r>
            <a:endParaRPr sz="1800">
              <a:solidFill>
                <a:srgbClr val="FFFFFF"/>
              </a:solidFill>
              <a:latin typeface="Arial"/>
              <a:ea typeface="Arial"/>
              <a:cs typeface="Arial"/>
              <a:sym typeface="Arial"/>
            </a:endParaRPr>
          </a:p>
        </p:txBody>
      </p:sp>
      <p:sp>
        <p:nvSpPr>
          <p:cNvPr id="832" name="Shape 832"/>
          <p:cNvSpPr/>
          <p:nvPr/>
        </p:nvSpPr>
        <p:spPr>
          <a:xfrm>
            <a:off x="3514182" y="2357439"/>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A</a:t>
            </a:r>
          </a:p>
        </p:txBody>
      </p:sp>
      <p:sp>
        <p:nvSpPr>
          <p:cNvPr id="833" name="Shape 833"/>
          <p:cNvSpPr/>
          <p:nvPr/>
        </p:nvSpPr>
        <p:spPr>
          <a:xfrm>
            <a:off x="4125369" y="1850234"/>
            <a:ext cx="381000"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B</a:t>
            </a:r>
          </a:p>
        </p:txBody>
      </p:sp>
      <p:sp>
        <p:nvSpPr>
          <p:cNvPr id="834" name="Shape 834"/>
          <p:cNvSpPr/>
          <p:nvPr/>
        </p:nvSpPr>
        <p:spPr>
          <a:xfrm>
            <a:off x="4436553" y="1201344"/>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C</a:t>
            </a:r>
          </a:p>
        </p:txBody>
      </p:sp>
      <p:sp>
        <p:nvSpPr>
          <p:cNvPr id="835" name="Shape 835"/>
          <p:cNvSpPr/>
          <p:nvPr/>
        </p:nvSpPr>
        <p:spPr>
          <a:xfrm>
            <a:off x="8057607" y="2469356"/>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D</a:t>
            </a:r>
          </a:p>
        </p:txBody>
      </p:sp>
      <p:cxnSp>
        <p:nvCxnSpPr>
          <p:cNvPr id="836" name="Shape 836"/>
          <p:cNvCxnSpPr/>
          <p:nvPr/>
        </p:nvCxnSpPr>
        <p:spPr>
          <a:xfrm flipH="1" rot="10800000">
            <a:off x="3514194" y="3806432"/>
            <a:ext cx="441324" cy="802481"/>
          </a:xfrm>
          <a:prstGeom prst="straightConnector1">
            <a:avLst/>
          </a:prstGeom>
          <a:noFill/>
          <a:ln cap="flat" cmpd="sng" w="19050">
            <a:solidFill>
              <a:srgbClr val="E06666"/>
            </a:solidFill>
            <a:prstDash val="dash"/>
            <a:round/>
            <a:headEnd len="med" w="med" type="none"/>
            <a:tailEnd len="med" w="med" type="none"/>
          </a:ln>
        </p:spPr>
      </p:cxnSp>
      <p:sp>
        <p:nvSpPr>
          <p:cNvPr id="837" name="Shape 837"/>
          <p:cNvSpPr txBox="1"/>
          <p:nvPr/>
        </p:nvSpPr>
        <p:spPr>
          <a:xfrm>
            <a:off x="35875" y="2008526"/>
            <a:ext cx="2865600" cy="8025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B. Intent throughput</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200k ops/sec</a:t>
            </a:r>
          </a:p>
        </p:txBody>
      </p:sp>
      <p:sp>
        <p:nvSpPr>
          <p:cNvPr id="838" name="Shape 838"/>
          <p:cNvSpPr txBox="1"/>
          <p:nvPr/>
        </p:nvSpPr>
        <p:spPr>
          <a:xfrm>
            <a:off x="35875" y="2653888"/>
            <a:ext cx="2865600" cy="9072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C. Intent latency</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&lt; 50ms</a:t>
            </a:r>
          </a:p>
        </p:txBody>
      </p:sp>
      <p:sp>
        <p:nvSpPr>
          <p:cNvPr id="839" name="Shape 839"/>
          <p:cNvSpPr txBox="1"/>
          <p:nvPr/>
        </p:nvSpPr>
        <p:spPr>
          <a:xfrm>
            <a:off x="35875" y="3323588"/>
            <a:ext cx="2865600" cy="11538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D. Flow throughput</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500K to 3M ops/sec</a:t>
            </a:r>
          </a:p>
          <a:p>
            <a:pPr indent="-285404" lvl="0" marL="285404" marR="0" rtl="0" algn="l">
              <a:spcBef>
                <a:spcPts val="0"/>
              </a:spcBef>
              <a:buClr>
                <a:schemeClr val="dk1"/>
              </a:buClr>
              <a:buSzPct val="100000"/>
              <a:buFont typeface="Arial"/>
              <a:buChar char="•"/>
            </a:pPr>
            <a:r>
              <a:rPr lang="en" sz="1600"/>
              <a:t>Improves with number of instances </a:t>
            </a:r>
          </a:p>
          <a:p>
            <a:pPr indent="0" lvl="0" marL="0" marR="0" rtl="0" algn="l">
              <a:spcBef>
                <a:spcPts val="0"/>
              </a:spcBef>
              <a:buNone/>
            </a:pPr>
            <a:r>
              <a:t/>
            </a:r>
            <a:endParaRPr sz="1400">
              <a:solidFill>
                <a:srgbClr val="000000"/>
              </a:solidFill>
              <a:latin typeface="Arial"/>
              <a:ea typeface="Arial"/>
              <a:cs typeface="Arial"/>
              <a:sym typeface="Arial"/>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1000"/>
                                        <p:tgtEl>
                                          <p:spTgt spid="827"/>
                                        </p:tgtEl>
                                      </p:cBhvr>
                                    </p:animEffect>
                                  </p:childTnLst>
                                </p:cTn>
                              </p:par>
                              <p:par>
                                <p:cTn fill="hold" nodeType="with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1000"/>
                                        <p:tgtEl>
                                          <p:spTgt spid="832"/>
                                        </p:tgtEl>
                                      </p:cBhvr>
                                    </p:animEffect>
                                  </p:childTnLst>
                                </p:cTn>
                              </p:par>
                              <p:par>
                                <p:cTn fill="hold" nodeType="with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gtEl>
                                        <p:attrNameLst>
                                          <p:attrName>style.visibility</p:attrName>
                                        </p:attrNameLst>
                                      </p:cBhvr>
                                      <p:to>
                                        <p:strVal val="visible"/>
                                      </p:to>
                                    </p:set>
                                    <p:animEffect filter="fade" transition="in">
                                      <p:cBhvr>
                                        <p:cTn dur="1000"/>
                                        <p:tgtEl>
                                          <p:spTgt spid="833"/>
                                        </p:tgtEl>
                                      </p:cBhvr>
                                    </p:animEffect>
                                  </p:childTnLst>
                                </p:cTn>
                              </p:par>
                              <p:par>
                                <p:cTn fill="hold" nodeType="with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1000"/>
                                        <p:tgtEl>
                                          <p:spTgt spid="837"/>
                                        </p:tgtEl>
                                      </p:cBhvr>
                                    </p:animEffect>
                                  </p:childTnLst>
                                </p:cTn>
                              </p:par>
                              <p:par>
                                <p:cTn fill="hold" nodeType="with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1000"/>
                                        <p:tgtEl>
                                          <p:spTgt spid="8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par>
                                <p:cTn fill="hold" nodeType="with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1000"/>
                                        <p:tgtEl>
                                          <p:spTgt spid="838"/>
                                        </p:tgtEl>
                                      </p:cBhvr>
                                    </p:animEffect>
                                  </p:childTnLst>
                                </p:cTn>
                              </p:par>
                              <p:par>
                                <p:cTn fill="hold" nodeType="with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10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1000"/>
                                        <p:tgtEl>
                                          <p:spTgt spid="835"/>
                                        </p:tgtEl>
                                      </p:cBhvr>
                                    </p:animEffect>
                                  </p:childTnLst>
                                </p:cTn>
                              </p:par>
                              <p:par>
                                <p:cTn fill="hold" nodeType="with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1000"/>
                                        <p:tgtEl>
                                          <p:spTgt spid="839"/>
                                        </p:tgtEl>
                                      </p:cBhvr>
                                    </p:animEffect>
                                  </p:childTnLst>
                                </p:cTn>
                              </p:par>
                              <p:par>
                                <p:cTn fill="hold" nodeType="with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1000"/>
                                        <p:tgtEl>
                                          <p:spTgt spid="8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43" name="Shape 843"/>
        <p:cNvGrpSpPr/>
        <p:nvPr/>
      </p:nvGrpSpPr>
      <p:grpSpPr>
        <a:xfrm>
          <a:off x="0" y="0"/>
          <a:ext cx="0" cy="0"/>
          <a:chOff x="0" y="0"/>
          <a:chExt cx="0" cy="0"/>
        </a:xfrm>
      </p:grpSpPr>
      <p:sp>
        <p:nvSpPr>
          <p:cNvPr id="844" name="Shape 844"/>
          <p:cNvSpPr txBox="1"/>
          <p:nvPr>
            <p:ph type="title"/>
          </p:nvPr>
        </p:nvSpPr>
        <p:spPr>
          <a:xfrm>
            <a:off x="121600" y="-228600"/>
            <a:ext cx="8485800" cy="857400"/>
          </a:xfrm>
          <a:prstGeom prst="rect">
            <a:avLst/>
          </a:prstGeom>
        </p:spPr>
        <p:txBody>
          <a:bodyPr anchorCtr="0" anchor="b" bIns="91425" lIns="91425" rIns="91425" tIns="91425">
            <a:noAutofit/>
          </a:bodyPr>
          <a:lstStyle/>
          <a:p>
            <a:pPr lvl="0">
              <a:spcBef>
                <a:spcPts val="0"/>
              </a:spcBef>
              <a:buNone/>
            </a:pPr>
            <a:r>
              <a:rPr lang="en" sz="3000"/>
              <a:t>ONOS Scalability &amp; Performance Leadership</a:t>
            </a:r>
          </a:p>
        </p:txBody>
      </p:sp>
      <p:sp>
        <p:nvSpPr>
          <p:cNvPr id="845" name="Shape 845"/>
          <p:cNvSpPr txBox="1"/>
          <p:nvPr>
            <p:ph idx="1" type="body"/>
          </p:nvPr>
        </p:nvSpPr>
        <p:spPr>
          <a:xfrm>
            <a:off x="162150" y="680100"/>
            <a:ext cx="8877300" cy="3919500"/>
          </a:xfrm>
          <a:prstGeom prst="rect">
            <a:avLst/>
          </a:prstGeom>
        </p:spPr>
        <p:txBody>
          <a:bodyPr anchorCtr="0" anchor="t" bIns="91425" lIns="91425" rIns="91425" tIns="91425">
            <a:noAutofit/>
          </a:bodyPr>
          <a:lstStyle/>
          <a:p>
            <a:pPr indent="-342900" lvl="0" marL="457200" rtl="0">
              <a:spcBef>
                <a:spcPts val="0"/>
              </a:spcBef>
              <a:buSzPct val="100000"/>
            </a:pPr>
            <a:r>
              <a:rPr lang="en" sz="1800"/>
              <a:t>Performance</a:t>
            </a:r>
          </a:p>
          <a:p>
            <a:pPr indent="-228600" lvl="1" marL="914400" rtl="0">
              <a:spcBef>
                <a:spcPts val="0"/>
              </a:spcBef>
            </a:pPr>
            <a:r>
              <a:rPr lang="en"/>
              <a:t>No regressions</a:t>
            </a:r>
          </a:p>
          <a:p>
            <a:pPr indent="-228600" lvl="1" marL="914400" rtl="0">
              <a:spcBef>
                <a:spcPts val="0"/>
              </a:spcBef>
            </a:pPr>
            <a:r>
              <a:rPr lang="en"/>
              <a:t>6+ times performance improvement in distributed ops</a:t>
            </a:r>
          </a:p>
          <a:p>
            <a:pPr indent="-228600" lvl="1" marL="914400" rtl="0">
              <a:spcBef>
                <a:spcPts val="0"/>
              </a:spcBef>
            </a:pPr>
            <a:r>
              <a:rPr lang="en"/>
              <a:t>Adaptive Flow Monitoring and selective DPI</a:t>
            </a:r>
          </a:p>
          <a:p>
            <a:pPr indent="-342900" lvl="0" marL="457200" marR="0" rtl="0" algn="l">
              <a:lnSpc>
                <a:spcPct val="100000"/>
              </a:lnSpc>
              <a:spcBef>
                <a:spcPts val="480"/>
              </a:spcBef>
              <a:spcAft>
                <a:spcPts val="0"/>
              </a:spcAft>
              <a:buClr>
                <a:schemeClr val="dk1"/>
              </a:buClr>
              <a:buSzPct val="100000"/>
              <a:buFont typeface="Arial"/>
            </a:pPr>
            <a:r>
              <a:rPr lang="en" sz="1800"/>
              <a:t>Scale</a:t>
            </a:r>
          </a:p>
          <a:p>
            <a:pPr indent="-228600" lvl="1" marL="914400" rtl="0">
              <a:spcBef>
                <a:spcPts val="0"/>
              </a:spcBef>
            </a:pPr>
            <a:r>
              <a:rPr lang="en"/>
              <a:t>A telecom provider testing 10s of thousands of switches, </a:t>
            </a:r>
            <a:r>
              <a:rPr i="1" lang="en"/>
              <a:t>per instance!</a:t>
            </a:r>
          </a:p>
          <a:p>
            <a:pPr indent="-342900" lvl="0" marL="457200" rtl="0">
              <a:spcBef>
                <a:spcPts val="0"/>
              </a:spcBef>
              <a:buSzPct val="100000"/>
            </a:pPr>
            <a:r>
              <a:rPr lang="en" sz="1800"/>
              <a:t>HA</a:t>
            </a:r>
          </a:p>
          <a:p>
            <a:pPr indent="-228600" lvl="1" marL="914400" rtl="0">
              <a:spcBef>
                <a:spcPts val="0"/>
              </a:spcBef>
            </a:pPr>
            <a:r>
              <a:rPr lang="en"/>
              <a:t>Chaos Monkey* added to extensive automated test env</a:t>
            </a:r>
          </a:p>
          <a:p>
            <a:pPr indent="-228600" lvl="1" marL="914400" rtl="0">
              <a:spcBef>
                <a:spcPts val="0"/>
              </a:spcBef>
            </a:pPr>
            <a:r>
              <a:rPr lang="en"/>
              <a:t>Accumulating months of production run time</a:t>
            </a:r>
          </a:p>
          <a:p>
            <a:pPr indent="-342900" lvl="0" marL="457200" rtl="0">
              <a:spcBef>
                <a:spcPts val="0"/>
              </a:spcBef>
              <a:buSzPct val="100000"/>
            </a:pPr>
            <a:r>
              <a:rPr lang="en" sz="1800"/>
              <a:t>Developer experience: 10x build performance</a:t>
            </a:r>
          </a:p>
          <a:p>
            <a:pPr lvl="0" rtl="0" algn="ctr">
              <a:spcBef>
                <a:spcPts val="0"/>
              </a:spcBef>
              <a:buNone/>
            </a:pPr>
            <a:r>
              <a:t/>
            </a:r>
            <a:endParaRPr sz="2000">
              <a:solidFill>
                <a:srgbClr val="980000"/>
              </a:solidFill>
            </a:endParaRPr>
          </a:p>
          <a:p>
            <a:pPr lvl="0" rtl="0" algn="ctr">
              <a:spcBef>
                <a:spcPts val="0"/>
              </a:spcBef>
              <a:buNone/>
            </a:pPr>
            <a:r>
              <a:rPr i="1" lang="en" sz="2000">
                <a:solidFill>
                  <a:srgbClr val="980000"/>
                </a:solidFill>
              </a:rPr>
              <a:t>ONOS continues to have undisputed leadership in scale, performance &amp; HA </a:t>
            </a:r>
            <a:r>
              <a:rPr lang="en" sz="2000">
                <a:solidFill>
                  <a:srgbClr val="980000"/>
                </a:solidFill>
              </a:rPr>
              <a:t> </a:t>
            </a:r>
          </a:p>
          <a:p>
            <a:pPr lvl="0" rtl="0" algn="ctr">
              <a:spcBef>
                <a:spcPts val="0"/>
              </a:spcBef>
              <a:buNone/>
            </a:pPr>
            <a:r>
              <a:rPr lang="en" sz="2000">
                <a:solidFill>
                  <a:srgbClr val="980000"/>
                </a:solidFill>
              </a:rPr>
              <a:t>(No other controller even comes close to these results) </a:t>
            </a:r>
          </a:p>
        </p:txBody>
      </p:sp>
      <p:sp>
        <p:nvSpPr>
          <p:cNvPr id="846" name="Shape 846"/>
          <p:cNvSpPr txBox="1"/>
          <p:nvPr/>
        </p:nvSpPr>
        <p:spPr>
          <a:xfrm>
            <a:off x="156075" y="4750100"/>
            <a:ext cx="8758500" cy="462600"/>
          </a:xfrm>
          <a:prstGeom prst="rect">
            <a:avLst/>
          </a:prstGeom>
          <a:noFill/>
          <a:ln>
            <a:noFill/>
          </a:ln>
        </p:spPr>
        <p:txBody>
          <a:bodyPr anchorCtr="0" anchor="t" bIns="91425" lIns="91425" rIns="91425" tIns="91425">
            <a:noAutofit/>
          </a:bodyPr>
          <a:lstStyle/>
          <a:p>
            <a:pPr lvl="0">
              <a:spcBef>
                <a:spcPts val="0"/>
              </a:spcBef>
              <a:buNone/>
            </a:pPr>
            <a:r>
              <a:rPr lang="en" sz="1000"/>
              <a:t>*</a:t>
            </a:r>
            <a:r>
              <a:rPr lang="en" sz="1000"/>
              <a:t>Netflix/AWS: https://github.com/Netflix/SimianArmy/wiki/Chaos-Monkey</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50" name="Shape 850"/>
        <p:cNvGrpSpPr/>
        <p:nvPr/>
      </p:nvGrpSpPr>
      <p:grpSpPr>
        <a:xfrm>
          <a:off x="0" y="0"/>
          <a:ext cx="0" cy="0"/>
          <a:chOff x="0" y="0"/>
          <a:chExt cx="0" cy="0"/>
        </a:xfrm>
      </p:grpSpPr>
      <p:sp>
        <p:nvSpPr>
          <p:cNvPr id="851" name="Shape 851"/>
          <p:cNvSpPr txBox="1"/>
          <p:nvPr>
            <p:ph type="title"/>
          </p:nvPr>
        </p:nvSpPr>
        <p:spPr>
          <a:xfrm>
            <a:off x="377775" y="76203"/>
            <a:ext cx="8229600" cy="857400"/>
          </a:xfrm>
          <a:prstGeom prst="rect">
            <a:avLst/>
          </a:prstGeom>
        </p:spPr>
        <p:txBody>
          <a:bodyPr anchorCtr="0" anchor="b" bIns="91425" lIns="91425" rIns="91425" tIns="91425">
            <a:noAutofit/>
          </a:bodyPr>
          <a:lstStyle/>
          <a:p>
            <a:pPr lvl="0">
              <a:spcBef>
                <a:spcPts val="0"/>
              </a:spcBef>
              <a:buNone/>
            </a:pPr>
            <a:r>
              <a:rPr lang="en"/>
              <a:t>For additional information</a:t>
            </a:r>
          </a:p>
        </p:txBody>
      </p:sp>
      <p:sp>
        <p:nvSpPr>
          <p:cNvPr id="852" name="Shape 852"/>
          <p:cNvSpPr txBox="1"/>
          <p:nvPr>
            <p:ph idx="1" type="body"/>
          </p:nvPr>
        </p:nvSpPr>
        <p:spPr>
          <a:xfrm>
            <a:off x="457200" y="1519149"/>
            <a:ext cx="8229600" cy="3221700"/>
          </a:xfrm>
          <a:prstGeom prst="rect">
            <a:avLst/>
          </a:prstGeom>
        </p:spPr>
        <p:txBody>
          <a:bodyPr anchorCtr="0" anchor="t" bIns="91425" lIns="91425" rIns="91425" tIns="91425">
            <a:noAutofit/>
          </a:bodyPr>
          <a:lstStyle/>
          <a:p>
            <a:pPr lvl="0">
              <a:spcBef>
                <a:spcPts val="0"/>
              </a:spcBef>
              <a:buNone/>
            </a:pPr>
            <a:r>
              <a:rPr lang="en"/>
              <a:t>Original Whitepaper</a:t>
            </a:r>
          </a:p>
          <a:p>
            <a:pPr lvl="0">
              <a:spcBef>
                <a:spcPts val="0"/>
              </a:spcBef>
              <a:buNone/>
            </a:pPr>
            <a:r>
              <a:rPr lang="en" sz="1200" u="sng">
                <a:solidFill>
                  <a:schemeClr val="hlink"/>
                </a:solidFill>
                <a:hlinkClick r:id="rId3"/>
              </a:rPr>
              <a:t>http://onosproject.org/wp-content/uploads/2014/11/Whitepaper-ONOSBlackbirdperformance-generalaudience-Apr-7.pdf</a:t>
            </a:r>
          </a:p>
          <a:p>
            <a:pPr lvl="0">
              <a:spcBef>
                <a:spcPts val="0"/>
              </a:spcBef>
              <a:buNone/>
            </a:pPr>
            <a:r>
              <a:t/>
            </a:r>
            <a:endParaRPr sz="1200"/>
          </a:p>
          <a:p>
            <a:pPr lvl="0">
              <a:spcBef>
                <a:spcPts val="0"/>
              </a:spcBef>
              <a:buNone/>
            </a:pPr>
            <a:r>
              <a:rPr lang="en"/>
              <a:t>Blog correcting ODL claims</a:t>
            </a:r>
          </a:p>
          <a:p>
            <a:pPr lvl="0">
              <a:spcBef>
                <a:spcPts val="0"/>
              </a:spcBef>
              <a:buNone/>
            </a:pPr>
            <a:r>
              <a:rPr lang="en" sz="1200" u="sng">
                <a:solidFill>
                  <a:schemeClr val="hlink"/>
                </a:solidFill>
                <a:hlinkClick r:id="rId4"/>
              </a:rPr>
              <a:t>http://onosproject.org/2016/05/20/opendaylight-onos-performance-white-paper/</a:t>
            </a:r>
          </a:p>
          <a:p>
            <a:pPr lvl="0">
              <a:spcBef>
                <a:spcPts val="0"/>
              </a:spcBef>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57" name="Shape 857"/>
        <p:cNvGrpSpPr/>
        <p:nvPr/>
      </p:nvGrpSpPr>
      <p:grpSpPr>
        <a:xfrm>
          <a:off x="0" y="0"/>
          <a:ext cx="0" cy="0"/>
          <a:chOff x="0" y="0"/>
          <a:chExt cx="0" cy="0"/>
        </a:xfrm>
      </p:grpSpPr>
      <p:sp>
        <p:nvSpPr>
          <p:cNvPr id="858" name="Shape 858"/>
          <p:cNvSpPr txBox="1"/>
          <p:nvPr>
            <p:ph type="title"/>
          </p:nvPr>
        </p:nvSpPr>
        <p:spPr>
          <a:xfrm>
            <a:off x="457200" y="-38906"/>
            <a:ext cx="8229600" cy="857249"/>
          </a:xfrm>
          <a:prstGeom prst="rect">
            <a:avLst/>
          </a:prstGeom>
          <a:noFill/>
          <a:ln>
            <a:noFill/>
          </a:ln>
        </p:spPr>
        <p:txBody>
          <a:bodyPr anchorCtr="0" anchor="ctr" bIns="40800" lIns="81625" rIns="81625" tIns="40800">
            <a:noAutofit/>
          </a:bodyPr>
          <a:lstStyle/>
          <a:p>
            <a:pPr indent="0" lvl="0" marL="0" marR="0" rtl="0" algn="ctr">
              <a:spcBef>
                <a:spcPts val="0"/>
              </a:spcBef>
              <a:buClr>
                <a:srgbClr val="BC1C28"/>
              </a:buClr>
              <a:buSzPct val="25000"/>
              <a:buFont typeface="Calibri"/>
              <a:buNone/>
            </a:pPr>
            <a:r>
              <a:rPr b="0" i="0" lang="en" sz="3900" u="none" cap="none" strike="noStrike">
                <a:solidFill>
                  <a:srgbClr val="BC1C28"/>
                </a:solidFill>
                <a:latin typeface="Calibri"/>
                <a:ea typeface="Calibri"/>
                <a:cs typeface="Calibri"/>
                <a:sym typeface="Calibri"/>
              </a:rPr>
              <a:t>Incremental </a:t>
            </a:r>
            <a:r>
              <a:rPr lang="en">
                <a:solidFill>
                  <a:srgbClr val="BC1C28"/>
                </a:solidFill>
              </a:rPr>
              <a:t>and</a:t>
            </a:r>
            <a:r>
              <a:rPr b="0" i="0" lang="en" sz="3900" u="none" cap="none" strike="noStrike">
                <a:solidFill>
                  <a:srgbClr val="BC1C28"/>
                </a:solidFill>
                <a:latin typeface="Calibri"/>
                <a:ea typeface="Calibri"/>
                <a:cs typeface="Calibri"/>
                <a:sym typeface="Calibri"/>
              </a:rPr>
              <a:t> Disruptive SDN</a:t>
            </a:r>
          </a:p>
        </p:txBody>
      </p:sp>
      <p:sp>
        <p:nvSpPr>
          <p:cNvPr id="859" name="Shape 859"/>
          <p:cNvSpPr txBox="1"/>
          <p:nvPr>
            <p:ph idx="1" type="body"/>
          </p:nvPr>
        </p:nvSpPr>
        <p:spPr>
          <a:xfrm>
            <a:off x="193249" y="3902075"/>
            <a:ext cx="4300800" cy="1194000"/>
          </a:xfrm>
          <a:prstGeom prst="rect">
            <a:avLst/>
          </a:prstGeom>
          <a:noFill/>
          <a:ln>
            <a:noFill/>
          </a:ln>
        </p:spPr>
        <p:txBody>
          <a:bodyPr anchorCtr="0" anchor="t" bIns="40800" lIns="81625" rIns="81625" tIns="40800">
            <a:noAutofit/>
          </a:bodyPr>
          <a:lstStyle/>
          <a:p>
            <a:pPr indent="0" lvl="0" marL="0" marR="0" rtl="0" algn="ctr">
              <a:spcBef>
                <a:spcPts val="0"/>
              </a:spcBef>
              <a:spcAft>
                <a:spcPts val="0"/>
              </a:spcAft>
              <a:buClr>
                <a:srgbClr val="C0504D"/>
              </a:buClr>
              <a:buSzPct val="25000"/>
              <a:buFont typeface="Arial"/>
              <a:buNone/>
            </a:pPr>
            <a:r>
              <a:rPr b="0" i="0" lang="en" sz="2200" u="none" cap="none" strike="noStrike">
                <a:solidFill>
                  <a:srgbClr val="C0504D"/>
                </a:solidFill>
                <a:latin typeface="Calibri"/>
                <a:ea typeface="Calibri"/>
                <a:cs typeface="Calibri"/>
                <a:sym typeface="Calibri"/>
              </a:rPr>
              <a:t>Incremental SDN</a:t>
            </a:r>
          </a:p>
          <a:p>
            <a:pPr indent="0" lvl="0" marL="0" marR="0" rtl="0" algn="ctr">
              <a:spcBef>
                <a:spcPts val="440"/>
              </a:spcBef>
              <a:buClr>
                <a:schemeClr val="dk1"/>
              </a:buClr>
              <a:buSzPct val="25000"/>
              <a:buFont typeface="Arial"/>
              <a:buNone/>
            </a:pPr>
            <a:r>
              <a:rPr b="0" i="0" lang="en" sz="2200" u="none" cap="none" strike="noStrike">
                <a:solidFill>
                  <a:schemeClr val="dk1"/>
                </a:solidFill>
                <a:latin typeface="Calibri"/>
                <a:ea typeface="Calibri"/>
                <a:cs typeface="Calibri"/>
                <a:sym typeface="Calibri"/>
              </a:rPr>
              <a:t>Good for short term</a:t>
            </a:r>
            <a:br>
              <a:rPr b="0" i="0" lang="en" sz="2200" u="none" cap="none" strike="noStrike">
                <a:solidFill>
                  <a:schemeClr val="dk1"/>
                </a:solidFill>
                <a:latin typeface="Calibri"/>
                <a:ea typeface="Calibri"/>
                <a:cs typeface="Calibri"/>
                <a:sym typeface="Calibri"/>
              </a:rPr>
            </a:br>
            <a:r>
              <a:rPr b="0" i="0" lang="en" sz="2200" u="none" cap="none" strike="noStrike">
                <a:solidFill>
                  <a:schemeClr val="dk1"/>
                </a:solidFill>
                <a:latin typeface="Calibri"/>
                <a:ea typeface="Calibri"/>
                <a:cs typeface="Calibri"/>
                <a:sym typeface="Calibri"/>
              </a:rPr>
              <a:t> </a:t>
            </a:r>
            <a:r>
              <a:rPr lang="en" sz="2200"/>
              <a:t>Automation of legacy device config</a:t>
            </a:r>
          </a:p>
        </p:txBody>
      </p:sp>
      <p:pic>
        <p:nvPicPr>
          <p:cNvPr id="860" name="Shape 860"/>
          <p:cNvPicPr preferRelativeResize="0"/>
          <p:nvPr/>
        </p:nvPicPr>
        <p:blipFill rotWithShape="1">
          <a:blip r:embed="rId3">
            <a:alphaModFix/>
          </a:blip>
          <a:srcRect b="0" l="0" r="0" t="2084"/>
          <a:stretch/>
        </p:blipFill>
        <p:spPr>
          <a:xfrm>
            <a:off x="126247" y="2056640"/>
            <a:ext cx="1361300" cy="1628118"/>
          </a:xfrm>
          <a:prstGeom prst="rect">
            <a:avLst/>
          </a:prstGeom>
          <a:noFill/>
          <a:ln>
            <a:noFill/>
          </a:ln>
        </p:spPr>
      </p:pic>
      <p:grpSp>
        <p:nvGrpSpPr>
          <p:cNvPr id="861" name="Shape 861"/>
          <p:cNvGrpSpPr/>
          <p:nvPr/>
        </p:nvGrpSpPr>
        <p:grpSpPr>
          <a:xfrm>
            <a:off x="253878" y="944312"/>
            <a:ext cx="2980776" cy="1650481"/>
            <a:chOff x="237587" y="1259079"/>
            <a:chExt cx="2980776" cy="2200641"/>
          </a:xfrm>
        </p:grpSpPr>
        <p:sp>
          <p:nvSpPr>
            <p:cNvPr id="862" name="Shape 862"/>
            <p:cNvSpPr/>
            <p:nvPr/>
          </p:nvSpPr>
          <p:spPr>
            <a:xfrm>
              <a:off x="298363" y="1660918"/>
              <a:ext cx="2920000" cy="464518"/>
            </a:xfrm>
            <a:prstGeom prst="roundRect">
              <a:avLst>
                <a:gd fmla="val 16667" name="adj"/>
              </a:avLst>
            </a:prstGeom>
            <a:solidFill>
              <a:schemeClr val="dk2"/>
            </a:solidFill>
            <a:ln>
              <a:noFill/>
            </a:ln>
          </p:spPr>
          <p:txBody>
            <a:bodyPr anchorCtr="0" anchor="ctr" bIns="45700" lIns="91425" rIns="91425" tIns="45700">
              <a:noAutofit/>
            </a:bodyPr>
            <a:lstStyle/>
            <a:p>
              <a:pPr indent="0" lvl="0" marL="0" marR="0" rtl="0" algn="ctr">
                <a:spcBef>
                  <a:spcPts val="0"/>
                </a:spcBef>
                <a:spcAft>
                  <a:spcPts val="0"/>
                </a:spcAft>
                <a:buSzPct val="25000"/>
                <a:buNone/>
              </a:pPr>
              <a:r>
                <a:rPr lang="en" sz="1800">
                  <a:solidFill>
                    <a:srgbClr val="FFFFFF"/>
                  </a:solidFill>
                  <a:latin typeface="Calibri"/>
                  <a:ea typeface="Calibri"/>
                  <a:cs typeface="Calibri"/>
                  <a:sym typeface="Calibri"/>
                </a:rPr>
                <a:t>Controller</a:t>
              </a:r>
            </a:p>
          </p:txBody>
        </p:sp>
        <p:sp>
          <p:nvSpPr>
            <p:cNvPr id="863" name="Shape 863"/>
            <p:cNvSpPr/>
            <p:nvPr/>
          </p:nvSpPr>
          <p:spPr>
            <a:xfrm>
              <a:off x="933274" y="2156191"/>
              <a:ext cx="1579406" cy="440648"/>
            </a:xfrm>
            <a:prstGeom prst="roundRect">
              <a:avLst>
                <a:gd fmla="val 16667" name="adj"/>
              </a:avLst>
            </a:prstGeom>
            <a:solidFill>
              <a:srgbClr val="0F243E"/>
            </a:solidFill>
            <a:ln cap="flat" cmpd="sng" w="9525">
              <a:solidFill>
                <a:srgbClr val="BD4B48"/>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SzPct val="25000"/>
                <a:buNone/>
              </a:pPr>
              <a:r>
                <a:rPr lang="en" sz="1600">
                  <a:solidFill>
                    <a:schemeClr val="lt1"/>
                  </a:solidFill>
                  <a:latin typeface="Calibri"/>
                  <a:ea typeface="Calibri"/>
                  <a:cs typeface="Calibri"/>
                  <a:sym typeface="Calibri"/>
                </a:rPr>
                <a:t>NetConf/Yang</a:t>
              </a:r>
            </a:p>
          </p:txBody>
        </p:sp>
        <p:sp>
          <p:nvSpPr>
            <p:cNvPr id="864" name="Shape 864"/>
            <p:cNvSpPr/>
            <p:nvPr/>
          </p:nvSpPr>
          <p:spPr>
            <a:xfrm>
              <a:off x="237587" y="3225351"/>
              <a:ext cx="447661" cy="219731"/>
            </a:xfrm>
            <a:prstGeom prst="roundRect">
              <a:avLst>
                <a:gd fmla="val 16667" name="adj"/>
              </a:avLst>
            </a:prstGeom>
            <a:solidFill>
              <a:srgbClr val="0F243E"/>
            </a:solidFill>
            <a:ln cap="flat" cmpd="sng" w="9525">
              <a:solidFill>
                <a:srgbClr val="BD4B48"/>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2000">
                <a:solidFill>
                  <a:schemeClr val="lt1"/>
                </a:solidFill>
                <a:latin typeface="Calibri"/>
                <a:ea typeface="Calibri"/>
                <a:cs typeface="Calibri"/>
                <a:sym typeface="Calibri"/>
              </a:endParaRPr>
            </a:p>
          </p:txBody>
        </p:sp>
        <p:sp>
          <p:nvSpPr>
            <p:cNvPr id="865" name="Shape 865"/>
            <p:cNvSpPr/>
            <p:nvPr/>
          </p:nvSpPr>
          <p:spPr>
            <a:xfrm>
              <a:off x="830854" y="3239989"/>
              <a:ext cx="447661" cy="219731"/>
            </a:xfrm>
            <a:prstGeom prst="roundRect">
              <a:avLst>
                <a:gd fmla="val 16667" name="adj"/>
              </a:avLst>
            </a:prstGeom>
            <a:solidFill>
              <a:srgbClr val="205867"/>
            </a:solidFill>
            <a:ln cap="flat" cmpd="sng" w="9525">
              <a:solidFill>
                <a:srgbClr val="BD4B48"/>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2000">
                <a:solidFill>
                  <a:schemeClr val="lt1"/>
                </a:solidFill>
                <a:latin typeface="Calibri"/>
                <a:ea typeface="Calibri"/>
                <a:cs typeface="Calibri"/>
                <a:sym typeface="Calibri"/>
              </a:endParaRPr>
            </a:p>
          </p:txBody>
        </p:sp>
        <p:sp>
          <p:nvSpPr>
            <p:cNvPr id="866" name="Shape 866"/>
            <p:cNvSpPr/>
            <p:nvPr/>
          </p:nvSpPr>
          <p:spPr>
            <a:xfrm>
              <a:off x="298363" y="1259079"/>
              <a:ext cx="2920000" cy="353318"/>
            </a:xfrm>
            <a:prstGeom prst="roundRect">
              <a:avLst>
                <a:gd fmla="val 16667" name="adj"/>
              </a:avLst>
            </a:prstGeom>
            <a:gradFill>
              <a:gsLst>
                <a:gs pos="0">
                  <a:srgbClr val="FF932B"/>
                </a:gs>
                <a:gs pos="100000">
                  <a:srgbClr val="FFB673"/>
                </a:gs>
              </a:gsLst>
              <a:lin ang="16200000" scaled="0"/>
            </a:gradFill>
            <a:ln cap="flat" cmpd="sng" w="9525">
              <a:solidFill>
                <a:srgbClr val="F5913F"/>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spcAft>
                  <a:spcPts val="0"/>
                </a:spcAft>
                <a:buSzPct val="25000"/>
                <a:buNone/>
              </a:pPr>
              <a:r>
                <a:rPr lang="en" sz="1600">
                  <a:solidFill>
                    <a:srgbClr val="FFFFFF"/>
                  </a:solidFill>
                  <a:latin typeface="Calibri"/>
                  <a:ea typeface="Calibri"/>
                  <a:cs typeface="Calibri"/>
                  <a:sym typeface="Calibri"/>
                </a:rPr>
                <a:t>Config/Management: Yang</a:t>
              </a:r>
            </a:p>
          </p:txBody>
        </p:sp>
      </p:grpSp>
      <p:sp>
        <p:nvSpPr>
          <p:cNvPr id="867" name="Shape 867"/>
          <p:cNvSpPr txBox="1"/>
          <p:nvPr/>
        </p:nvSpPr>
        <p:spPr>
          <a:xfrm>
            <a:off x="183771" y="2642526"/>
            <a:ext cx="1227364" cy="581697"/>
          </a:xfrm>
          <a:prstGeom prst="rect">
            <a:avLst/>
          </a:prstGeom>
          <a:solidFill>
            <a:schemeClr val="lt1"/>
          </a:solidFill>
          <a:ln>
            <a:noFill/>
          </a:ln>
        </p:spPr>
        <p:txBody>
          <a:bodyPr anchorCtr="0" anchor="t" bIns="45700" lIns="91425" rIns="91425" tIns="45700">
            <a:noAutofit/>
          </a:bodyPr>
          <a:lstStyle/>
          <a:p>
            <a:pPr indent="0" lvl="0" marL="0" marR="0" rtl="0" algn="ctr">
              <a:spcBef>
                <a:spcPts val="0"/>
              </a:spcBef>
              <a:buSzPct val="25000"/>
              <a:buNone/>
            </a:pPr>
            <a:r>
              <a:rPr lang="en" sz="1800">
                <a:solidFill>
                  <a:schemeClr val="dk1"/>
                </a:solidFill>
                <a:latin typeface="Calibri"/>
                <a:ea typeface="Calibri"/>
                <a:cs typeface="Calibri"/>
                <a:sym typeface="Calibri"/>
              </a:rPr>
              <a:t>Distributed Control</a:t>
            </a:r>
          </a:p>
        </p:txBody>
      </p:sp>
      <p:sp>
        <p:nvSpPr>
          <p:cNvPr id="868" name="Shape 868"/>
          <p:cNvSpPr txBox="1"/>
          <p:nvPr/>
        </p:nvSpPr>
        <p:spPr>
          <a:xfrm>
            <a:off x="5260639" y="3902062"/>
            <a:ext cx="3757966" cy="1193952"/>
          </a:xfrm>
          <a:prstGeom prst="rect">
            <a:avLst/>
          </a:prstGeom>
          <a:noFill/>
          <a:ln>
            <a:noFill/>
          </a:ln>
        </p:spPr>
        <p:txBody>
          <a:bodyPr anchorCtr="0" anchor="t" bIns="45700" lIns="91425" rIns="91425" tIns="45700">
            <a:noAutofit/>
          </a:bodyPr>
          <a:lstStyle/>
          <a:p>
            <a:pPr indent="0" lvl="0" marL="0" marR="0" rtl="0" algn="ctr">
              <a:spcBef>
                <a:spcPts val="0"/>
              </a:spcBef>
              <a:spcAft>
                <a:spcPts val="0"/>
              </a:spcAft>
              <a:buClr>
                <a:srgbClr val="C0504D"/>
              </a:buClr>
              <a:buSzPct val="25000"/>
              <a:buFont typeface="Arial"/>
              <a:buNone/>
            </a:pPr>
            <a:r>
              <a:rPr lang="en" sz="2200">
                <a:solidFill>
                  <a:srgbClr val="C0504D"/>
                </a:solidFill>
                <a:latin typeface="Calibri"/>
                <a:ea typeface="Calibri"/>
                <a:cs typeface="Calibri"/>
                <a:sym typeface="Calibri"/>
              </a:rPr>
              <a:t>Disruptive SDN</a:t>
            </a:r>
          </a:p>
          <a:p>
            <a:pPr indent="0" lvl="0" marL="0" marR="0" rtl="0" algn="ctr">
              <a:spcBef>
                <a:spcPts val="440"/>
              </a:spcBef>
              <a:buClr>
                <a:schemeClr val="dk1"/>
              </a:buClr>
              <a:buSzPct val="25000"/>
              <a:buFont typeface="Arial"/>
              <a:buNone/>
            </a:pPr>
            <a:r>
              <a:rPr lang="en" sz="2200">
                <a:solidFill>
                  <a:schemeClr val="dk1"/>
                </a:solidFill>
                <a:latin typeface="Calibri"/>
                <a:ea typeface="Calibri"/>
                <a:cs typeface="Calibri"/>
                <a:sym typeface="Calibri"/>
              </a:rPr>
              <a:t>Offers disruptive value prop </a:t>
            </a:r>
            <a:br>
              <a:rPr lang="en" sz="2200">
                <a:solidFill>
                  <a:schemeClr val="dk1"/>
                </a:solidFill>
                <a:latin typeface="Calibri"/>
                <a:ea typeface="Calibri"/>
                <a:cs typeface="Calibri"/>
                <a:sym typeface="Calibri"/>
              </a:rPr>
            </a:br>
            <a:r>
              <a:rPr lang="en" sz="2200">
                <a:solidFill>
                  <a:schemeClr val="dk1"/>
                </a:solidFill>
                <a:latin typeface="Calibri"/>
                <a:ea typeface="Calibri"/>
                <a:cs typeface="Calibri"/>
                <a:sym typeface="Calibri"/>
              </a:rPr>
              <a:t>for the longer term</a:t>
            </a:r>
          </a:p>
        </p:txBody>
      </p:sp>
      <p:grpSp>
        <p:nvGrpSpPr>
          <p:cNvPr id="869" name="Shape 869"/>
          <p:cNvGrpSpPr/>
          <p:nvPr/>
        </p:nvGrpSpPr>
        <p:grpSpPr>
          <a:xfrm>
            <a:off x="5280411" y="954124"/>
            <a:ext cx="3718424" cy="2564021"/>
            <a:chOff x="5384091" y="954120"/>
            <a:chExt cx="3718424" cy="2564021"/>
          </a:xfrm>
        </p:grpSpPr>
        <p:sp>
          <p:nvSpPr>
            <p:cNvPr id="870" name="Shape 870"/>
            <p:cNvSpPr/>
            <p:nvPr/>
          </p:nvSpPr>
          <p:spPr>
            <a:xfrm>
              <a:off x="5384091" y="954120"/>
              <a:ext cx="3693648" cy="1428360"/>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spcBef>
                  <a:spcPts val="0"/>
                </a:spcBef>
                <a:buNone/>
              </a:pPr>
              <a:r>
                <a:t/>
              </a:r>
              <a:endParaRPr sz="1800">
                <a:solidFill>
                  <a:schemeClr val="dk1"/>
                </a:solidFill>
                <a:latin typeface="Calibri"/>
                <a:ea typeface="Calibri"/>
                <a:cs typeface="Calibri"/>
                <a:sym typeface="Calibri"/>
              </a:endParaRPr>
            </a:p>
          </p:txBody>
        </p:sp>
        <p:sp>
          <p:nvSpPr>
            <p:cNvPr id="871" name="Shape 871"/>
            <p:cNvSpPr/>
            <p:nvPr/>
          </p:nvSpPr>
          <p:spPr>
            <a:xfrm>
              <a:off x="6539007" y="2037034"/>
              <a:ext cx="1599214" cy="285747"/>
            </a:xfrm>
            <a:prstGeom prst="rect">
              <a:avLst/>
            </a:prstGeom>
            <a:solidFill>
              <a:srgbClr val="990000"/>
            </a:solidFill>
            <a:ln>
              <a:noFill/>
            </a:ln>
          </p:spPr>
          <p:txBody>
            <a:bodyPr anchorCtr="0" anchor="ctr" bIns="91400" lIns="91400" rIns="91400" tIns="91400">
              <a:noAutofit/>
            </a:bodyPr>
            <a:lstStyle/>
            <a:p>
              <a:pPr indent="0" lvl="0" marL="0" marR="0" rtl="0" algn="ctr">
                <a:spcBef>
                  <a:spcPts val="0"/>
                </a:spcBef>
                <a:buSzPct val="25000"/>
                <a:buNone/>
              </a:pPr>
              <a:r>
                <a:rPr lang="en" sz="1600">
                  <a:solidFill>
                    <a:srgbClr val="EFEFEF"/>
                  </a:solidFill>
                  <a:latin typeface="Calibri"/>
                  <a:ea typeface="Calibri"/>
                  <a:cs typeface="Calibri"/>
                  <a:sym typeface="Calibri"/>
                </a:rPr>
                <a:t>OpenFlow/P4</a:t>
              </a:r>
            </a:p>
          </p:txBody>
        </p:sp>
        <p:sp>
          <p:nvSpPr>
            <p:cNvPr id="872" name="Shape 872"/>
            <p:cNvSpPr/>
            <p:nvPr/>
          </p:nvSpPr>
          <p:spPr>
            <a:xfrm>
              <a:off x="5405644" y="1052707"/>
              <a:ext cx="3611961" cy="376200"/>
            </a:xfrm>
            <a:prstGeom prst="rect">
              <a:avLst/>
            </a:prstGeom>
            <a:solidFill>
              <a:srgbClr val="1155CC"/>
            </a:solidFill>
            <a:ln>
              <a:noFill/>
            </a:ln>
          </p:spPr>
          <p:txBody>
            <a:bodyPr anchorCtr="0" anchor="ctr" bIns="91400" lIns="91400" rIns="91400" tIns="91400">
              <a:noAutofit/>
            </a:bodyPr>
            <a:lstStyle/>
            <a:p>
              <a:pPr indent="0" lvl="0" marL="0" marR="0" rtl="0" algn="ctr">
                <a:spcBef>
                  <a:spcPts val="0"/>
                </a:spcBef>
                <a:buSzPct val="25000"/>
                <a:buNone/>
              </a:pPr>
              <a:r>
                <a:rPr lang="en" sz="1800">
                  <a:solidFill>
                    <a:srgbClr val="FFFFFF"/>
                  </a:solidFill>
                  <a:latin typeface="Calibri"/>
                  <a:ea typeface="Calibri"/>
                  <a:cs typeface="Calibri"/>
                  <a:sym typeface="Calibri"/>
                </a:rPr>
                <a:t>Apps: Network Control</a:t>
              </a:r>
            </a:p>
          </p:txBody>
        </p:sp>
        <p:cxnSp>
          <p:nvCxnSpPr>
            <p:cNvPr id="873" name="Shape 873"/>
            <p:cNvCxnSpPr/>
            <p:nvPr/>
          </p:nvCxnSpPr>
          <p:spPr>
            <a:xfrm>
              <a:off x="6129642" y="2619616"/>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874" name="Shape 874"/>
            <p:cNvCxnSpPr/>
            <p:nvPr/>
          </p:nvCxnSpPr>
          <p:spPr>
            <a:xfrm flipH="1">
              <a:off x="8327990" y="2625516"/>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875" name="Shape 875"/>
            <p:cNvCxnSpPr/>
            <p:nvPr/>
          </p:nvCxnSpPr>
          <p:spPr>
            <a:xfrm rot="10800000">
              <a:off x="7346615" y="2872344"/>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876" name="Shape 876"/>
            <p:cNvCxnSpPr/>
            <p:nvPr/>
          </p:nvCxnSpPr>
          <p:spPr>
            <a:xfrm flipH="1" rot="10800000">
              <a:off x="6164917" y="2860640"/>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877" name="Shape 877"/>
            <p:cNvCxnSpPr/>
            <p:nvPr/>
          </p:nvCxnSpPr>
          <p:spPr>
            <a:xfrm flipH="1">
              <a:off x="7269966" y="2625518"/>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878" name="Shape 878"/>
            <p:cNvCxnSpPr/>
            <p:nvPr/>
          </p:nvCxnSpPr>
          <p:spPr>
            <a:xfrm>
              <a:off x="6253107" y="3254494"/>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879" name="Shape 879"/>
            <p:cNvPicPr preferRelativeResize="0"/>
            <p:nvPr/>
          </p:nvPicPr>
          <p:blipFill rotWithShape="1">
            <a:blip r:embed="rId4">
              <a:alphaModFix/>
            </a:blip>
            <a:srcRect b="0" l="0" r="0" t="0"/>
            <a:stretch/>
          </p:blipFill>
          <p:spPr>
            <a:xfrm>
              <a:off x="8333043" y="2426342"/>
              <a:ext cx="769472" cy="482199"/>
            </a:xfrm>
            <a:prstGeom prst="rect">
              <a:avLst/>
            </a:prstGeom>
            <a:noFill/>
            <a:ln>
              <a:noFill/>
            </a:ln>
          </p:spPr>
        </p:pic>
        <p:pic>
          <p:nvPicPr>
            <p:cNvPr id="880" name="Shape 880"/>
            <p:cNvPicPr preferRelativeResize="0"/>
            <p:nvPr/>
          </p:nvPicPr>
          <p:blipFill rotWithShape="1">
            <a:blip r:embed="rId4">
              <a:alphaModFix/>
            </a:blip>
            <a:srcRect b="0" l="0" r="0" t="0"/>
            <a:stretch/>
          </p:blipFill>
          <p:spPr>
            <a:xfrm>
              <a:off x="7952043" y="3035942"/>
              <a:ext cx="769472" cy="482199"/>
            </a:xfrm>
            <a:prstGeom prst="rect">
              <a:avLst/>
            </a:prstGeom>
            <a:noFill/>
            <a:ln>
              <a:noFill/>
            </a:ln>
          </p:spPr>
        </p:pic>
        <p:pic>
          <p:nvPicPr>
            <p:cNvPr id="881" name="Shape 881"/>
            <p:cNvPicPr preferRelativeResize="0"/>
            <p:nvPr/>
          </p:nvPicPr>
          <p:blipFill rotWithShape="1">
            <a:blip r:embed="rId4">
              <a:alphaModFix/>
            </a:blip>
            <a:srcRect b="0" l="0" r="0" t="0"/>
            <a:stretch/>
          </p:blipFill>
          <p:spPr>
            <a:xfrm>
              <a:off x="6961443" y="2654942"/>
              <a:ext cx="769472" cy="482199"/>
            </a:xfrm>
            <a:prstGeom prst="rect">
              <a:avLst/>
            </a:prstGeom>
            <a:noFill/>
            <a:ln>
              <a:noFill/>
            </a:ln>
          </p:spPr>
        </p:pic>
        <p:pic>
          <p:nvPicPr>
            <p:cNvPr id="882" name="Shape 882"/>
            <p:cNvPicPr preferRelativeResize="0"/>
            <p:nvPr/>
          </p:nvPicPr>
          <p:blipFill rotWithShape="1">
            <a:blip r:embed="rId4">
              <a:alphaModFix/>
            </a:blip>
            <a:srcRect b="0" l="0" r="0" t="0"/>
            <a:stretch/>
          </p:blipFill>
          <p:spPr>
            <a:xfrm>
              <a:off x="5742244" y="2426342"/>
              <a:ext cx="769472" cy="482199"/>
            </a:xfrm>
            <a:prstGeom prst="rect">
              <a:avLst/>
            </a:prstGeom>
            <a:noFill/>
            <a:ln>
              <a:noFill/>
            </a:ln>
          </p:spPr>
        </p:pic>
        <p:pic>
          <p:nvPicPr>
            <p:cNvPr id="883" name="Shape 883"/>
            <p:cNvPicPr preferRelativeResize="0"/>
            <p:nvPr/>
          </p:nvPicPr>
          <p:blipFill rotWithShape="1">
            <a:blip r:embed="rId4">
              <a:alphaModFix/>
            </a:blip>
            <a:srcRect b="0" l="0" r="0" t="0"/>
            <a:stretch/>
          </p:blipFill>
          <p:spPr>
            <a:xfrm>
              <a:off x="5818444" y="3035942"/>
              <a:ext cx="769472" cy="482199"/>
            </a:xfrm>
            <a:prstGeom prst="rect">
              <a:avLst/>
            </a:prstGeom>
            <a:noFill/>
            <a:ln>
              <a:noFill/>
            </a:ln>
          </p:spPr>
        </p:pic>
        <p:sp>
          <p:nvSpPr>
            <p:cNvPr id="884" name="Shape 884"/>
            <p:cNvSpPr/>
            <p:nvPr/>
          </p:nvSpPr>
          <p:spPr>
            <a:xfrm>
              <a:off x="5403133" y="1514154"/>
              <a:ext cx="3606845" cy="452141"/>
            </a:xfrm>
            <a:prstGeom prst="rect">
              <a:avLst/>
            </a:prstGeom>
            <a:solidFill>
              <a:schemeClr val="accent2"/>
            </a:solidFill>
            <a:ln>
              <a:noFill/>
            </a:ln>
          </p:spPr>
          <p:txBody>
            <a:bodyPr anchorCtr="0" anchor="ctr" bIns="91400" lIns="91400" rIns="91400" tIns="91400">
              <a:noAutofit/>
            </a:bodyPr>
            <a:lstStyle/>
            <a:p>
              <a:pPr indent="0" lvl="0" marL="0" marR="0" rtl="0" algn="ctr">
                <a:spcBef>
                  <a:spcPts val="0"/>
                </a:spcBef>
                <a:buSzPct val="25000"/>
                <a:buNone/>
              </a:pPr>
              <a:r>
                <a:rPr lang="en" sz="1800">
                  <a:solidFill>
                    <a:srgbClr val="EFEFEF"/>
                  </a:solidFill>
                  <a:latin typeface="Calibri"/>
                  <a:ea typeface="Calibri"/>
                  <a:cs typeface="Calibri"/>
                  <a:sym typeface="Calibri"/>
                </a:rPr>
                <a:t>SDN OS: ONOS</a:t>
              </a:r>
            </a:p>
          </p:txBody>
        </p:sp>
        <p:grpSp>
          <p:nvGrpSpPr>
            <p:cNvPr id="885" name="Shape 885"/>
            <p:cNvGrpSpPr/>
            <p:nvPr/>
          </p:nvGrpSpPr>
          <p:grpSpPr>
            <a:xfrm>
              <a:off x="8155269" y="1234325"/>
              <a:ext cx="776937" cy="410440"/>
              <a:chOff x="5257800" y="3124200"/>
              <a:chExt cx="1158239" cy="547255"/>
            </a:xfrm>
          </p:grpSpPr>
          <p:sp>
            <p:nvSpPr>
              <p:cNvPr id="886" name="Shape 886"/>
              <p:cNvSpPr/>
              <p:nvPr/>
            </p:nvSpPr>
            <p:spPr>
              <a:xfrm>
                <a:off x="52578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887" name="Shape 887"/>
              <p:cNvSpPr/>
              <p:nvPr/>
            </p:nvSpPr>
            <p:spPr>
              <a:xfrm>
                <a:off x="5562600" y="3124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888" name="Shape 888"/>
              <p:cNvSpPr/>
              <p:nvPr/>
            </p:nvSpPr>
            <p:spPr>
              <a:xfrm>
                <a:off x="59436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889" name="Shape 889"/>
              <p:cNvSpPr/>
              <p:nvPr/>
            </p:nvSpPr>
            <p:spPr>
              <a:xfrm>
                <a:off x="6248400" y="32004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890" name="Shape 890"/>
              <p:cNvSpPr/>
              <p:nvPr/>
            </p:nvSpPr>
            <p:spPr>
              <a:xfrm>
                <a:off x="5638800" y="3505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cxnSp>
            <p:nvCxnSpPr>
              <p:cNvPr id="891" name="Shape 891"/>
              <p:cNvCxnSpPr>
                <a:stCxn id="886" idx="7"/>
                <a:endCxn id="887" idx="3"/>
              </p:cNvCxnSpPr>
              <p:nvPr/>
            </p:nvCxnSpPr>
            <p:spPr>
              <a:xfrm flipH="1" rot="10800000">
                <a:off x="5400889" y="3265847"/>
                <a:ext cx="1860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892" name="Shape 892"/>
              <p:cNvCxnSpPr>
                <a:stCxn id="890" idx="2"/>
                <a:endCxn id="886" idx="5"/>
              </p:cNvCxnSpPr>
              <p:nvPr/>
            </p:nvCxnSpPr>
            <p:spPr>
              <a:xfrm rot="10800000">
                <a:off x="5400900" y="3494727"/>
                <a:ext cx="2379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893" name="Shape 893"/>
              <p:cNvCxnSpPr>
                <a:stCxn id="888" idx="1"/>
                <a:endCxn id="887" idx="5"/>
              </p:cNvCxnSpPr>
              <p:nvPr/>
            </p:nvCxnSpPr>
            <p:spPr>
              <a:xfrm rot="10800000">
                <a:off x="5705650" y="3265847"/>
                <a:ext cx="2625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894" name="Shape 894"/>
              <p:cNvCxnSpPr>
                <a:stCxn id="890" idx="6"/>
                <a:endCxn id="888" idx="3"/>
              </p:cNvCxnSpPr>
              <p:nvPr/>
            </p:nvCxnSpPr>
            <p:spPr>
              <a:xfrm flipH="1" rot="10800000">
                <a:off x="5806439" y="3494727"/>
                <a:ext cx="1620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895" name="Shape 895"/>
              <p:cNvCxnSpPr>
                <a:stCxn id="888" idx="6"/>
                <a:endCxn id="889" idx="3"/>
              </p:cNvCxnSpPr>
              <p:nvPr/>
            </p:nvCxnSpPr>
            <p:spPr>
              <a:xfrm flipH="1" rot="10800000">
                <a:off x="6111239" y="3342327"/>
                <a:ext cx="162000" cy="93600"/>
              </a:xfrm>
              <a:prstGeom prst="straightConnector1">
                <a:avLst/>
              </a:prstGeom>
              <a:solidFill>
                <a:schemeClr val="lt1"/>
              </a:solidFill>
              <a:ln cap="flat" cmpd="sng" w="25400">
                <a:solidFill>
                  <a:srgbClr val="FF0000"/>
                </a:solidFill>
                <a:prstDash val="solid"/>
                <a:round/>
                <a:headEnd len="med" w="med" type="none"/>
                <a:tailEnd len="med" w="med" type="none"/>
              </a:ln>
            </p:spPr>
          </p:cxnSp>
        </p:grpSp>
      </p:grpSp>
      <p:sp>
        <p:nvSpPr>
          <p:cNvPr id="896" name="Shape 896"/>
          <p:cNvSpPr txBox="1"/>
          <p:nvPr/>
        </p:nvSpPr>
        <p:spPr>
          <a:xfrm>
            <a:off x="1376759" y="3541832"/>
            <a:ext cx="1973842" cy="332398"/>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lang="en" sz="1800">
                <a:solidFill>
                  <a:schemeClr val="dk1"/>
                </a:solidFill>
                <a:latin typeface="Calibri"/>
                <a:ea typeface="Calibri"/>
                <a:cs typeface="Calibri"/>
                <a:sym typeface="Calibri"/>
              </a:rPr>
              <a:t>Vendor Dominated</a:t>
            </a:r>
          </a:p>
        </p:txBody>
      </p:sp>
      <p:sp>
        <p:nvSpPr>
          <p:cNvPr id="897" name="Shape 897"/>
          <p:cNvSpPr txBox="1"/>
          <p:nvPr/>
        </p:nvSpPr>
        <p:spPr>
          <a:xfrm>
            <a:off x="5565280" y="3541832"/>
            <a:ext cx="3648617" cy="332398"/>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lang="en" sz="1800">
                <a:solidFill>
                  <a:schemeClr val="dk1"/>
                </a:solidFill>
                <a:latin typeface="Calibri"/>
                <a:ea typeface="Calibri"/>
                <a:cs typeface="Calibri"/>
                <a:sym typeface="Calibri"/>
              </a:rPr>
              <a:t>ON.Lab, Service Providers &amp; Partners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par>
                                <p:cTn fill="hold" nodeType="with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10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000"/>
                                        <p:tgtEl>
                                          <p:spTgt spid="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02" name="Shape 902"/>
        <p:cNvGrpSpPr/>
        <p:nvPr/>
      </p:nvGrpSpPr>
      <p:grpSpPr>
        <a:xfrm>
          <a:off x="0" y="0"/>
          <a:ext cx="0" cy="0"/>
          <a:chOff x="0" y="0"/>
          <a:chExt cx="0" cy="0"/>
        </a:xfrm>
      </p:grpSpPr>
      <p:sp>
        <p:nvSpPr>
          <p:cNvPr id="903" name="Shape 903"/>
          <p:cNvSpPr/>
          <p:nvPr/>
        </p:nvSpPr>
        <p:spPr>
          <a:xfrm>
            <a:off x="54125" y="112852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Architecture</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Scale, Performance, HA</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North &amp; South-Bound Abstractions</a:t>
            </a:r>
          </a:p>
        </p:txBody>
      </p:sp>
      <p:sp>
        <p:nvSpPr>
          <p:cNvPr id="904" name="Shape 904"/>
          <p:cNvSpPr txBox="1"/>
          <p:nvPr>
            <p:ph type="title"/>
          </p:nvPr>
        </p:nvSpPr>
        <p:spPr>
          <a:xfrm>
            <a:off x="43617" y="25275"/>
            <a:ext cx="8925230" cy="857250"/>
          </a:xfrm>
          <a:prstGeom prst="rect">
            <a:avLst/>
          </a:prstGeom>
          <a:noFill/>
          <a:ln>
            <a:noFill/>
          </a:ln>
        </p:spPr>
        <p:txBody>
          <a:bodyPr anchorCtr="0" anchor="ctr" bIns="45700" lIns="91425" rIns="91425" tIns="45700">
            <a:noAutofit/>
          </a:bodyPr>
          <a:lstStyle/>
          <a:p>
            <a:pPr indent="0" lvl="0" marL="0" marR="0" rtl="0" algn="ctr">
              <a:spcBef>
                <a:spcPts val="0"/>
              </a:spcBef>
              <a:buClr>
                <a:schemeClr val="accent1"/>
              </a:buClr>
              <a:buSzPct val="25000"/>
              <a:buFont typeface="Calibri"/>
              <a:buNone/>
            </a:pPr>
            <a:r>
              <a:rPr b="0" i="0" lang="en" sz="3240" u="none" cap="none" strike="noStrike">
                <a:solidFill>
                  <a:schemeClr val="accent1"/>
                </a:solidFill>
                <a:latin typeface="Calibri"/>
                <a:ea typeface="Calibri"/>
                <a:cs typeface="Calibri"/>
                <a:sym typeface="Calibri"/>
              </a:rPr>
              <a:t>ONOS Milestones &amp; Evolution: Quarterly Releases</a:t>
            </a:r>
          </a:p>
        </p:txBody>
      </p:sp>
      <p:sp>
        <p:nvSpPr>
          <p:cNvPr id="905" name="Shape 905"/>
          <p:cNvSpPr txBox="1"/>
          <p:nvPr/>
        </p:nvSpPr>
        <p:spPr>
          <a:xfrm>
            <a:off x="6958014" y="2518765"/>
            <a:ext cx="2223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Incremental SDN</a:t>
            </a:r>
          </a:p>
        </p:txBody>
      </p:sp>
      <p:sp>
        <p:nvSpPr>
          <p:cNvPr id="906" name="Shape 906"/>
          <p:cNvSpPr txBox="1"/>
          <p:nvPr/>
        </p:nvSpPr>
        <p:spPr>
          <a:xfrm>
            <a:off x="6958014" y="1293537"/>
            <a:ext cx="2018400" cy="400199"/>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Disruptive SDN</a:t>
            </a:r>
          </a:p>
        </p:txBody>
      </p:sp>
      <p:sp>
        <p:nvSpPr>
          <p:cNvPr id="907" name="Shape 907"/>
          <p:cNvSpPr txBox="1"/>
          <p:nvPr/>
        </p:nvSpPr>
        <p:spPr>
          <a:xfrm>
            <a:off x="6958014" y="3851900"/>
            <a:ext cx="2070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Micro-Services</a:t>
            </a:r>
          </a:p>
        </p:txBody>
      </p:sp>
      <p:sp>
        <p:nvSpPr>
          <p:cNvPr id="908" name="Shape 908"/>
          <p:cNvSpPr/>
          <p:nvPr/>
        </p:nvSpPr>
        <p:spPr>
          <a:xfrm>
            <a:off x="6706765" y="1373879"/>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09" name="Shape 909"/>
          <p:cNvSpPr/>
          <p:nvPr/>
        </p:nvSpPr>
        <p:spPr>
          <a:xfrm>
            <a:off x="6706765" y="2599107"/>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10" name="Shape 910"/>
          <p:cNvSpPr/>
          <p:nvPr/>
        </p:nvSpPr>
        <p:spPr>
          <a:xfrm>
            <a:off x="6706765" y="3932235"/>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11" name="Shape 911"/>
          <p:cNvSpPr txBox="1"/>
          <p:nvPr/>
        </p:nvSpPr>
        <p:spPr>
          <a:xfrm>
            <a:off x="167219" y="4705726"/>
            <a:ext cx="1391463" cy="369332"/>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 In progress</a:t>
            </a:r>
          </a:p>
        </p:txBody>
      </p:sp>
      <p:sp>
        <p:nvSpPr>
          <p:cNvPr id="912" name="Shape 912"/>
          <p:cNvSpPr/>
          <p:nvPr/>
        </p:nvSpPr>
        <p:spPr>
          <a:xfrm>
            <a:off x="3011811" y="1271820"/>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13" name="Shape 913"/>
          <p:cNvSpPr/>
          <p:nvPr/>
        </p:nvSpPr>
        <p:spPr>
          <a:xfrm>
            <a:off x="3011811" y="2497048"/>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14" name="Shape 914"/>
          <p:cNvSpPr/>
          <p:nvPr/>
        </p:nvSpPr>
        <p:spPr>
          <a:xfrm>
            <a:off x="3749067" y="1128528"/>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OpenFlow &amp; P4*</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On Many Hardware &amp; Software Switches</a:t>
            </a:r>
          </a:p>
        </p:txBody>
      </p:sp>
      <p:sp>
        <p:nvSpPr>
          <p:cNvPr id="915" name="Shape 915"/>
          <p:cNvSpPr/>
          <p:nvPr/>
        </p:nvSpPr>
        <p:spPr>
          <a:xfrm>
            <a:off x="54125" y="2353750"/>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South-Bound Protocols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BGP-LS, PCEP, TL-1...</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On Legacy Devices</a:t>
            </a:r>
          </a:p>
        </p:txBody>
      </p:sp>
      <p:sp>
        <p:nvSpPr>
          <p:cNvPr id="916" name="Shape 916"/>
          <p:cNvSpPr/>
          <p:nvPr/>
        </p:nvSpPr>
        <p:spPr>
          <a:xfrm>
            <a:off x="3749067" y="2353756"/>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Dynamic Configuration*</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OVSDB</a:t>
            </a:r>
          </a:p>
        </p:txBody>
      </p:sp>
      <p:sp>
        <p:nvSpPr>
          <p:cNvPr id="917" name="Shape 917"/>
          <p:cNvSpPr/>
          <p:nvPr/>
        </p:nvSpPr>
        <p:spPr>
          <a:xfrm>
            <a:off x="54125" y="368687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North-Bound Interfaces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Intent Framework, REST</a:t>
            </a:r>
          </a:p>
        </p:txBody>
      </p:sp>
      <p:sp>
        <p:nvSpPr>
          <p:cNvPr id="918" name="Shape 918"/>
          <p:cNvSpPr/>
          <p:nvPr/>
        </p:nvSpPr>
        <p:spPr>
          <a:xfrm>
            <a:off x="3749067" y="3686883"/>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Model Based Services*</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Yang based service definition </a:t>
            </a:r>
          </a:p>
        </p:txBody>
      </p:sp>
      <p:sp>
        <p:nvSpPr>
          <p:cNvPr id="919" name="Shape 919"/>
          <p:cNvSpPr/>
          <p:nvPr/>
        </p:nvSpPr>
        <p:spPr>
          <a:xfrm>
            <a:off x="3011811" y="3830176"/>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20" name="Shape 920"/>
          <p:cNvSpPr txBox="1"/>
          <p:nvPr/>
        </p:nvSpPr>
        <p:spPr>
          <a:xfrm>
            <a:off x="1910000" y="4705725"/>
            <a:ext cx="5859300" cy="302700"/>
          </a:xfrm>
          <a:prstGeom prst="rect">
            <a:avLst/>
          </a:prstGeom>
          <a:noFill/>
          <a:ln>
            <a:noFill/>
          </a:ln>
        </p:spPr>
        <p:txBody>
          <a:bodyPr anchorCtr="0" anchor="t" bIns="91425" lIns="91425" rIns="91425" tIns="91425">
            <a:noAutofit/>
          </a:bodyPr>
          <a:lstStyle/>
          <a:p>
            <a:pPr lvl="0" algn="ctr">
              <a:spcBef>
                <a:spcPts val="0"/>
              </a:spcBef>
              <a:buNone/>
            </a:pPr>
            <a:r>
              <a:rPr lang="en">
                <a:solidFill>
                  <a:srgbClr val="980000"/>
                </a:solidFill>
              </a:rPr>
              <a:t>ONOS the only SDN control plane that can support all these scenarios </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24" name="Shape 924"/>
        <p:cNvGrpSpPr/>
        <p:nvPr/>
      </p:nvGrpSpPr>
      <p:grpSpPr>
        <a:xfrm>
          <a:off x="0" y="0"/>
          <a:ext cx="0" cy="0"/>
          <a:chOff x="0" y="0"/>
          <a:chExt cx="0" cy="0"/>
        </a:xfrm>
      </p:grpSpPr>
      <p:sp>
        <p:nvSpPr>
          <p:cNvPr id="925" name="Shape 925"/>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Takeaways</a:t>
            </a:r>
          </a:p>
        </p:txBody>
      </p:sp>
      <p:sp>
        <p:nvSpPr>
          <p:cNvPr id="926" name="Shape 926"/>
          <p:cNvSpPr txBox="1"/>
          <p:nvPr>
            <p:ph idx="1" type="body"/>
          </p:nvPr>
        </p:nvSpPr>
        <p:spPr>
          <a:xfrm>
            <a:off x="207600" y="751500"/>
            <a:ext cx="8859300" cy="4261500"/>
          </a:xfrm>
          <a:prstGeom prst="rect">
            <a:avLst/>
          </a:prstGeom>
        </p:spPr>
        <p:txBody>
          <a:bodyPr anchorCtr="0" anchor="t" bIns="91425" lIns="91425" rIns="91425" tIns="91425">
            <a:noAutofit/>
          </a:bodyPr>
          <a:lstStyle/>
          <a:p>
            <a:pPr indent="-355600" lvl="0" marL="457200" rtl="0">
              <a:lnSpc>
                <a:spcPct val="115000"/>
              </a:lnSpc>
              <a:spcBef>
                <a:spcPts val="0"/>
              </a:spcBef>
              <a:buClr>
                <a:srgbClr val="D9D9D9"/>
              </a:buClr>
              <a:buSzPct val="100000"/>
            </a:pPr>
            <a:r>
              <a:rPr b="1" lang="en" sz="2000">
                <a:solidFill>
                  <a:srgbClr val="D9D9D9"/>
                </a:solidFill>
              </a:rPr>
              <a:t>Community</a:t>
            </a:r>
          </a:p>
          <a:p>
            <a:pPr indent="-228600" lvl="1" marL="914400" rtl="0">
              <a:lnSpc>
                <a:spcPct val="115000"/>
              </a:lnSpc>
              <a:spcBef>
                <a:spcPts val="0"/>
              </a:spcBef>
              <a:buClr>
                <a:srgbClr val="D9D9D9"/>
              </a:buClr>
            </a:pPr>
            <a:r>
              <a:rPr lang="en">
                <a:solidFill>
                  <a:srgbClr val="D9D9D9"/>
                </a:solidFill>
              </a:rPr>
              <a:t>Growth and diversity continue to accelerate </a:t>
            </a:r>
          </a:p>
          <a:p>
            <a:pPr indent="-228600" lvl="1" marL="914400" rtl="0">
              <a:lnSpc>
                <a:spcPct val="115000"/>
              </a:lnSpc>
              <a:spcBef>
                <a:spcPts val="0"/>
              </a:spcBef>
              <a:buClr>
                <a:srgbClr val="D9D9D9"/>
              </a:buClr>
            </a:pPr>
            <a:r>
              <a:rPr lang="en">
                <a:solidFill>
                  <a:srgbClr val="D9D9D9"/>
                </a:solidFill>
              </a:rPr>
              <a:t>Excellent retention</a:t>
            </a:r>
          </a:p>
          <a:p>
            <a:pPr indent="-228600" lvl="1" marL="914400" rtl="0">
              <a:lnSpc>
                <a:spcPct val="115000"/>
              </a:lnSpc>
              <a:spcBef>
                <a:spcPts val="0"/>
              </a:spcBef>
              <a:buClr>
                <a:srgbClr val="D9D9D9"/>
              </a:buClr>
            </a:pPr>
            <a:r>
              <a:rPr lang="en">
                <a:solidFill>
                  <a:srgbClr val="D9D9D9"/>
                </a:solidFill>
              </a:rPr>
              <a:t>Release and innovation momentum </a:t>
            </a:r>
          </a:p>
          <a:p>
            <a:pPr indent="-355600" lvl="0" marL="457200" rtl="0">
              <a:lnSpc>
                <a:spcPct val="115000"/>
              </a:lnSpc>
              <a:spcBef>
                <a:spcPts val="0"/>
              </a:spcBef>
              <a:buClr>
                <a:srgbClr val="D9D9D9"/>
              </a:buClr>
              <a:buSzPct val="100000"/>
            </a:pPr>
            <a:r>
              <a:rPr b="1" lang="en" sz="2000">
                <a:solidFill>
                  <a:srgbClr val="D9D9D9"/>
                </a:solidFill>
              </a:rPr>
              <a:t>Platform</a:t>
            </a:r>
          </a:p>
          <a:p>
            <a:pPr indent="-228600" lvl="1" marL="914400" rtl="0">
              <a:lnSpc>
                <a:spcPct val="115000"/>
              </a:lnSpc>
              <a:spcBef>
                <a:spcPts val="0"/>
              </a:spcBef>
              <a:buClr>
                <a:srgbClr val="D9D9D9"/>
              </a:buClr>
            </a:pPr>
            <a:r>
              <a:rPr lang="en">
                <a:solidFill>
                  <a:srgbClr val="D9D9D9"/>
                </a:solidFill>
              </a:rPr>
              <a:t>Continuing to focus on core value proposition (Scale, Performance, HA) maintaining our undisputed leadership </a:t>
            </a:r>
          </a:p>
          <a:p>
            <a:pPr indent="-228600" lvl="1" marL="914400" rtl="0">
              <a:lnSpc>
                <a:spcPct val="115000"/>
              </a:lnSpc>
              <a:spcBef>
                <a:spcPts val="0"/>
              </a:spcBef>
              <a:buClr>
                <a:srgbClr val="D9D9D9"/>
              </a:buClr>
            </a:pPr>
            <a:r>
              <a:rPr lang="en">
                <a:solidFill>
                  <a:srgbClr val="D9D9D9"/>
                </a:solidFill>
              </a:rPr>
              <a:t>Adding to strong capabilities at all levels - Apps, UI, NB, CORE, SB</a:t>
            </a:r>
          </a:p>
          <a:p>
            <a:pPr indent="0" lvl="0" marL="457200" rtl="0">
              <a:lnSpc>
                <a:spcPct val="115000"/>
              </a:lnSpc>
              <a:spcBef>
                <a:spcPts val="0"/>
              </a:spcBef>
              <a:buNone/>
            </a:pPr>
            <a:r>
              <a:rPr b="1" i="1" lang="en" sz="1800">
                <a:solidFill>
                  <a:srgbClr val="D9D9D9"/>
                </a:solidFill>
              </a:rPr>
              <a:t>Only platform to support incremental as well as disruptive SDN</a:t>
            </a:r>
          </a:p>
          <a:p>
            <a:pPr indent="-355600" lvl="0" marL="457200" rtl="0">
              <a:lnSpc>
                <a:spcPct val="115000"/>
              </a:lnSpc>
              <a:spcBef>
                <a:spcPts val="0"/>
              </a:spcBef>
              <a:buSzPct val="100000"/>
            </a:pPr>
            <a:r>
              <a:rPr b="1" lang="en" sz="2000"/>
              <a:t>Use cases and solutions</a:t>
            </a:r>
          </a:p>
          <a:p>
            <a:pPr indent="-228600" lvl="1" marL="914400" rtl="0">
              <a:lnSpc>
                <a:spcPct val="115000"/>
              </a:lnSpc>
              <a:spcBef>
                <a:spcPts val="0"/>
              </a:spcBef>
            </a:pPr>
            <a:r>
              <a:rPr lang="en"/>
              <a:t>ONOS enabled solutions gaining lot of traction and momentum</a:t>
            </a:r>
          </a:p>
          <a:p>
            <a:pPr indent="-228600" lvl="1" marL="914400" rtl="0">
              <a:lnSpc>
                <a:spcPct val="115000"/>
              </a:lnSpc>
              <a:spcBef>
                <a:spcPts val="0"/>
              </a:spcBef>
            </a:pPr>
            <a:r>
              <a:rPr lang="en"/>
              <a:t>Comprehensive set of Service Provider use cases and solutions: NREN deployments, Packet-Optical convergence, CORD</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30" name="Shape 930"/>
        <p:cNvGrpSpPr/>
        <p:nvPr/>
      </p:nvGrpSpPr>
      <p:grpSpPr>
        <a:xfrm>
          <a:off x="0" y="0"/>
          <a:ext cx="0" cy="0"/>
          <a:chOff x="0" y="0"/>
          <a:chExt cx="0" cy="0"/>
        </a:xfrm>
      </p:grpSpPr>
      <p:sp>
        <p:nvSpPr>
          <p:cNvPr id="931" name="Shape 931"/>
          <p:cNvSpPr txBox="1"/>
          <p:nvPr>
            <p:ph type="title"/>
          </p:nvPr>
        </p:nvSpPr>
        <p:spPr>
          <a:xfrm>
            <a:off x="20108" y="-112332"/>
            <a:ext cx="8734500" cy="100230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0" i="0" lang="en" sz="3600" u="none" cap="none" strike="noStrike">
                <a:solidFill>
                  <a:srgbClr val="FFFFFF"/>
                </a:solidFill>
                <a:latin typeface="Calibri"/>
                <a:ea typeface="Calibri"/>
                <a:cs typeface="Calibri"/>
                <a:sym typeface="Calibri"/>
              </a:rPr>
              <a:t>Platform and Solutions: The Virtuous Cycle</a:t>
            </a:r>
          </a:p>
        </p:txBody>
      </p:sp>
      <p:sp>
        <p:nvSpPr>
          <p:cNvPr id="932" name="Shape 932"/>
          <p:cNvSpPr/>
          <p:nvPr/>
        </p:nvSpPr>
        <p:spPr>
          <a:xfrm>
            <a:off x="1012416" y="1842027"/>
            <a:ext cx="1852800" cy="922200"/>
          </a:xfrm>
          <a:prstGeom prst="ellipse">
            <a:avLst/>
          </a:prstGeom>
          <a:solidFill>
            <a:schemeClr val="accent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Platform</a:t>
            </a:r>
          </a:p>
        </p:txBody>
      </p:sp>
      <p:sp>
        <p:nvSpPr>
          <p:cNvPr id="933" name="Shape 933"/>
          <p:cNvSpPr/>
          <p:nvPr/>
        </p:nvSpPr>
        <p:spPr>
          <a:xfrm>
            <a:off x="4774578" y="1842027"/>
            <a:ext cx="1852800" cy="922200"/>
          </a:xfrm>
          <a:prstGeom prst="ellipse">
            <a:avLst/>
          </a:prstGeom>
          <a:solidFill>
            <a:srgbClr val="C0504D"/>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Solutions</a:t>
            </a:r>
          </a:p>
        </p:txBody>
      </p:sp>
      <p:sp>
        <p:nvSpPr>
          <p:cNvPr id="934" name="Shape 934"/>
          <p:cNvSpPr txBox="1"/>
          <p:nvPr/>
        </p:nvSpPr>
        <p:spPr>
          <a:xfrm>
            <a:off x="3497606" y="1370491"/>
            <a:ext cx="747900" cy="3387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Enable</a:t>
            </a:r>
          </a:p>
        </p:txBody>
      </p:sp>
      <p:sp>
        <p:nvSpPr>
          <p:cNvPr id="935" name="Shape 935"/>
          <p:cNvSpPr txBox="1"/>
          <p:nvPr/>
        </p:nvSpPr>
        <p:spPr>
          <a:xfrm>
            <a:off x="3518606" y="2887430"/>
            <a:ext cx="705900" cy="3387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Enrich</a:t>
            </a:r>
          </a:p>
        </p:txBody>
      </p:sp>
      <p:sp>
        <p:nvSpPr>
          <p:cNvPr id="936" name="Shape 936"/>
          <p:cNvSpPr txBox="1"/>
          <p:nvPr/>
        </p:nvSpPr>
        <p:spPr>
          <a:xfrm>
            <a:off x="954332" y="3349523"/>
            <a:ext cx="1723500" cy="400200"/>
          </a:xfrm>
          <a:prstGeom prst="rect">
            <a:avLst/>
          </a:prstGeom>
          <a:noFill/>
          <a:ln cap="flat" cmpd="sng" w="9525">
            <a:solidFill>
              <a:srgbClr val="C2D59B"/>
            </a:solidFill>
            <a:prstDash val="solid"/>
            <a:round/>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2000" u="none" cap="none" strike="noStrike">
                <a:solidFill>
                  <a:srgbClr val="000000"/>
                </a:solidFill>
                <a:latin typeface="Calibri"/>
                <a:ea typeface="Calibri"/>
                <a:cs typeface="Calibri"/>
                <a:sym typeface="Calibri"/>
              </a:rPr>
              <a:t>SDN OS: ONOS</a:t>
            </a:r>
          </a:p>
        </p:txBody>
      </p:sp>
      <p:sp>
        <p:nvSpPr>
          <p:cNvPr id="937" name="Shape 937"/>
          <p:cNvSpPr txBox="1"/>
          <p:nvPr/>
        </p:nvSpPr>
        <p:spPr>
          <a:xfrm>
            <a:off x="5131407" y="3349523"/>
            <a:ext cx="788400" cy="400200"/>
          </a:xfrm>
          <a:prstGeom prst="rect">
            <a:avLst/>
          </a:prstGeom>
          <a:noFill/>
          <a:ln cap="flat" cmpd="sng" w="9525">
            <a:solidFill>
              <a:srgbClr val="FF3539"/>
            </a:solidFill>
            <a:prstDash val="solid"/>
            <a:round/>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2000" u="none" cap="none" strike="noStrike">
                <a:solidFill>
                  <a:srgbClr val="000000"/>
                </a:solidFill>
                <a:latin typeface="Calibri"/>
                <a:ea typeface="Calibri"/>
                <a:cs typeface="Calibri"/>
                <a:sym typeface="Calibri"/>
              </a:rPr>
              <a:t>CORD</a:t>
            </a:r>
          </a:p>
        </p:txBody>
      </p:sp>
      <p:sp>
        <p:nvSpPr>
          <p:cNvPr id="938" name="Shape 938"/>
          <p:cNvSpPr txBox="1"/>
          <p:nvPr/>
        </p:nvSpPr>
        <p:spPr>
          <a:xfrm>
            <a:off x="6143743" y="3770269"/>
            <a:ext cx="2238300" cy="147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Packet-Optical</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SDN-IP Peering</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Atrium</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Multicast content dist</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a:t>
            </a:r>
          </a:p>
        </p:txBody>
      </p:sp>
      <p:sp>
        <p:nvSpPr>
          <p:cNvPr id="939" name="Shape 939"/>
          <p:cNvSpPr txBox="1"/>
          <p:nvPr/>
        </p:nvSpPr>
        <p:spPr>
          <a:xfrm>
            <a:off x="5039837" y="3770269"/>
            <a:ext cx="996000" cy="9234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R-CORD</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E-CORD</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M-CORD</a:t>
            </a:r>
          </a:p>
        </p:txBody>
      </p:sp>
      <p:sp>
        <p:nvSpPr>
          <p:cNvPr id="940" name="Shape 940"/>
          <p:cNvSpPr/>
          <p:nvPr/>
        </p:nvSpPr>
        <p:spPr>
          <a:xfrm>
            <a:off x="1112843" y="4609526"/>
            <a:ext cx="5161500" cy="523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2800" u="none" cap="none" strike="noStrike">
                <a:solidFill>
                  <a:srgbClr val="C0504D"/>
                </a:solidFill>
                <a:latin typeface="Calibri"/>
                <a:ea typeface="Calibri"/>
                <a:cs typeface="Calibri"/>
                <a:sym typeface="Calibri"/>
              </a:rPr>
              <a:t>Gaining Traction and Momentum</a:t>
            </a:r>
          </a:p>
        </p:txBody>
      </p:sp>
      <p:cxnSp>
        <p:nvCxnSpPr>
          <p:cNvPr id="941" name="Shape 941"/>
          <p:cNvCxnSpPr/>
          <p:nvPr/>
        </p:nvCxnSpPr>
        <p:spPr>
          <a:xfrm rot="10800000">
            <a:off x="1994466" y="2806152"/>
            <a:ext cx="3762300" cy="600"/>
          </a:xfrm>
          <a:prstGeom prst="curvedConnector3">
            <a:avLst>
              <a:gd fmla="val 50000" name="adj1"/>
            </a:avLst>
          </a:prstGeom>
          <a:noFill/>
          <a:ln cap="flat" cmpd="sng" w="57150">
            <a:solidFill>
              <a:srgbClr val="4F81BD"/>
            </a:solidFill>
            <a:prstDash val="solid"/>
            <a:round/>
            <a:headEnd len="med" w="med" type="none"/>
            <a:tailEnd len="lg" w="lg" type="stealth"/>
          </a:ln>
        </p:spPr>
      </p:cxnSp>
      <p:cxnSp>
        <p:nvCxnSpPr>
          <p:cNvPr id="942" name="Shape 942"/>
          <p:cNvCxnSpPr/>
          <p:nvPr/>
        </p:nvCxnSpPr>
        <p:spPr>
          <a:xfrm>
            <a:off x="2041491" y="1799502"/>
            <a:ext cx="3762300" cy="600"/>
          </a:xfrm>
          <a:prstGeom prst="curvedConnector3">
            <a:avLst>
              <a:gd fmla="val 50000" name="adj1"/>
            </a:avLst>
          </a:prstGeom>
          <a:noFill/>
          <a:ln cap="flat" cmpd="sng" w="57150">
            <a:solidFill>
              <a:srgbClr val="4F81BD"/>
            </a:solidFill>
            <a:prstDash val="solid"/>
            <a:round/>
            <a:headEnd len="med" w="med" type="none"/>
            <a:tailEnd len="lg" w="lg" type="stealth"/>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46" name="Shape 946"/>
        <p:cNvGrpSpPr/>
        <p:nvPr/>
      </p:nvGrpSpPr>
      <p:grpSpPr>
        <a:xfrm>
          <a:off x="0" y="0"/>
          <a:ext cx="0" cy="0"/>
          <a:chOff x="0" y="0"/>
          <a:chExt cx="0" cy="0"/>
        </a:xfrm>
      </p:grpSpPr>
      <p:sp>
        <p:nvSpPr>
          <p:cNvPr id="947" name="Shape 947"/>
          <p:cNvSpPr txBox="1"/>
          <p:nvPr>
            <p:ph type="title"/>
          </p:nvPr>
        </p:nvSpPr>
        <p:spPr>
          <a:xfrm>
            <a:off x="54113" y="11895"/>
            <a:ext cx="9034669" cy="85725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0" i="0" lang="en" sz="3600" u="none" cap="none" strike="noStrike">
                <a:solidFill>
                  <a:srgbClr val="FFFFFF"/>
                </a:solidFill>
                <a:latin typeface="Calibri"/>
                <a:ea typeface="Calibri"/>
                <a:cs typeface="Calibri"/>
                <a:sym typeface="Calibri"/>
              </a:rPr>
              <a:t>ONOS Use Cases in Service Provider Networks</a:t>
            </a:r>
          </a:p>
        </p:txBody>
      </p:sp>
      <p:pic>
        <p:nvPicPr>
          <p:cNvPr id="948" name="Shape 948"/>
          <p:cNvPicPr preferRelativeResize="0"/>
          <p:nvPr/>
        </p:nvPicPr>
        <p:blipFill rotWithShape="1">
          <a:blip r:embed="rId3">
            <a:alphaModFix/>
          </a:blip>
          <a:srcRect b="0" l="0" r="0" t="0"/>
          <a:stretch/>
        </p:blipFill>
        <p:spPr>
          <a:xfrm>
            <a:off x="20419" y="1102583"/>
            <a:ext cx="9144000" cy="38339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52" name="Shape 952"/>
        <p:cNvGrpSpPr/>
        <p:nvPr/>
      </p:nvGrpSpPr>
      <p:grpSpPr>
        <a:xfrm>
          <a:off x="0" y="0"/>
          <a:ext cx="0" cy="0"/>
          <a:chOff x="0" y="0"/>
          <a:chExt cx="0" cy="0"/>
        </a:xfrm>
      </p:grpSpPr>
      <p:pic>
        <p:nvPicPr>
          <p:cNvPr id="953" name="Shape 953"/>
          <p:cNvPicPr preferRelativeResize="0"/>
          <p:nvPr/>
        </p:nvPicPr>
        <p:blipFill rotWithShape="1">
          <a:blip r:embed="rId3">
            <a:alphaModFix/>
          </a:blip>
          <a:srcRect b="0" l="0" r="0" t="0"/>
          <a:stretch/>
        </p:blipFill>
        <p:spPr>
          <a:xfrm>
            <a:off x="825025" y="940441"/>
            <a:ext cx="7445996" cy="4154320"/>
          </a:xfrm>
          <a:prstGeom prst="rect">
            <a:avLst/>
          </a:prstGeom>
          <a:noFill/>
          <a:ln>
            <a:noFill/>
          </a:ln>
        </p:spPr>
      </p:pic>
      <p:sp>
        <p:nvSpPr>
          <p:cNvPr id="954" name="Shape 954"/>
          <p:cNvSpPr txBox="1"/>
          <p:nvPr>
            <p:ph type="title"/>
          </p:nvPr>
        </p:nvSpPr>
        <p:spPr>
          <a:xfrm>
            <a:off x="54113" y="11895"/>
            <a:ext cx="9034669" cy="85725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0" i="0" lang="en" sz="3600" u="none" cap="none" strike="noStrike">
                <a:solidFill>
                  <a:srgbClr val="FFFFFF"/>
                </a:solidFill>
                <a:latin typeface="Calibri"/>
                <a:ea typeface="Calibri"/>
                <a:cs typeface="Calibri"/>
                <a:sym typeface="Calibri"/>
              </a:rPr>
              <a:t>ONOS Use Cases in Service Provider Networks</a:t>
            </a:r>
          </a:p>
        </p:txBody>
      </p:sp>
      <p:sp>
        <p:nvSpPr>
          <p:cNvPr id="955" name="Shape 955"/>
          <p:cNvSpPr/>
          <p:nvPr/>
        </p:nvSpPr>
        <p:spPr>
          <a:xfrm>
            <a:off x="7573014" y="2606108"/>
            <a:ext cx="1515779" cy="1222499"/>
          </a:xfrm>
          <a:prstGeom prst="wedgeEllipseCallout">
            <a:avLst>
              <a:gd fmla="val -139108" name="adj1"/>
              <a:gd fmla="val 42797"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Packet- Optical Use Case</a:t>
            </a:r>
          </a:p>
        </p:txBody>
      </p:sp>
      <p:sp>
        <p:nvSpPr>
          <p:cNvPr id="956" name="Shape 956"/>
          <p:cNvSpPr/>
          <p:nvPr/>
        </p:nvSpPr>
        <p:spPr>
          <a:xfrm>
            <a:off x="256659" y="2166211"/>
            <a:ext cx="1999129" cy="1222499"/>
          </a:xfrm>
          <a:prstGeom prst="wedgeEllipseCallout">
            <a:avLst>
              <a:gd fmla="val 144895" name="adj1"/>
              <a:gd fmla="val 89644"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Traffic Engineering/PCE</a:t>
            </a:r>
          </a:p>
        </p:txBody>
      </p:sp>
      <p:sp>
        <p:nvSpPr>
          <p:cNvPr id="957" name="Shape 957"/>
          <p:cNvSpPr/>
          <p:nvPr/>
        </p:nvSpPr>
        <p:spPr>
          <a:xfrm>
            <a:off x="2255789" y="1288837"/>
            <a:ext cx="1999129" cy="877371"/>
          </a:xfrm>
          <a:prstGeom prst="wedgeEllipseCallout">
            <a:avLst>
              <a:gd fmla="val 70232" name="adj1"/>
              <a:gd fmla="val 217768"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SDN/IP Peering</a:t>
            </a:r>
          </a:p>
        </p:txBody>
      </p:sp>
      <p:sp>
        <p:nvSpPr>
          <p:cNvPr id="958" name="Shape 958"/>
          <p:cNvSpPr/>
          <p:nvPr/>
        </p:nvSpPr>
        <p:spPr>
          <a:xfrm>
            <a:off x="7250850" y="1195300"/>
            <a:ext cx="1837800" cy="1222500"/>
          </a:xfrm>
          <a:prstGeom prst="wedgeEllipseCallout">
            <a:avLst>
              <a:gd fmla="val -153317" name="adj1"/>
              <a:gd fmla="val 144950"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Dis aggrega</a:t>
            </a:r>
            <a:r>
              <a:rPr lang="en" sz="1800">
                <a:solidFill>
                  <a:srgbClr val="FFFFFF"/>
                </a:solidFill>
                <a:latin typeface="Calibri"/>
                <a:ea typeface="Calibri"/>
                <a:cs typeface="Calibri"/>
                <a:sym typeface="Calibri"/>
              </a:rPr>
              <a:t>t</a:t>
            </a:r>
            <a:r>
              <a:rPr b="0" i="0" lang="en" sz="1800" u="none" cap="none" strike="noStrike">
                <a:solidFill>
                  <a:srgbClr val="FFFFFF"/>
                </a:solidFill>
                <a:latin typeface="Calibri"/>
                <a:ea typeface="Calibri"/>
                <a:cs typeface="Calibri"/>
                <a:sym typeface="Calibri"/>
              </a:rPr>
              <a:t>ed ROADM</a:t>
            </a:r>
          </a:p>
        </p:txBody>
      </p:sp>
      <p:sp>
        <p:nvSpPr>
          <p:cNvPr id="959" name="Shape 959"/>
          <p:cNvSpPr/>
          <p:nvPr/>
        </p:nvSpPr>
        <p:spPr>
          <a:xfrm>
            <a:off x="4851835" y="984321"/>
            <a:ext cx="1880494" cy="1222499"/>
          </a:xfrm>
          <a:prstGeom prst="wedgeEllipseCallout">
            <a:avLst>
              <a:gd fmla="val -35979" name="adj1"/>
              <a:gd fmla="val 158118"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Global deployment in R&amp;E Networks</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4" name="Shape 964"/>
        <p:cNvGrpSpPr/>
        <p:nvPr/>
      </p:nvGrpSpPr>
      <p:grpSpPr>
        <a:xfrm>
          <a:off x="0" y="0"/>
          <a:ext cx="0" cy="0"/>
          <a:chOff x="0" y="0"/>
          <a:chExt cx="0" cy="0"/>
        </a:xfrm>
      </p:grpSpPr>
      <p:pic>
        <p:nvPicPr>
          <p:cNvPr descr="multi-instance.jpg" id="965" name="Shape 965"/>
          <p:cNvPicPr preferRelativeResize="0"/>
          <p:nvPr/>
        </p:nvPicPr>
        <p:blipFill rotWithShape="1">
          <a:blip r:embed="rId3">
            <a:alphaModFix/>
          </a:blip>
          <a:srcRect b="0" l="0" r="0" t="0"/>
          <a:stretch/>
        </p:blipFill>
        <p:spPr>
          <a:xfrm>
            <a:off x="4303057" y="1535721"/>
            <a:ext cx="4845129" cy="2560726"/>
          </a:xfrm>
          <a:prstGeom prst="rect">
            <a:avLst/>
          </a:prstGeom>
          <a:noFill/>
          <a:ln>
            <a:noFill/>
          </a:ln>
        </p:spPr>
      </p:pic>
      <p:sp>
        <p:nvSpPr>
          <p:cNvPr id="966" name="Shape 966"/>
          <p:cNvSpPr txBox="1"/>
          <p:nvPr>
            <p:ph type="title"/>
          </p:nvPr>
        </p:nvSpPr>
        <p:spPr>
          <a:xfrm>
            <a:off x="0" y="0"/>
            <a:ext cx="7640100" cy="771599"/>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400" u="none" cap="none" strike="noStrike">
                <a:solidFill>
                  <a:srgbClr val="FFFFFF"/>
                </a:solidFill>
                <a:latin typeface="Droid Sans"/>
                <a:ea typeface="Droid Sans"/>
                <a:cs typeface="Droid Sans"/>
                <a:sym typeface="Droid Sans"/>
              </a:rPr>
              <a:t>ONOS </a:t>
            </a:r>
            <a:r>
              <a:rPr lang="en"/>
              <a:t>IP-Optical</a:t>
            </a:r>
          </a:p>
        </p:txBody>
      </p:sp>
      <p:sp>
        <p:nvSpPr>
          <p:cNvPr id="967" name="Shape 967"/>
          <p:cNvSpPr txBox="1"/>
          <p:nvPr>
            <p:ph idx="1" type="body"/>
          </p:nvPr>
        </p:nvSpPr>
        <p:spPr>
          <a:xfrm>
            <a:off x="457210" y="661691"/>
            <a:ext cx="8305800" cy="4373200"/>
          </a:xfrm>
          <a:prstGeom prst="rect">
            <a:avLst/>
          </a:prstGeom>
          <a:noFill/>
          <a:ln>
            <a:noFill/>
          </a:ln>
        </p:spPr>
        <p:txBody>
          <a:bodyPr anchorCtr="0" anchor="t" bIns="91425" lIns="91425" rIns="91425" tIns="91425">
            <a:noAutofit/>
          </a:bodyPr>
          <a:lstStyle/>
          <a:p>
            <a:pPr indent="0" lvl="0" marL="0" marR="0" rtl="0" algn="l">
              <a:lnSpc>
                <a:spcPct val="100000"/>
              </a:lnSpc>
              <a:spcBef>
                <a:spcPts val="0"/>
              </a:spcBef>
              <a:spcAft>
                <a:spcPts val="0"/>
              </a:spcAft>
              <a:buClr>
                <a:schemeClr val="dk1"/>
              </a:buClr>
              <a:buSzPct val="25000"/>
              <a:buFont typeface="Droid Sans"/>
              <a:buNone/>
            </a:pPr>
            <a:r>
              <a:rPr b="0" i="0" lang="en" sz="1600" u="none" cap="none" strike="noStrike">
                <a:solidFill>
                  <a:schemeClr val="dk1"/>
                </a:solidFill>
                <a:latin typeface="Droid Sans"/>
                <a:ea typeface="Droid Sans"/>
                <a:cs typeface="Droid Sans"/>
                <a:sym typeface="Droid Sans"/>
              </a:rPr>
              <a:t>Applications</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Bandwidth on-demand, calendaring, optical restoration</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Power balancing, fault management &amp; correlation</a:t>
            </a:r>
            <a:br>
              <a:rPr b="0" i="0" lang="en" sz="1400" u="none" cap="none" strike="noStrike">
                <a:solidFill>
                  <a:schemeClr val="dk1"/>
                </a:solidFill>
                <a:latin typeface="Droid Sans"/>
                <a:ea typeface="Droid Sans"/>
                <a:cs typeface="Droid Sans"/>
                <a:sym typeface="Droid Sans"/>
              </a:rPr>
            </a:br>
          </a:p>
          <a:p>
            <a:pPr indent="0" lvl="0" marL="0" marR="0" rtl="0" algn="l">
              <a:lnSpc>
                <a:spcPct val="100000"/>
              </a:lnSpc>
              <a:spcBef>
                <a:spcPts val="0"/>
              </a:spcBef>
              <a:spcAft>
                <a:spcPts val="0"/>
              </a:spcAft>
              <a:buClr>
                <a:schemeClr val="dk1"/>
              </a:buClr>
              <a:buSzPct val="25000"/>
              <a:buFont typeface="Droid Sans"/>
              <a:buNone/>
            </a:pPr>
            <a:r>
              <a:rPr b="0" i="0" lang="en" sz="1600" u="none" cap="none" strike="noStrike">
                <a:solidFill>
                  <a:schemeClr val="dk1"/>
                </a:solidFill>
                <a:latin typeface="Droid Sans"/>
                <a:ea typeface="Droid Sans"/>
                <a:cs typeface="Droid Sans"/>
                <a:sym typeface="Droid Sans"/>
              </a:rPr>
              <a:t>Northbound </a:t>
            </a:r>
            <a:r>
              <a:rPr b="0" i="0" lang="en" sz="1600" u="none" cap="none" strike="noStrike">
                <a:solidFill>
                  <a:srgbClr val="963334"/>
                </a:solidFill>
                <a:latin typeface="Droid Sans"/>
                <a:ea typeface="Droid Sans"/>
                <a:cs typeface="Droid Sans"/>
                <a:sym typeface="Droid Sans"/>
              </a:rPr>
              <a:t>Abstractions</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Intent framework</a:t>
            </a:r>
            <a:br>
              <a:rPr b="0" i="0" lang="en" sz="1400" u="none" cap="none" strike="noStrike">
                <a:solidFill>
                  <a:schemeClr val="dk1"/>
                </a:solidFill>
                <a:latin typeface="Droid Sans"/>
                <a:ea typeface="Droid Sans"/>
                <a:cs typeface="Droid Sans"/>
                <a:sym typeface="Droid Sans"/>
              </a:rPr>
            </a:br>
          </a:p>
          <a:p>
            <a:pPr indent="0" lvl="0" marL="0" marR="0" rtl="0" algn="l">
              <a:lnSpc>
                <a:spcPct val="100000"/>
              </a:lnSpc>
              <a:spcBef>
                <a:spcPts val="0"/>
              </a:spcBef>
              <a:spcAft>
                <a:spcPts val="0"/>
              </a:spcAft>
              <a:buClr>
                <a:schemeClr val="dk1"/>
              </a:buClr>
              <a:buSzPct val="25000"/>
              <a:buFont typeface="Droid Sans"/>
              <a:buNone/>
            </a:pPr>
            <a:r>
              <a:rPr b="0" i="0" lang="en" sz="1600" u="none" cap="none" strike="noStrike">
                <a:solidFill>
                  <a:schemeClr val="dk1"/>
                </a:solidFill>
                <a:latin typeface="Droid Sans"/>
                <a:ea typeface="Droid Sans"/>
                <a:cs typeface="Droid Sans"/>
                <a:sym typeface="Droid Sans"/>
              </a:rPr>
              <a:t>ONOS Core: </a:t>
            </a:r>
            <a:r>
              <a:rPr b="0" i="0" lang="en" sz="1600" u="none" cap="none" strike="noStrike">
                <a:solidFill>
                  <a:srgbClr val="963334"/>
                </a:solidFill>
                <a:latin typeface="Droid Sans"/>
                <a:ea typeface="Droid Sans"/>
                <a:cs typeface="Droid Sans"/>
                <a:sym typeface="Droid Sans"/>
              </a:rPr>
              <a:t>Scale &amp; HA</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rgbClr val="202020"/>
                </a:solidFill>
                <a:latin typeface="Droid Sans"/>
                <a:ea typeface="Droid Sans"/>
                <a:cs typeface="Droid Sans"/>
                <a:sym typeface="Droid Sans"/>
              </a:rPr>
              <a:t>Converged </a:t>
            </a:r>
            <a:r>
              <a:rPr b="0" i="0" lang="en" sz="1400" u="none" cap="none" strike="noStrike">
                <a:solidFill>
                  <a:schemeClr val="dk1"/>
                </a:solidFill>
                <a:latin typeface="Droid Sans"/>
                <a:ea typeface="Droid Sans"/>
                <a:cs typeface="Droid Sans"/>
                <a:sym typeface="Droid Sans"/>
              </a:rPr>
              <a:t>topology graph and modular PCE</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Optical information model</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Scalable resource manager (fixed &amp; flex grid, OTN, …)</a:t>
            </a:r>
          </a:p>
          <a:p>
            <a:pPr indent="0" lvl="0" marL="0" marR="0" rtl="0" algn="l">
              <a:lnSpc>
                <a:spcPct val="100000"/>
              </a:lnSpc>
              <a:spcBef>
                <a:spcPts val="0"/>
              </a:spcBef>
              <a:spcAft>
                <a:spcPts val="0"/>
              </a:spcAft>
              <a:buClr>
                <a:schemeClr val="dk1"/>
              </a:buClr>
              <a:buSzPct val="25000"/>
              <a:buFont typeface="Droid Sans"/>
              <a:buNone/>
            </a:pPr>
            <a:r>
              <a:t/>
            </a:r>
            <a:endParaRPr b="0" i="0" sz="1600" u="none" cap="none" strike="noStrike">
              <a:solidFill>
                <a:schemeClr val="dk1"/>
              </a:solidFill>
              <a:latin typeface="Droid Sans"/>
              <a:ea typeface="Droid Sans"/>
              <a:cs typeface="Droid Sans"/>
              <a:sym typeface="Droid Sans"/>
            </a:endParaRPr>
          </a:p>
          <a:p>
            <a:pPr indent="0" lvl="0" marL="0" marR="0" rtl="0" algn="l">
              <a:lnSpc>
                <a:spcPct val="100000"/>
              </a:lnSpc>
              <a:spcBef>
                <a:spcPts val="0"/>
              </a:spcBef>
              <a:spcAft>
                <a:spcPts val="0"/>
              </a:spcAft>
              <a:buClr>
                <a:schemeClr val="dk1"/>
              </a:buClr>
              <a:buSzPct val="25000"/>
              <a:buFont typeface="Droid Sans"/>
              <a:buNone/>
            </a:pPr>
            <a:r>
              <a:rPr b="0" i="0" lang="en" sz="1600" u="none" cap="none" strike="noStrike">
                <a:solidFill>
                  <a:schemeClr val="dk1"/>
                </a:solidFill>
                <a:latin typeface="Droid Sans"/>
                <a:ea typeface="Droid Sans"/>
                <a:cs typeface="Droid Sans"/>
                <a:sym typeface="Droid Sans"/>
              </a:rPr>
              <a:t>Southbound</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Ciena TL1, Fujitsu TL1, OpenFlow, NETCONF, SNMP, REST</a:t>
            </a:r>
          </a:p>
          <a:p>
            <a:pPr indent="0" lvl="1" marL="457200" marR="0" rtl="0" algn="l">
              <a:lnSpc>
                <a:spcPct val="100000"/>
              </a:lnSpc>
              <a:spcBef>
                <a:spcPts val="480"/>
              </a:spcBef>
              <a:spcAft>
                <a:spcPts val="0"/>
              </a:spcAft>
              <a:buClr>
                <a:schemeClr val="dk1"/>
              </a:buClr>
              <a:buSzPct val="25000"/>
              <a:buFont typeface="Droid Sans"/>
              <a:buNone/>
            </a:pPr>
            <a:r>
              <a:rPr b="0" i="0" lang="en" sz="1400" u="none" cap="none" strike="noStrike">
                <a:solidFill>
                  <a:schemeClr val="dk1"/>
                </a:solidFill>
                <a:latin typeface="Droid Sans"/>
                <a:ea typeface="Droid Sans"/>
                <a:cs typeface="Droid Sans"/>
                <a:sym typeface="Droid Sans"/>
              </a:rPr>
              <a:t>In progress: Infinera OTSv, Nokia (Alcatel-Lucent)</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72" name="Shape 972"/>
        <p:cNvGrpSpPr/>
        <p:nvPr/>
      </p:nvGrpSpPr>
      <p:grpSpPr>
        <a:xfrm>
          <a:off x="0" y="0"/>
          <a:ext cx="0" cy="0"/>
          <a:chOff x="0" y="0"/>
          <a:chExt cx="0" cy="0"/>
        </a:xfrm>
      </p:grpSpPr>
      <p:pic>
        <p:nvPicPr>
          <p:cNvPr id="973" name="Shape 973"/>
          <p:cNvPicPr preferRelativeResize="0"/>
          <p:nvPr/>
        </p:nvPicPr>
        <p:blipFill rotWithShape="1">
          <a:blip r:embed="rId3">
            <a:alphaModFix/>
          </a:blip>
          <a:srcRect b="0" l="0" r="0" t="0"/>
          <a:stretch/>
        </p:blipFill>
        <p:spPr>
          <a:xfrm>
            <a:off x="-54539" y="1021700"/>
            <a:ext cx="9144000" cy="3825916"/>
          </a:xfrm>
          <a:prstGeom prst="rect">
            <a:avLst/>
          </a:prstGeom>
          <a:noFill/>
          <a:ln>
            <a:noFill/>
          </a:ln>
        </p:spPr>
      </p:pic>
      <p:sp>
        <p:nvSpPr>
          <p:cNvPr id="974" name="Shape 974"/>
          <p:cNvSpPr/>
          <p:nvPr/>
        </p:nvSpPr>
        <p:spPr>
          <a:xfrm>
            <a:off x="6259810" y="21527"/>
            <a:ext cx="2884189" cy="254804"/>
          </a:xfrm>
          <a:prstGeom prst="roundRect">
            <a:avLst>
              <a:gd fmla="val 16667" name="adj"/>
            </a:avLst>
          </a:prstGeom>
          <a:solidFill>
            <a:srgbClr val="BADBE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SzPct val="25000"/>
              <a:buFont typeface="Arial"/>
              <a:buNone/>
            </a:pPr>
            <a:r>
              <a:rPr b="1" i="0" lang="en" sz="1400" u="sng" cap="none" strike="noStrike">
                <a:solidFill>
                  <a:schemeClr val="hlink"/>
                </a:solidFill>
                <a:latin typeface="Arial"/>
                <a:ea typeface="Arial"/>
                <a:cs typeface="Arial"/>
                <a:sym typeface="Arial"/>
                <a:hlinkClick r:id="rId4"/>
              </a:rPr>
              <a:t>https://youtu.be/gsfYwJyYfI4</a:t>
            </a:r>
          </a:p>
        </p:txBody>
      </p:sp>
      <p:sp>
        <p:nvSpPr>
          <p:cNvPr id="975" name="Shape 975"/>
          <p:cNvSpPr txBox="1"/>
          <p:nvPr>
            <p:ph type="title"/>
          </p:nvPr>
        </p:nvSpPr>
        <p:spPr>
          <a:xfrm>
            <a:off x="0" y="0"/>
            <a:ext cx="7640100" cy="771599"/>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400" u="none" cap="none" strike="noStrike">
                <a:solidFill>
                  <a:srgbClr val="FFFFFF"/>
                </a:solidFill>
                <a:latin typeface="Droid Sans"/>
                <a:ea typeface="Droid Sans"/>
                <a:cs typeface="Droid Sans"/>
                <a:sym typeface="Droid Sans"/>
              </a:rPr>
              <a:t>Multi-Layer, Multi-Vendor </a:t>
            </a:r>
            <a:r>
              <a:rPr b="1" i="0" lang="en" sz="2400" u="none" cap="none" strike="noStrike">
                <a:solidFill>
                  <a:srgbClr val="FFFFFF"/>
                </a:solidFill>
                <a:latin typeface="Droid Sans"/>
                <a:ea typeface="Droid Sans"/>
                <a:cs typeface="Droid Sans"/>
                <a:sym typeface="Droid Sans"/>
              </a:rPr>
              <a:t>(June 2015)</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80" name="Shape 980"/>
        <p:cNvGrpSpPr/>
        <p:nvPr/>
      </p:nvGrpSpPr>
      <p:grpSpPr>
        <a:xfrm>
          <a:off x="0" y="0"/>
          <a:ext cx="0" cy="0"/>
          <a:chOff x="0" y="0"/>
          <a:chExt cx="0" cy="0"/>
        </a:xfrm>
      </p:grpSpPr>
      <p:grpSp>
        <p:nvGrpSpPr>
          <p:cNvPr id="981" name="Shape 981"/>
          <p:cNvGrpSpPr/>
          <p:nvPr/>
        </p:nvGrpSpPr>
        <p:grpSpPr>
          <a:xfrm>
            <a:off x="3322389" y="3092792"/>
            <a:ext cx="1135417" cy="1950256"/>
            <a:chOff x="7604610" y="3288405"/>
            <a:chExt cx="931869" cy="588808"/>
          </a:xfrm>
        </p:grpSpPr>
        <p:pic>
          <p:nvPicPr>
            <p:cNvPr descr="DWDM.jpg" id="982" name="Shape 982"/>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983" name="Shape 983"/>
            <p:cNvGrpSpPr/>
            <p:nvPr/>
          </p:nvGrpSpPr>
          <p:grpSpPr>
            <a:xfrm rot="5400000">
              <a:off x="8201201" y="3499877"/>
              <a:ext cx="414356" cy="256199"/>
              <a:chOff x="9332200" y="4662707"/>
              <a:chExt cx="980183" cy="359729"/>
            </a:xfrm>
          </p:grpSpPr>
          <p:cxnSp>
            <p:nvCxnSpPr>
              <p:cNvPr id="984" name="Shape 984"/>
              <p:cNvCxnSpPr/>
              <p:nvPr/>
            </p:nvCxnSpPr>
            <p:spPr>
              <a:xfrm>
                <a:off x="9332200"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985" name="Shape 985"/>
              <p:cNvCxnSpPr/>
              <p:nvPr/>
            </p:nvCxnSpPr>
            <p:spPr>
              <a:xfrm>
                <a:off x="9495564"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986" name="Shape 986"/>
              <p:cNvCxnSpPr/>
              <p:nvPr/>
            </p:nvCxnSpPr>
            <p:spPr>
              <a:xfrm>
                <a:off x="9660918"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987" name="Shape 987"/>
              <p:cNvCxnSpPr/>
              <p:nvPr/>
            </p:nvCxnSpPr>
            <p:spPr>
              <a:xfrm>
                <a:off x="9822292" y="4662707"/>
                <a:ext cx="9960" cy="355819"/>
              </a:xfrm>
              <a:prstGeom prst="straightConnector1">
                <a:avLst/>
              </a:prstGeom>
              <a:noFill/>
              <a:ln cap="flat" cmpd="sng" w="38100">
                <a:solidFill>
                  <a:srgbClr val="008000"/>
                </a:solidFill>
                <a:prstDash val="solid"/>
                <a:round/>
                <a:headEnd len="med" w="med" type="none"/>
                <a:tailEnd len="med" w="med" type="none"/>
              </a:ln>
            </p:spPr>
          </p:cxnSp>
          <p:cxnSp>
            <p:nvCxnSpPr>
              <p:cNvPr id="988" name="Shape 988"/>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989" name="Shape 989"/>
              <p:cNvCxnSpPr/>
              <p:nvPr/>
            </p:nvCxnSpPr>
            <p:spPr>
              <a:xfrm>
                <a:off x="10129096" y="4666617"/>
                <a:ext cx="11953" cy="355819"/>
              </a:xfrm>
              <a:prstGeom prst="straightConnector1">
                <a:avLst/>
              </a:prstGeom>
              <a:noFill/>
              <a:ln cap="flat" cmpd="sng" w="38100">
                <a:solidFill>
                  <a:schemeClr val="accent5"/>
                </a:solidFill>
                <a:prstDash val="solid"/>
                <a:round/>
                <a:headEnd len="med" w="med" type="none"/>
                <a:tailEnd len="med" w="med" type="none"/>
              </a:ln>
            </p:spPr>
          </p:cxnSp>
          <p:cxnSp>
            <p:nvCxnSpPr>
              <p:cNvPr id="990" name="Shape 990"/>
              <p:cNvCxnSpPr/>
              <p:nvPr/>
            </p:nvCxnSpPr>
            <p:spPr>
              <a:xfrm>
                <a:off x="10302421" y="4664662"/>
                <a:ext cx="9962" cy="355819"/>
              </a:xfrm>
              <a:prstGeom prst="straightConnector1">
                <a:avLst/>
              </a:prstGeom>
              <a:noFill/>
              <a:ln cap="flat" cmpd="sng" w="38100">
                <a:solidFill>
                  <a:schemeClr val="accent3"/>
                </a:solidFill>
                <a:prstDash val="solid"/>
                <a:round/>
                <a:headEnd len="med" w="med" type="none"/>
                <a:tailEnd len="med" w="med" type="none"/>
              </a:ln>
            </p:spPr>
          </p:cxnSp>
        </p:grpSp>
      </p:grpSp>
      <p:sp>
        <p:nvSpPr>
          <p:cNvPr id="991" name="Shape 991"/>
          <p:cNvSpPr txBox="1"/>
          <p:nvPr>
            <p:ph type="title"/>
          </p:nvPr>
        </p:nvSpPr>
        <p:spPr>
          <a:xfrm>
            <a:off x="0" y="0"/>
            <a:ext cx="7640100" cy="771599"/>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400" u="none" cap="none" strike="noStrike">
                <a:solidFill>
                  <a:srgbClr val="FFFFFF"/>
                </a:solidFill>
                <a:latin typeface="Droid Sans"/>
                <a:ea typeface="Droid Sans"/>
                <a:cs typeface="Droid Sans"/>
                <a:sym typeface="Droid Sans"/>
              </a:rPr>
              <a:t>Disaggregated ROADM</a:t>
            </a:r>
          </a:p>
        </p:txBody>
      </p:sp>
      <p:sp>
        <p:nvSpPr>
          <p:cNvPr id="992" name="Shape 992"/>
          <p:cNvSpPr/>
          <p:nvPr/>
        </p:nvSpPr>
        <p:spPr>
          <a:xfrm>
            <a:off x="881704" y="781400"/>
            <a:ext cx="6083877" cy="2064841"/>
          </a:xfrm>
          <a:prstGeom prst="ellipse">
            <a:avLst/>
          </a:prstGeom>
          <a:solidFill>
            <a:schemeClr val="lt1"/>
          </a:solidFill>
          <a:ln cap="flat" cmpd="sng" w="12700">
            <a:solidFill>
              <a:srgbClr val="347EB8"/>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200" u="none" cap="none" strike="noStrike">
              <a:solidFill>
                <a:schemeClr val="dk1"/>
              </a:solidFill>
              <a:latin typeface="Arial"/>
              <a:ea typeface="Arial"/>
              <a:cs typeface="Arial"/>
              <a:sym typeface="Arial"/>
            </a:endParaRPr>
          </a:p>
        </p:txBody>
      </p:sp>
      <p:cxnSp>
        <p:nvCxnSpPr>
          <p:cNvPr id="993" name="Shape 993"/>
          <p:cNvCxnSpPr/>
          <p:nvPr/>
        </p:nvCxnSpPr>
        <p:spPr>
          <a:xfrm rot="10800000">
            <a:off x="1253318" y="2310617"/>
            <a:ext cx="1852122" cy="1494233"/>
          </a:xfrm>
          <a:prstGeom prst="straightConnector1">
            <a:avLst/>
          </a:prstGeom>
          <a:noFill/>
          <a:ln cap="flat" cmpd="sng" w="12700">
            <a:solidFill>
              <a:schemeClr val="accent1"/>
            </a:solidFill>
            <a:prstDash val="solid"/>
            <a:round/>
            <a:headEnd len="med" w="med" type="none"/>
            <a:tailEnd len="med" w="med" type="none"/>
          </a:ln>
        </p:spPr>
      </p:cxnSp>
      <p:cxnSp>
        <p:nvCxnSpPr>
          <p:cNvPr id="994" name="Shape 994"/>
          <p:cNvCxnSpPr/>
          <p:nvPr/>
        </p:nvCxnSpPr>
        <p:spPr>
          <a:xfrm flipH="1" rot="10800000">
            <a:off x="4397292" y="2310617"/>
            <a:ext cx="2203516" cy="1494233"/>
          </a:xfrm>
          <a:prstGeom prst="straightConnector1">
            <a:avLst/>
          </a:prstGeom>
          <a:noFill/>
          <a:ln cap="flat" cmpd="sng" w="12700">
            <a:solidFill>
              <a:schemeClr val="accent1"/>
            </a:solidFill>
            <a:prstDash val="solid"/>
            <a:round/>
            <a:headEnd len="med" w="med" type="none"/>
            <a:tailEnd len="med" w="med" type="none"/>
          </a:ln>
        </p:spPr>
      </p:cxnSp>
      <p:sp>
        <p:nvSpPr>
          <p:cNvPr id="995" name="Shape 995"/>
          <p:cNvSpPr/>
          <p:nvPr/>
        </p:nvSpPr>
        <p:spPr>
          <a:xfrm>
            <a:off x="3368767" y="2469455"/>
            <a:ext cx="1096964" cy="202457"/>
          </a:xfrm>
          <a:prstGeom prst="rect">
            <a:avLst/>
          </a:prstGeom>
          <a:solidFill>
            <a:srgbClr val="D5E5F2"/>
          </a:solidFill>
          <a:ln cap="flat" cmpd="sng" w="9525">
            <a:solidFill>
              <a:schemeClr val="accent1"/>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transponder</a:t>
            </a:r>
          </a:p>
        </p:txBody>
      </p:sp>
      <p:sp>
        <p:nvSpPr>
          <p:cNvPr id="996" name="Shape 996"/>
          <p:cNvSpPr/>
          <p:nvPr/>
        </p:nvSpPr>
        <p:spPr>
          <a:xfrm>
            <a:off x="3368767" y="2259884"/>
            <a:ext cx="1096964" cy="202457"/>
          </a:xfrm>
          <a:prstGeom prst="rect">
            <a:avLst/>
          </a:prstGeom>
          <a:solidFill>
            <a:srgbClr val="E6E4F5"/>
          </a:solidFill>
          <a:ln cap="flat" cmpd="sng" w="9525">
            <a:solidFill>
              <a:schemeClr val="accent5"/>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muxponder</a:t>
            </a:r>
          </a:p>
        </p:txBody>
      </p:sp>
      <p:sp>
        <p:nvSpPr>
          <p:cNvPr id="997" name="Shape 997"/>
          <p:cNvSpPr/>
          <p:nvPr/>
        </p:nvSpPr>
        <p:spPr>
          <a:xfrm>
            <a:off x="3365187" y="2046538"/>
            <a:ext cx="1096964" cy="202457"/>
          </a:xfrm>
          <a:prstGeom prst="rect">
            <a:avLst/>
          </a:prstGeom>
          <a:solidFill>
            <a:srgbClr val="CCFFCC"/>
          </a:solidFill>
          <a:ln cap="flat" cmpd="sng" w="9525">
            <a:solidFill>
              <a:srgbClr val="008000"/>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WSS</a:t>
            </a:r>
          </a:p>
        </p:txBody>
      </p:sp>
      <p:sp>
        <p:nvSpPr>
          <p:cNvPr id="998" name="Shape 998"/>
          <p:cNvSpPr/>
          <p:nvPr/>
        </p:nvSpPr>
        <p:spPr>
          <a:xfrm>
            <a:off x="3365187" y="1806393"/>
            <a:ext cx="1096964" cy="227957"/>
          </a:xfrm>
          <a:prstGeom prst="rect">
            <a:avLst/>
          </a:prstGeom>
          <a:solidFill>
            <a:srgbClr val="D5E5F2"/>
          </a:solidFill>
          <a:ln cap="flat" cmpd="sng" w="9525">
            <a:solidFill>
              <a:schemeClr val="accent1"/>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WSS</a:t>
            </a:r>
          </a:p>
        </p:txBody>
      </p:sp>
      <p:cxnSp>
        <p:nvCxnSpPr>
          <p:cNvPr id="999" name="Shape 999"/>
          <p:cNvCxnSpPr/>
          <p:nvPr/>
        </p:nvCxnSpPr>
        <p:spPr>
          <a:xfrm>
            <a:off x="4465732" y="1870448"/>
            <a:ext cx="668776" cy="0"/>
          </a:xfrm>
          <a:prstGeom prst="straightConnector1">
            <a:avLst/>
          </a:prstGeom>
          <a:noFill/>
          <a:ln cap="flat" cmpd="sng" w="25400">
            <a:solidFill>
              <a:srgbClr val="800000"/>
            </a:solidFill>
            <a:prstDash val="solid"/>
            <a:round/>
            <a:headEnd len="med" w="med" type="none"/>
            <a:tailEnd len="med" w="med" type="none"/>
          </a:ln>
        </p:spPr>
      </p:cxnSp>
      <p:cxnSp>
        <p:nvCxnSpPr>
          <p:cNvPr id="1000" name="Shape 1000"/>
          <p:cNvCxnSpPr/>
          <p:nvPr/>
        </p:nvCxnSpPr>
        <p:spPr>
          <a:xfrm>
            <a:off x="4465732" y="1973766"/>
            <a:ext cx="668776" cy="0"/>
          </a:xfrm>
          <a:prstGeom prst="straightConnector1">
            <a:avLst/>
          </a:prstGeom>
          <a:noFill/>
          <a:ln cap="flat" cmpd="sng" w="25400">
            <a:solidFill>
              <a:srgbClr val="800000"/>
            </a:solidFill>
            <a:prstDash val="solid"/>
            <a:round/>
            <a:headEnd len="med" w="med" type="none"/>
            <a:tailEnd len="med" w="med" type="none"/>
          </a:ln>
        </p:spPr>
      </p:cxnSp>
      <p:cxnSp>
        <p:nvCxnSpPr>
          <p:cNvPr id="1001" name="Shape 1001"/>
          <p:cNvCxnSpPr/>
          <p:nvPr/>
        </p:nvCxnSpPr>
        <p:spPr>
          <a:xfrm>
            <a:off x="4465732" y="2081125"/>
            <a:ext cx="668776" cy="0"/>
          </a:xfrm>
          <a:prstGeom prst="straightConnector1">
            <a:avLst/>
          </a:prstGeom>
          <a:noFill/>
          <a:ln cap="flat" cmpd="sng" w="25400">
            <a:solidFill>
              <a:srgbClr val="800000"/>
            </a:solidFill>
            <a:prstDash val="solid"/>
            <a:round/>
            <a:headEnd len="med" w="med" type="none"/>
            <a:tailEnd len="med" w="med" type="none"/>
          </a:ln>
        </p:spPr>
      </p:cxnSp>
      <p:sp>
        <p:nvSpPr>
          <p:cNvPr id="1002" name="Shape 1002"/>
          <p:cNvSpPr txBox="1"/>
          <p:nvPr/>
        </p:nvSpPr>
        <p:spPr>
          <a:xfrm>
            <a:off x="5177275" y="1756773"/>
            <a:ext cx="911365" cy="46166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Calibri"/>
              <a:buNone/>
            </a:pPr>
            <a:r>
              <a:rPr b="0" i="0" lang="en" sz="1200" u="none" cap="none" strike="noStrike">
                <a:solidFill>
                  <a:schemeClr val="dk1"/>
                </a:solidFill>
                <a:latin typeface="Calibri"/>
                <a:ea typeface="Calibri"/>
                <a:cs typeface="Calibri"/>
                <a:sym typeface="Calibri"/>
              </a:rPr>
              <a:t>To optical transport</a:t>
            </a:r>
          </a:p>
        </p:txBody>
      </p:sp>
      <p:cxnSp>
        <p:nvCxnSpPr>
          <p:cNvPr id="1003" name="Shape 1003"/>
          <p:cNvCxnSpPr/>
          <p:nvPr/>
        </p:nvCxnSpPr>
        <p:spPr>
          <a:xfrm>
            <a:off x="4301303" y="1285349"/>
            <a:ext cx="0" cy="466268"/>
          </a:xfrm>
          <a:prstGeom prst="straightConnector1">
            <a:avLst/>
          </a:prstGeom>
          <a:noFill/>
          <a:ln cap="flat" cmpd="sng" w="12700">
            <a:solidFill>
              <a:schemeClr val="accent6"/>
            </a:solidFill>
            <a:prstDash val="solid"/>
            <a:round/>
            <a:headEnd len="med" w="med" type="stealth"/>
            <a:tailEnd len="med" w="med" type="stealth"/>
          </a:ln>
        </p:spPr>
      </p:cxnSp>
      <p:sp>
        <p:nvSpPr>
          <p:cNvPr id="1004" name="Shape 1004"/>
          <p:cNvSpPr/>
          <p:nvPr/>
        </p:nvSpPr>
        <p:spPr>
          <a:xfrm>
            <a:off x="2066241" y="1751616"/>
            <a:ext cx="728564" cy="685661"/>
          </a:xfrm>
          <a:prstGeom prst="rect">
            <a:avLst/>
          </a:prstGeom>
          <a:solidFill>
            <a:srgbClr val="DCEDF0"/>
          </a:solidFill>
          <a:ln cap="flat" cmpd="sng" w="9525">
            <a:solidFill>
              <a:schemeClr val="accent4"/>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3200" u="none" cap="none" strike="noStrike">
                <a:solidFill>
                  <a:schemeClr val="dk1"/>
                </a:solidFill>
                <a:latin typeface="Arial"/>
                <a:ea typeface="Arial"/>
                <a:cs typeface="Arial"/>
                <a:sym typeface="Arial"/>
              </a:rPr>
              <a:t>X</a:t>
            </a:r>
          </a:p>
        </p:txBody>
      </p:sp>
      <p:cxnSp>
        <p:nvCxnSpPr>
          <p:cNvPr id="1005" name="Shape 1005"/>
          <p:cNvCxnSpPr>
            <a:stCxn id="995" idx="1"/>
          </p:cNvCxnSpPr>
          <p:nvPr/>
        </p:nvCxnSpPr>
        <p:spPr>
          <a:xfrm rot="10800000">
            <a:off x="2794867" y="2310583"/>
            <a:ext cx="573900" cy="260100"/>
          </a:xfrm>
          <a:prstGeom prst="straightConnector1">
            <a:avLst/>
          </a:prstGeom>
          <a:noFill/>
          <a:ln cap="flat" cmpd="sng" w="28575">
            <a:solidFill>
              <a:srgbClr val="666666"/>
            </a:solidFill>
            <a:prstDash val="solid"/>
            <a:round/>
            <a:headEnd len="med" w="med" type="none"/>
            <a:tailEnd len="med" w="med" type="none"/>
          </a:ln>
        </p:spPr>
      </p:cxnSp>
      <p:cxnSp>
        <p:nvCxnSpPr>
          <p:cNvPr id="1006" name="Shape 1006"/>
          <p:cNvCxnSpPr>
            <a:stCxn id="996" idx="1"/>
          </p:cNvCxnSpPr>
          <p:nvPr/>
        </p:nvCxnSpPr>
        <p:spPr>
          <a:xfrm rot="10800000">
            <a:off x="2794867" y="2260013"/>
            <a:ext cx="573900" cy="101100"/>
          </a:xfrm>
          <a:prstGeom prst="straightConnector1">
            <a:avLst/>
          </a:prstGeom>
          <a:noFill/>
          <a:ln cap="flat" cmpd="sng" w="28575">
            <a:solidFill>
              <a:srgbClr val="666666"/>
            </a:solidFill>
            <a:prstDash val="solid"/>
            <a:round/>
            <a:headEnd len="med" w="med" type="none"/>
            <a:tailEnd len="med" w="med" type="none"/>
          </a:ln>
        </p:spPr>
      </p:cxnSp>
      <p:cxnSp>
        <p:nvCxnSpPr>
          <p:cNvPr id="1007" name="Shape 1007"/>
          <p:cNvCxnSpPr/>
          <p:nvPr/>
        </p:nvCxnSpPr>
        <p:spPr>
          <a:xfrm rot="10800000">
            <a:off x="2794806" y="2199514"/>
            <a:ext cx="573960" cy="0"/>
          </a:xfrm>
          <a:prstGeom prst="straightConnector1">
            <a:avLst/>
          </a:prstGeom>
          <a:noFill/>
          <a:ln cap="flat" cmpd="sng" w="28575">
            <a:solidFill>
              <a:srgbClr val="666666"/>
            </a:solidFill>
            <a:prstDash val="solid"/>
            <a:round/>
            <a:headEnd len="med" w="med" type="none"/>
            <a:tailEnd len="med" w="med" type="none"/>
          </a:ln>
        </p:spPr>
      </p:cxnSp>
      <p:cxnSp>
        <p:nvCxnSpPr>
          <p:cNvPr id="1008" name="Shape 1008"/>
          <p:cNvCxnSpPr/>
          <p:nvPr/>
        </p:nvCxnSpPr>
        <p:spPr>
          <a:xfrm rot="10800000">
            <a:off x="2791227" y="1962292"/>
            <a:ext cx="573960" cy="2641"/>
          </a:xfrm>
          <a:prstGeom prst="straightConnector1">
            <a:avLst/>
          </a:prstGeom>
          <a:noFill/>
          <a:ln cap="flat" cmpd="sng" w="28575">
            <a:solidFill>
              <a:srgbClr val="666666"/>
            </a:solidFill>
            <a:prstDash val="solid"/>
            <a:round/>
            <a:headEnd len="med" w="med" type="none"/>
            <a:tailEnd len="med" w="med" type="none"/>
          </a:ln>
        </p:spPr>
      </p:cxnSp>
      <p:cxnSp>
        <p:nvCxnSpPr>
          <p:cNvPr id="1009" name="Shape 1009"/>
          <p:cNvCxnSpPr>
            <a:stCxn id="997" idx="1"/>
          </p:cNvCxnSpPr>
          <p:nvPr/>
        </p:nvCxnSpPr>
        <p:spPr>
          <a:xfrm rot="10800000">
            <a:off x="2794887" y="2057466"/>
            <a:ext cx="570300" cy="90300"/>
          </a:xfrm>
          <a:prstGeom prst="straightConnector1">
            <a:avLst/>
          </a:prstGeom>
          <a:noFill/>
          <a:ln cap="flat" cmpd="sng" w="28575">
            <a:solidFill>
              <a:srgbClr val="666666"/>
            </a:solidFill>
            <a:prstDash val="solid"/>
            <a:round/>
            <a:headEnd len="med" w="med" type="none"/>
            <a:tailEnd len="med" w="med" type="none"/>
          </a:ln>
        </p:spPr>
      </p:cxnSp>
      <p:cxnSp>
        <p:nvCxnSpPr>
          <p:cNvPr id="1010" name="Shape 1010"/>
          <p:cNvCxnSpPr>
            <a:stCxn id="998" idx="1"/>
          </p:cNvCxnSpPr>
          <p:nvPr/>
        </p:nvCxnSpPr>
        <p:spPr>
          <a:xfrm rot="10800000">
            <a:off x="2794887" y="1854972"/>
            <a:ext cx="570300" cy="65400"/>
          </a:xfrm>
          <a:prstGeom prst="straightConnector1">
            <a:avLst/>
          </a:prstGeom>
          <a:noFill/>
          <a:ln cap="flat" cmpd="sng" w="28575">
            <a:solidFill>
              <a:srgbClr val="666666"/>
            </a:solidFill>
            <a:prstDash val="solid"/>
            <a:round/>
            <a:headEnd len="med" w="med" type="none"/>
            <a:tailEnd len="med" w="med" type="none"/>
          </a:ln>
        </p:spPr>
      </p:cxnSp>
      <p:cxnSp>
        <p:nvCxnSpPr>
          <p:cNvPr id="1011" name="Shape 1011"/>
          <p:cNvCxnSpPr/>
          <p:nvPr/>
        </p:nvCxnSpPr>
        <p:spPr>
          <a:xfrm rot="10800000">
            <a:off x="4465732" y="2319339"/>
            <a:ext cx="668778" cy="0"/>
          </a:xfrm>
          <a:prstGeom prst="straightConnector1">
            <a:avLst/>
          </a:prstGeom>
          <a:noFill/>
          <a:ln cap="flat" cmpd="sng" w="28575">
            <a:solidFill>
              <a:schemeClr val="dk2"/>
            </a:solidFill>
            <a:prstDash val="solid"/>
            <a:round/>
            <a:headEnd len="med" w="med" type="none"/>
            <a:tailEnd len="med" w="med" type="none"/>
          </a:ln>
        </p:spPr>
      </p:cxnSp>
      <p:cxnSp>
        <p:nvCxnSpPr>
          <p:cNvPr id="1012" name="Shape 1012"/>
          <p:cNvCxnSpPr>
            <a:endCxn id="995" idx="3"/>
          </p:cNvCxnSpPr>
          <p:nvPr/>
        </p:nvCxnSpPr>
        <p:spPr>
          <a:xfrm rot="10800000">
            <a:off x="4465732" y="2570683"/>
            <a:ext cx="668700" cy="0"/>
          </a:xfrm>
          <a:prstGeom prst="straightConnector1">
            <a:avLst/>
          </a:prstGeom>
          <a:noFill/>
          <a:ln cap="flat" cmpd="sng" w="28575">
            <a:solidFill>
              <a:schemeClr val="dk2"/>
            </a:solidFill>
            <a:prstDash val="solid"/>
            <a:round/>
            <a:headEnd len="med" w="med" type="none"/>
            <a:tailEnd len="med" w="med" type="none"/>
          </a:ln>
        </p:spPr>
      </p:cxnSp>
      <p:sp>
        <p:nvSpPr>
          <p:cNvPr id="1013" name="Shape 1013"/>
          <p:cNvSpPr txBox="1"/>
          <p:nvPr/>
        </p:nvSpPr>
        <p:spPr>
          <a:xfrm>
            <a:off x="5158141" y="2255649"/>
            <a:ext cx="911365" cy="360099"/>
          </a:xfrm>
          <a:prstGeom prst="rect">
            <a:avLst/>
          </a:prstGeom>
          <a:noFill/>
          <a:ln>
            <a:noFill/>
          </a:ln>
        </p:spPr>
        <p:txBody>
          <a:bodyPr anchorCtr="0" anchor="t" bIns="45700" lIns="91425" rIns="91425" tIns="45700">
            <a:noAutofit/>
          </a:bodyPr>
          <a:lstStyle/>
          <a:p>
            <a:pPr indent="0" lvl="0" marL="0" marR="0" rtl="0" algn="ctr">
              <a:lnSpc>
                <a:spcPct val="70000"/>
              </a:lnSpc>
              <a:spcBef>
                <a:spcPts val="0"/>
              </a:spcBef>
              <a:spcAft>
                <a:spcPts val="0"/>
              </a:spcAft>
              <a:buClr>
                <a:srgbClr val="000000"/>
              </a:buClr>
              <a:buSzPct val="25000"/>
              <a:buFont typeface="Calibri"/>
              <a:buNone/>
            </a:pPr>
            <a:r>
              <a:rPr b="0" i="0" lang="en" sz="1200" u="none" cap="none" strike="noStrike">
                <a:solidFill>
                  <a:srgbClr val="000000"/>
                </a:solidFill>
                <a:latin typeface="Calibri"/>
                <a:ea typeface="Calibri"/>
                <a:cs typeface="Calibri"/>
                <a:sym typeface="Calibri"/>
              </a:rPr>
              <a:t>To packet layer</a:t>
            </a:r>
          </a:p>
        </p:txBody>
      </p:sp>
      <p:sp>
        <p:nvSpPr>
          <p:cNvPr id="1014" name="Shape 1014"/>
          <p:cNvSpPr/>
          <p:nvPr/>
        </p:nvSpPr>
        <p:spPr>
          <a:xfrm>
            <a:off x="5182317" y="1813821"/>
            <a:ext cx="127280" cy="386912"/>
          </a:xfrm>
          <a:prstGeom prst="rightBrace">
            <a:avLst>
              <a:gd fmla="val 8333" name="adj1"/>
              <a:gd fmla="val 50000" name="adj2"/>
            </a:avLst>
          </a:prstGeom>
          <a:noFill/>
          <a:ln cap="flat" cmpd="sng" w="12700">
            <a:solidFill>
              <a:schemeClr val="lt2"/>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
        <p:nvSpPr>
          <p:cNvPr id="1015" name="Shape 1015"/>
          <p:cNvSpPr txBox="1"/>
          <p:nvPr/>
        </p:nvSpPr>
        <p:spPr>
          <a:xfrm>
            <a:off x="1834873" y="2354391"/>
            <a:ext cx="1206862" cy="276998"/>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0" i="0" lang="en" sz="1200" u="none" cap="none" strike="noStrike">
                <a:solidFill>
                  <a:srgbClr val="000000"/>
                </a:solidFill>
                <a:latin typeface="Calibri"/>
                <a:ea typeface="Calibri"/>
                <a:cs typeface="Calibri"/>
                <a:sym typeface="Calibri"/>
              </a:rPr>
              <a:t>Backplane</a:t>
            </a:r>
          </a:p>
        </p:txBody>
      </p:sp>
      <p:sp>
        <p:nvSpPr>
          <p:cNvPr id="1016" name="Shape 1016"/>
          <p:cNvSpPr/>
          <p:nvPr/>
        </p:nvSpPr>
        <p:spPr>
          <a:xfrm>
            <a:off x="236312" y="2985003"/>
            <a:ext cx="2078338" cy="680512"/>
          </a:xfrm>
          <a:prstGeom prst="wedgeRoundRectCallout">
            <a:avLst>
              <a:gd fmla="val 86437" name="adj1"/>
              <a:gd fmla="val -123252" name="adj2"/>
              <a:gd fmla="val 16667" name="adj3"/>
            </a:avLst>
          </a:prstGeom>
          <a:solidFill>
            <a:srgbClr val="EFD0D0"/>
          </a:solidFill>
          <a:ln cap="flat" cmpd="sng" w="9525">
            <a:solidFill>
              <a:schemeClr val="accent6"/>
            </a:solidFill>
            <a:prstDash val="solid"/>
            <a:round/>
            <a:headEnd len="med" w="med" type="none"/>
            <a:tailEnd len="med" w="med" type="none"/>
          </a:ln>
        </p:spPr>
        <p:txBody>
          <a:bodyPr anchorCtr="0" anchor="ctr" bIns="45700" lIns="91425" rIns="91425" tIns="45700">
            <a:noAutofit/>
          </a:bodyPr>
          <a:lstStyle/>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1x20 WSS, 1U</a:t>
            </a:r>
          </a:p>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8x2 transponder, 1U</a:t>
            </a:r>
          </a:p>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160x160 backplane, 7U</a:t>
            </a:r>
          </a:p>
        </p:txBody>
      </p:sp>
      <p:grpSp>
        <p:nvGrpSpPr>
          <p:cNvPr id="1017" name="Shape 1017"/>
          <p:cNvGrpSpPr/>
          <p:nvPr/>
        </p:nvGrpSpPr>
        <p:grpSpPr>
          <a:xfrm>
            <a:off x="7205860" y="1026782"/>
            <a:ext cx="1852789" cy="2321362"/>
            <a:chOff x="205038" y="910211"/>
            <a:chExt cx="3068460" cy="3844477"/>
          </a:xfrm>
        </p:grpSpPr>
        <p:pic>
          <p:nvPicPr>
            <p:cNvPr id="1018" name="Shape 1018"/>
            <p:cNvPicPr preferRelativeResize="0"/>
            <p:nvPr/>
          </p:nvPicPr>
          <p:blipFill rotWithShape="1">
            <a:blip r:embed="rId4">
              <a:alphaModFix/>
            </a:blip>
            <a:srcRect b="0" l="0" r="61744" t="0"/>
            <a:stretch/>
          </p:blipFill>
          <p:spPr>
            <a:xfrm>
              <a:off x="205038" y="3010518"/>
              <a:ext cx="1229030" cy="381703"/>
            </a:xfrm>
            <a:prstGeom prst="rect">
              <a:avLst/>
            </a:prstGeom>
            <a:noFill/>
            <a:ln>
              <a:noFill/>
            </a:ln>
          </p:spPr>
        </p:pic>
        <p:pic>
          <p:nvPicPr>
            <p:cNvPr id="1019" name="Shape 1019"/>
            <p:cNvPicPr preferRelativeResize="0"/>
            <p:nvPr/>
          </p:nvPicPr>
          <p:blipFill rotWithShape="1">
            <a:blip r:embed="rId5">
              <a:alphaModFix/>
            </a:blip>
            <a:srcRect b="0" l="0" r="0" t="0"/>
            <a:stretch/>
          </p:blipFill>
          <p:spPr>
            <a:xfrm>
              <a:off x="569997" y="910211"/>
              <a:ext cx="1788562" cy="534025"/>
            </a:xfrm>
            <a:prstGeom prst="rect">
              <a:avLst/>
            </a:prstGeom>
            <a:noFill/>
            <a:ln>
              <a:noFill/>
            </a:ln>
          </p:spPr>
        </p:pic>
        <p:pic>
          <p:nvPicPr>
            <p:cNvPr id="1020" name="Shape 1020"/>
            <p:cNvPicPr preferRelativeResize="0"/>
            <p:nvPr/>
          </p:nvPicPr>
          <p:blipFill rotWithShape="1">
            <a:blip r:embed="rId6">
              <a:alphaModFix/>
            </a:blip>
            <a:srcRect b="0" l="0" r="0" t="0"/>
            <a:stretch/>
          </p:blipFill>
          <p:spPr>
            <a:xfrm>
              <a:off x="926933" y="4025728"/>
              <a:ext cx="1255430" cy="728959"/>
            </a:xfrm>
            <a:prstGeom prst="rect">
              <a:avLst/>
            </a:prstGeom>
            <a:noFill/>
            <a:ln>
              <a:noFill/>
            </a:ln>
          </p:spPr>
        </p:pic>
        <p:pic>
          <p:nvPicPr>
            <p:cNvPr id="1021" name="Shape 1021"/>
            <p:cNvPicPr preferRelativeResize="0"/>
            <p:nvPr/>
          </p:nvPicPr>
          <p:blipFill rotWithShape="1">
            <a:blip r:embed="rId7">
              <a:alphaModFix/>
            </a:blip>
            <a:srcRect b="0" l="0" r="0" t="0"/>
            <a:stretch/>
          </p:blipFill>
          <p:spPr>
            <a:xfrm>
              <a:off x="1966364" y="2842653"/>
              <a:ext cx="1307134" cy="660102"/>
            </a:xfrm>
            <a:prstGeom prst="rect">
              <a:avLst/>
            </a:prstGeom>
            <a:noFill/>
            <a:ln>
              <a:noFill/>
            </a:ln>
          </p:spPr>
        </p:pic>
        <p:pic>
          <p:nvPicPr>
            <p:cNvPr id="1022" name="Shape 1022"/>
            <p:cNvPicPr preferRelativeResize="0"/>
            <p:nvPr/>
          </p:nvPicPr>
          <p:blipFill rotWithShape="1">
            <a:blip r:embed="rId8">
              <a:alphaModFix/>
            </a:blip>
            <a:srcRect b="0" l="0" r="0" t="0"/>
            <a:stretch/>
          </p:blipFill>
          <p:spPr>
            <a:xfrm>
              <a:off x="380830" y="1734835"/>
              <a:ext cx="2588042" cy="921948"/>
            </a:xfrm>
            <a:prstGeom prst="rect">
              <a:avLst/>
            </a:prstGeom>
            <a:noFill/>
            <a:ln>
              <a:noFill/>
            </a:ln>
          </p:spPr>
        </p:pic>
      </p:grpSp>
      <p:cxnSp>
        <p:nvCxnSpPr>
          <p:cNvPr id="1023" name="Shape 1023"/>
          <p:cNvCxnSpPr>
            <a:endCxn id="1004" idx="0"/>
          </p:cNvCxnSpPr>
          <p:nvPr/>
        </p:nvCxnSpPr>
        <p:spPr>
          <a:xfrm flipH="1">
            <a:off x="2430523" y="1267416"/>
            <a:ext cx="938100" cy="484200"/>
          </a:xfrm>
          <a:prstGeom prst="straightConnector1">
            <a:avLst/>
          </a:prstGeom>
          <a:noFill/>
          <a:ln cap="flat" cmpd="sng" w="12700">
            <a:solidFill>
              <a:schemeClr val="accent6"/>
            </a:solidFill>
            <a:prstDash val="solid"/>
            <a:round/>
            <a:headEnd len="med" w="med" type="stealth"/>
            <a:tailEnd len="med" w="med" type="stealth"/>
          </a:ln>
        </p:spPr>
      </p:cxnSp>
      <p:cxnSp>
        <p:nvCxnSpPr>
          <p:cNvPr id="1024" name="Shape 1024"/>
          <p:cNvCxnSpPr/>
          <p:nvPr/>
        </p:nvCxnSpPr>
        <p:spPr>
          <a:xfrm>
            <a:off x="4465732" y="2187464"/>
            <a:ext cx="668776" cy="0"/>
          </a:xfrm>
          <a:prstGeom prst="straightConnector1">
            <a:avLst/>
          </a:prstGeom>
          <a:noFill/>
          <a:ln cap="flat" cmpd="sng" w="25400">
            <a:solidFill>
              <a:srgbClr val="800000"/>
            </a:solidFill>
            <a:prstDash val="solid"/>
            <a:round/>
            <a:headEnd len="med" w="med" type="none"/>
            <a:tailEnd len="med" w="med" type="none"/>
          </a:ln>
        </p:spPr>
      </p:cxnSp>
      <p:sp>
        <p:nvSpPr>
          <p:cNvPr id="1025" name="Shape 1025"/>
          <p:cNvSpPr/>
          <p:nvPr/>
        </p:nvSpPr>
        <p:spPr>
          <a:xfrm>
            <a:off x="2203152" y="913091"/>
            <a:ext cx="3574612" cy="330827"/>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1050" u="none" cap="none" strike="noStrike">
                <a:solidFill>
                  <a:srgbClr val="FFFFFF"/>
                </a:solidFill>
                <a:latin typeface="Calibri"/>
                <a:ea typeface="Calibri"/>
                <a:cs typeface="Calibri"/>
                <a:sym typeface="Calibri"/>
              </a:rPr>
              <a:t>ONOS</a:t>
            </a:r>
          </a:p>
        </p:txBody>
      </p:sp>
      <p:sp>
        <p:nvSpPr>
          <p:cNvPr id="1026" name="Shape 1026"/>
          <p:cNvSpPr txBox="1"/>
          <p:nvPr/>
        </p:nvSpPr>
        <p:spPr>
          <a:xfrm>
            <a:off x="2842916" y="1343329"/>
            <a:ext cx="1610549" cy="46166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OpenFlow, SNMP,</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NETCONF, REST</a:t>
            </a:r>
          </a:p>
        </p:txBody>
      </p:sp>
      <p:sp>
        <p:nvSpPr>
          <p:cNvPr id="1027" name="Shape 1027"/>
          <p:cNvSpPr/>
          <p:nvPr/>
        </p:nvSpPr>
        <p:spPr>
          <a:xfrm>
            <a:off x="3996150" y="653714"/>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Power Management</a:t>
            </a:r>
          </a:p>
        </p:txBody>
      </p:sp>
      <p:sp>
        <p:nvSpPr>
          <p:cNvPr id="1028" name="Shape 1028"/>
          <p:cNvSpPr/>
          <p:nvPr/>
        </p:nvSpPr>
        <p:spPr>
          <a:xfrm>
            <a:off x="3118952" y="65772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Alarm Handling</a:t>
            </a:r>
          </a:p>
        </p:txBody>
      </p:sp>
      <p:sp>
        <p:nvSpPr>
          <p:cNvPr id="1029" name="Shape 1029"/>
          <p:cNvSpPr/>
          <p:nvPr/>
        </p:nvSpPr>
        <p:spPr>
          <a:xfrm>
            <a:off x="2235794" y="65803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Bandwidth</a:t>
            </a:r>
            <a:br>
              <a:rPr b="0" i="0" lang="en" sz="800" u="none" cap="none" strike="noStrike">
                <a:solidFill>
                  <a:srgbClr val="FFFFFF"/>
                </a:solidFill>
                <a:latin typeface="Calibri"/>
                <a:ea typeface="Calibri"/>
                <a:cs typeface="Calibri"/>
                <a:sym typeface="Calibri"/>
              </a:rPr>
            </a:br>
            <a:r>
              <a:rPr b="0" i="0" lang="en" sz="800" u="none" cap="none" strike="noStrike">
                <a:solidFill>
                  <a:srgbClr val="FFFFFF"/>
                </a:solidFill>
                <a:latin typeface="Calibri"/>
                <a:ea typeface="Calibri"/>
                <a:cs typeface="Calibri"/>
                <a:sym typeface="Calibri"/>
              </a:rPr>
              <a:t>On Demand</a:t>
            </a:r>
          </a:p>
        </p:txBody>
      </p:sp>
      <p:sp>
        <p:nvSpPr>
          <p:cNvPr id="1030" name="Shape 1030"/>
          <p:cNvSpPr/>
          <p:nvPr/>
        </p:nvSpPr>
        <p:spPr>
          <a:xfrm>
            <a:off x="5187103" y="2255336"/>
            <a:ext cx="127280" cy="386912"/>
          </a:xfrm>
          <a:prstGeom prst="rightBrace">
            <a:avLst>
              <a:gd fmla="val 8333" name="adj1"/>
              <a:gd fmla="val 50000" name="adj2"/>
            </a:avLst>
          </a:prstGeom>
          <a:noFill/>
          <a:ln cap="flat" cmpd="sng" w="12700">
            <a:solidFill>
              <a:schemeClr val="lt2"/>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
        <p:nvSpPr>
          <p:cNvPr id="1031" name="Shape 1031"/>
          <p:cNvSpPr/>
          <p:nvPr/>
        </p:nvSpPr>
        <p:spPr>
          <a:xfrm>
            <a:off x="4895808" y="653714"/>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Optical Restoration</a:t>
            </a:r>
          </a:p>
        </p:txBody>
      </p:sp>
      <p:grpSp>
        <p:nvGrpSpPr>
          <p:cNvPr id="1032" name="Shape 1032"/>
          <p:cNvGrpSpPr/>
          <p:nvPr/>
        </p:nvGrpSpPr>
        <p:grpSpPr>
          <a:xfrm>
            <a:off x="3084956" y="3325260"/>
            <a:ext cx="1316122" cy="1609471"/>
            <a:chOff x="3197546" y="3413696"/>
            <a:chExt cx="1078692" cy="1319121"/>
          </a:xfrm>
        </p:grpSpPr>
        <p:grpSp>
          <p:nvGrpSpPr>
            <p:cNvPr id="1033" name="Shape 1033"/>
            <p:cNvGrpSpPr/>
            <p:nvPr/>
          </p:nvGrpSpPr>
          <p:grpSpPr>
            <a:xfrm>
              <a:off x="3197546" y="3621060"/>
              <a:ext cx="1075588" cy="1111757"/>
              <a:chOff x="3197546" y="3621060"/>
              <a:chExt cx="1075588" cy="1111757"/>
            </a:xfrm>
          </p:grpSpPr>
          <p:pic>
            <p:nvPicPr>
              <p:cNvPr id="1034" name="Shape 1034"/>
              <p:cNvPicPr preferRelativeResize="0"/>
              <p:nvPr/>
            </p:nvPicPr>
            <p:blipFill rotWithShape="1">
              <a:blip r:embed="rId9">
                <a:alphaModFix/>
              </a:blip>
              <a:srcRect b="14202" l="-9309" r="-1" t="0"/>
              <a:stretch/>
            </p:blipFill>
            <p:spPr>
              <a:xfrm>
                <a:off x="3199888" y="4361401"/>
                <a:ext cx="1058800" cy="371416"/>
              </a:xfrm>
              <a:prstGeom prst="rect">
                <a:avLst/>
              </a:prstGeom>
              <a:noFill/>
              <a:ln>
                <a:noFill/>
              </a:ln>
            </p:spPr>
          </p:pic>
          <p:pic>
            <p:nvPicPr>
              <p:cNvPr id="1035" name="Shape 1035"/>
              <p:cNvPicPr preferRelativeResize="0"/>
              <p:nvPr/>
            </p:nvPicPr>
            <p:blipFill rotWithShape="1">
              <a:blip r:embed="rId9">
                <a:alphaModFix/>
              </a:blip>
              <a:srcRect b="14202" l="-9309" r="-1" t="0"/>
              <a:stretch/>
            </p:blipFill>
            <p:spPr>
              <a:xfrm>
                <a:off x="3214334" y="4188307"/>
                <a:ext cx="1058800" cy="371416"/>
              </a:xfrm>
              <a:prstGeom prst="rect">
                <a:avLst/>
              </a:prstGeom>
              <a:noFill/>
              <a:ln>
                <a:noFill/>
              </a:ln>
            </p:spPr>
          </p:pic>
          <p:pic>
            <p:nvPicPr>
              <p:cNvPr id="1036" name="Shape 1036"/>
              <p:cNvPicPr preferRelativeResize="0"/>
              <p:nvPr/>
            </p:nvPicPr>
            <p:blipFill rotWithShape="1">
              <a:blip r:embed="rId9">
                <a:alphaModFix/>
              </a:blip>
              <a:srcRect b="14202" l="-9309" r="-1" t="0"/>
              <a:stretch/>
            </p:blipFill>
            <p:spPr>
              <a:xfrm>
                <a:off x="3197546" y="4009435"/>
                <a:ext cx="1058800" cy="371416"/>
              </a:xfrm>
              <a:prstGeom prst="rect">
                <a:avLst/>
              </a:prstGeom>
              <a:noFill/>
              <a:ln>
                <a:noFill/>
              </a:ln>
            </p:spPr>
          </p:pic>
          <p:pic>
            <p:nvPicPr>
              <p:cNvPr id="1037" name="Shape 1037"/>
              <p:cNvPicPr preferRelativeResize="0"/>
              <p:nvPr/>
            </p:nvPicPr>
            <p:blipFill rotWithShape="1">
              <a:blip r:embed="rId9">
                <a:alphaModFix/>
              </a:blip>
              <a:srcRect b="14202" l="-9309" r="-1" t="0"/>
              <a:stretch/>
            </p:blipFill>
            <p:spPr>
              <a:xfrm>
                <a:off x="3214334" y="3828301"/>
                <a:ext cx="1058800" cy="371416"/>
              </a:xfrm>
              <a:prstGeom prst="rect">
                <a:avLst/>
              </a:prstGeom>
              <a:noFill/>
              <a:ln>
                <a:noFill/>
              </a:ln>
            </p:spPr>
          </p:pic>
          <p:pic>
            <p:nvPicPr>
              <p:cNvPr id="1038" name="Shape 1038"/>
              <p:cNvPicPr preferRelativeResize="0"/>
              <p:nvPr/>
            </p:nvPicPr>
            <p:blipFill rotWithShape="1">
              <a:blip r:embed="rId9">
                <a:alphaModFix/>
              </a:blip>
              <a:srcRect b="14202" l="-9309" r="-1" t="0"/>
              <a:stretch/>
            </p:blipFill>
            <p:spPr>
              <a:xfrm>
                <a:off x="3214334" y="3621060"/>
                <a:ext cx="1058800" cy="371416"/>
              </a:xfrm>
              <a:prstGeom prst="rect">
                <a:avLst/>
              </a:prstGeom>
              <a:noFill/>
              <a:ln>
                <a:noFill/>
              </a:ln>
            </p:spPr>
          </p:pic>
        </p:grpSp>
        <p:pic>
          <p:nvPicPr>
            <p:cNvPr id="1039" name="Shape 1039"/>
            <p:cNvPicPr preferRelativeResize="0"/>
            <p:nvPr/>
          </p:nvPicPr>
          <p:blipFill rotWithShape="1">
            <a:blip r:embed="rId9">
              <a:alphaModFix/>
            </a:blip>
            <a:srcRect b="14202" l="-9309" r="-1" t="0"/>
            <a:stretch/>
          </p:blipFill>
          <p:spPr>
            <a:xfrm>
              <a:off x="3217438" y="3413696"/>
              <a:ext cx="1058800" cy="371416"/>
            </a:xfrm>
            <a:prstGeom prst="rect">
              <a:avLst/>
            </a:prstGeom>
            <a:noFill/>
            <a:ln>
              <a:noFill/>
            </a:ln>
          </p:spPr>
        </p:pic>
      </p:grpSp>
      <p:graphicFrame>
        <p:nvGraphicFramePr>
          <p:cNvPr id="1040" name="Shape 1040"/>
          <p:cNvGraphicFramePr/>
          <p:nvPr/>
        </p:nvGraphicFramePr>
        <p:xfrm>
          <a:off x="4971494" y="3594558"/>
          <a:ext cx="3000000" cy="3000000"/>
        </p:xfrm>
        <a:graphic>
          <a:graphicData uri="http://schemas.openxmlformats.org/drawingml/2006/table">
            <a:tbl>
              <a:tblPr bandRow="1" firstRow="1">
                <a:noFill/>
                <a:tableStyleId>{BB5BFA55-6473-4471-ADCC-175813C6BCFC}</a:tableStyleId>
              </a:tblPr>
              <a:tblGrid>
                <a:gridCol w="2071300"/>
                <a:gridCol w="2071300"/>
              </a:tblGrid>
              <a:tr h="270950">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lang="en" sz="1100" u="none" cap="none" strike="noStrike"/>
                        <a:t>Vertical integration</a:t>
                      </a:r>
                    </a:p>
                  </a:txBody>
                  <a:tcPr marT="45725" marB="45725" marR="91450" marL="91450"/>
                </a:tc>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lang="en" sz="1100" u="none" cap="none" strike="noStrike"/>
                        <a:t>Disaggregated</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Vendor lock-in</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Multi vendor</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One size fits all</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Rightsize</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Forklift upgrade</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Piece-wise upgrade</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System integration</a:t>
                      </a:r>
                    </a:p>
                  </a:txBody>
                  <a:tcPr marT="45725" marB="45725" marR="91450" marL="91450"/>
                </a:tc>
                <a:tc>
                  <a:txBody>
                    <a:bodyPr>
                      <a:noAutofit/>
                    </a:bodyPr>
                    <a:lstStyle/>
                    <a:p>
                      <a:pPr indent="0" lvl="0" marL="0" marR="0" rtl="0" algn="ctr">
                        <a:lnSpc>
                          <a:spcPct val="100000"/>
                        </a:lnSpc>
                        <a:spcBef>
                          <a:spcPts val="0"/>
                        </a:spcBef>
                        <a:spcAft>
                          <a:spcPts val="0"/>
                        </a:spcAft>
                        <a:buClr>
                          <a:schemeClr val="accent2"/>
                        </a:buClr>
                        <a:buSzPct val="25000"/>
                        <a:buFont typeface="Arial"/>
                        <a:buNone/>
                      </a:pPr>
                      <a:r>
                        <a:rPr b="1" lang="en" sz="1100" u="none" cap="none" strike="noStrike">
                          <a:solidFill>
                            <a:schemeClr val="accent2"/>
                          </a:solidFill>
                        </a:rPr>
                        <a:t>Software-driven integration</a:t>
                      </a:r>
                    </a:p>
                  </a:txBody>
                  <a:tcPr marT="45725" marB="45725" marR="91450" marL="91450"/>
                </a:tc>
              </a:tr>
            </a:tbl>
          </a:graphicData>
        </a:graphic>
      </p:graphicFrame>
      <p:cxnSp>
        <p:nvCxnSpPr>
          <p:cNvPr id="1041" name="Shape 1041"/>
          <p:cNvCxnSpPr/>
          <p:nvPr/>
        </p:nvCxnSpPr>
        <p:spPr>
          <a:xfrm rot="10800000">
            <a:off x="4467741" y="2404899"/>
            <a:ext cx="668778"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45" name="Shape 1045"/>
        <p:cNvGrpSpPr/>
        <p:nvPr/>
      </p:nvGrpSpPr>
      <p:grpSpPr>
        <a:xfrm>
          <a:off x="0" y="0"/>
          <a:ext cx="0" cy="0"/>
          <a:chOff x="0" y="0"/>
          <a:chExt cx="0" cy="0"/>
        </a:xfrm>
      </p:grpSpPr>
      <p:sp>
        <p:nvSpPr>
          <p:cNvPr id="1046" name="Shape 1046"/>
          <p:cNvSpPr txBox="1"/>
          <p:nvPr>
            <p:ph type="ctrTitle"/>
          </p:nvPr>
        </p:nvSpPr>
        <p:spPr>
          <a:xfrm>
            <a:off x="6934" y="68990"/>
            <a:ext cx="8520600" cy="423000"/>
          </a:xfrm>
          <a:prstGeom prst="rect">
            <a:avLst/>
          </a:prstGeom>
          <a:noFill/>
          <a:ln>
            <a:noFill/>
          </a:ln>
        </p:spPr>
        <p:txBody>
          <a:bodyPr anchorCtr="0" anchor="ctr" bIns="34275" lIns="34275" rIns="34275" tIns="34275">
            <a:noAutofit/>
          </a:bodyPr>
          <a:lstStyle/>
          <a:p>
            <a:pPr indent="0" lvl="0" marL="0" marR="0" rtl="0" algn="l">
              <a:lnSpc>
                <a:spcPct val="100000"/>
              </a:lnSpc>
              <a:spcBef>
                <a:spcPts val="0"/>
              </a:spcBef>
              <a:spcAft>
                <a:spcPts val="0"/>
              </a:spcAft>
              <a:buClr>
                <a:srgbClr val="FFFFFF"/>
              </a:buClr>
              <a:buSzPct val="25000"/>
              <a:buFont typeface="Droid Sans"/>
              <a:buNone/>
            </a:pPr>
            <a:r>
              <a:rPr b="0" lang="en" sz="3000"/>
              <a:t>ONOS Global Deployment</a:t>
            </a:r>
          </a:p>
        </p:txBody>
      </p:sp>
      <p:sp>
        <p:nvSpPr>
          <p:cNvPr id="1047" name="Shape 1047"/>
          <p:cNvSpPr/>
          <p:nvPr/>
        </p:nvSpPr>
        <p:spPr>
          <a:xfrm>
            <a:off x="2978823" y="3759882"/>
            <a:ext cx="4428492" cy="810090"/>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lt1"/>
              </a:solidFill>
              <a:latin typeface="Helvetica Neue"/>
              <a:ea typeface="Helvetica Neue"/>
              <a:cs typeface="Helvetica Neue"/>
              <a:sym typeface="Helvetica Neue"/>
            </a:endParaRPr>
          </a:p>
        </p:txBody>
      </p:sp>
      <p:sp>
        <p:nvSpPr>
          <p:cNvPr id="1048" name="Shape 1048"/>
          <p:cNvSpPr/>
          <p:nvPr/>
        </p:nvSpPr>
        <p:spPr>
          <a:xfrm>
            <a:off x="5774558" y="3718288"/>
            <a:ext cx="1674300" cy="265500"/>
          </a:xfrm>
          <a:prstGeom prst="rect">
            <a:avLst/>
          </a:prstGeom>
          <a:noFill/>
          <a:ln>
            <a:noFill/>
          </a:ln>
        </p:spPr>
        <p:txBody>
          <a:bodyPr anchorCtr="0" anchor="t" bIns="17150" lIns="34275" rIns="34275" tIns="17150">
            <a:noAutofit/>
          </a:bodyPr>
          <a:lstStyle/>
          <a:p>
            <a:pPr indent="0" lvl="0" marL="76200" marR="0" rtl="0" algn="just">
              <a:spcBef>
                <a:spcPts val="0"/>
              </a:spcBef>
              <a:buSzPct val="25000"/>
              <a:buNone/>
            </a:pPr>
            <a:r>
              <a:rPr lang="en" sz="1500">
                <a:latin typeface="Montserrat"/>
                <a:ea typeface="Montserrat"/>
                <a:cs typeface="Montserrat"/>
                <a:sym typeface="Montserrat"/>
              </a:rPr>
              <a:t>Packet-Optical </a:t>
            </a:r>
          </a:p>
        </p:txBody>
      </p:sp>
      <p:sp>
        <p:nvSpPr>
          <p:cNvPr id="1049" name="Shape 1049"/>
          <p:cNvSpPr/>
          <p:nvPr/>
        </p:nvSpPr>
        <p:spPr>
          <a:xfrm>
            <a:off x="2978823" y="2841779"/>
            <a:ext cx="4428492" cy="810090"/>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lt1"/>
              </a:solidFill>
              <a:latin typeface="Helvetica Neue"/>
              <a:ea typeface="Helvetica Neue"/>
              <a:cs typeface="Helvetica Neue"/>
              <a:sym typeface="Helvetica Neue"/>
            </a:endParaRPr>
          </a:p>
        </p:txBody>
      </p:sp>
      <p:sp>
        <p:nvSpPr>
          <p:cNvPr id="1050" name="Shape 1050"/>
          <p:cNvSpPr/>
          <p:nvPr/>
        </p:nvSpPr>
        <p:spPr>
          <a:xfrm>
            <a:off x="4815026" y="2814776"/>
            <a:ext cx="2538281" cy="265457"/>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VPLS / SDX-L2</a:t>
            </a:r>
          </a:p>
        </p:txBody>
      </p:sp>
      <p:sp>
        <p:nvSpPr>
          <p:cNvPr id="1051" name="Shape 1051"/>
          <p:cNvSpPr/>
          <p:nvPr/>
        </p:nvSpPr>
        <p:spPr>
          <a:xfrm>
            <a:off x="2978823" y="1950680"/>
            <a:ext cx="4428492" cy="810090"/>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lt1"/>
              </a:solidFill>
              <a:latin typeface="Helvetica Neue"/>
              <a:ea typeface="Helvetica Neue"/>
              <a:cs typeface="Helvetica Neue"/>
              <a:sym typeface="Helvetica Neue"/>
            </a:endParaRPr>
          </a:p>
        </p:txBody>
      </p:sp>
      <p:sp>
        <p:nvSpPr>
          <p:cNvPr id="1052" name="Shape 1052"/>
          <p:cNvSpPr/>
          <p:nvPr/>
        </p:nvSpPr>
        <p:spPr>
          <a:xfrm>
            <a:off x="3869922" y="1932170"/>
            <a:ext cx="3510390" cy="265457"/>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SDN-IP / SDX-L3 / Castor</a:t>
            </a:r>
          </a:p>
        </p:txBody>
      </p:sp>
      <p:sp>
        <p:nvSpPr>
          <p:cNvPr id="1053" name="Shape 1053"/>
          <p:cNvSpPr/>
          <p:nvPr/>
        </p:nvSpPr>
        <p:spPr>
          <a:xfrm>
            <a:off x="1655675" y="4272938"/>
            <a:ext cx="1242137" cy="265457"/>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Layer 0 /1</a:t>
            </a:r>
          </a:p>
        </p:txBody>
      </p:sp>
      <p:sp>
        <p:nvSpPr>
          <p:cNvPr id="1054" name="Shape 1054"/>
          <p:cNvSpPr/>
          <p:nvPr/>
        </p:nvSpPr>
        <p:spPr>
          <a:xfrm>
            <a:off x="1655675" y="3413415"/>
            <a:ext cx="1242137" cy="265457"/>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Layer 2</a:t>
            </a:r>
          </a:p>
        </p:txBody>
      </p:sp>
      <p:sp>
        <p:nvSpPr>
          <p:cNvPr id="1055" name="Shape 1055"/>
          <p:cNvSpPr/>
          <p:nvPr/>
        </p:nvSpPr>
        <p:spPr>
          <a:xfrm>
            <a:off x="1655675" y="2522316"/>
            <a:ext cx="1242137" cy="265457"/>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Layer 3</a:t>
            </a:r>
          </a:p>
        </p:txBody>
      </p:sp>
      <p:pic>
        <p:nvPicPr>
          <p:cNvPr descr="switch.jpg" id="1056" name="Shape 1056"/>
          <p:cNvPicPr preferRelativeResize="0"/>
          <p:nvPr/>
        </p:nvPicPr>
        <p:blipFill rotWithShape="1">
          <a:blip r:embed="rId3">
            <a:alphaModFix/>
          </a:blip>
          <a:srcRect b="0" l="0" r="0" t="0"/>
          <a:stretch/>
        </p:blipFill>
        <p:spPr>
          <a:xfrm>
            <a:off x="2924816" y="2652759"/>
            <a:ext cx="2538281" cy="1269140"/>
          </a:xfrm>
          <a:prstGeom prst="rect">
            <a:avLst/>
          </a:prstGeom>
          <a:noFill/>
          <a:ln>
            <a:noFill/>
          </a:ln>
        </p:spPr>
      </p:pic>
      <p:pic>
        <p:nvPicPr>
          <p:cNvPr descr="switch.jpg" id="1057" name="Shape 1057"/>
          <p:cNvPicPr preferRelativeResize="0"/>
          <p:nvPr/>
        </p:nvPicPr>
        <p:blipFill rotWithShape="1">
          <a:blip r:embed="rId3">
            <a:alphaModFix/>
          </a:blip>
          <a:srcRect b="0" l="0" r="0" t="0"/>
          <a:stretch/>
        </p:blipFill>
        <p:spPr>
          <a:xfrm>
            <a:off x="3194847" y="2220711"/>
            <a:ext cx="2538281" cy="1269140"/>
          </a:xfrm>
          <a:prstGeom prst="rect">
            <a:avLst/>
          </a:prstGeom>
          <a:noFill/>
          <a:ln>
            <a:noFill/>
          </a:ln>
        </p:spPr>
      </p:pic>
      <p:sp>
        <p:nvSpPr>
          <p:cNvPr id="1058" name="Shape 1058"/>
          <p:cNvSpPr/>
          <p:nvPr/>
        </p:nvSpPr>
        <p:spPr>
          <a:xfrm>
            <a:off x="3357937" y="2352261"/>
            <a:ext cx="2079300" cy="598200"/>
          </a:xfrm>
          <a:prstGeom prst="rect">
            <a:avLst/>
          </a:prstGeom>
          <a:noFill/>
          <a:ln>
            <a:noFill/>
          </a:ln>
        </p:spPr>
        <p:txBody>
          <a:bodyPr anchorCtr="0" anchor="t" bIns="17150" lIns="34275" rIns="34275" tIns="17150">
            <a:noAutofit/>
          </a:bodyPr>
          <a:lstStyle/>
          <a:p>
            <a:pPr indent="0" lvl="0" marL="76200" marR="0" rtl="0" algn="ctr">
              <a:spcBef>
                <a:spcPts val="0"/>
              </a:spcBef>
              <a:buNone/>
            </a:pPr>
            <a:r>
              <a:rPr b="1" i="1" lang="en">
                <a:solidFill>
                  <a:schemeClr val="accent2"/>
                </a:solidFill>
                <a:latin typeface="Droid Sans"/>
                <a:ea typeface="Droid Sans"/>
                <a:cs typeface="Droid Sans"/>
                <a:sym typeface="Droid Sans"/>
              </a:rPr>
              <a:t>OpenFlow switches</a:t>
            </a:r>
          </a:p>
        </p:txBody>
      </p:sp>
      <p:sp>
        <p:nvSpPr>
          <p:cNvPr id="1059" name="Shape 1059"/>
          <p:cNvSpPr/>
          <p:nvPr/>
        </p:nvSpPr>
        <p:spPr>
          <a:xfrm>
            <a:off x="7461321" y="1059581"/>
            <a:ext cx="243026" cy="3510390"/>
          </a:xfrm>
          <a:prstGeom prst="rightBrace">
            <a:avLst>
              <a:gd fmla="val 8333" name="adj1"/>
              <a:gd fmla="val 50000" name="adj2"/>
            </a:avLst>
          </a:prstGeom>
          <a:noFill/>
          <a:ln cap="flat" cmpd="sng" w="25400">
            <a:solidFill>
              <a:srgbClr val="80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060" name="Shape 1060"/>
          <p:cNvSpPr/>
          <p:nvPr/>
        </p:nvSpPr>
        <p:spPr>
          <a:xfrm>
            <a:off x="7722857" y="2517744"/>
            <a:ext cx="1439651" cy="496289"/>
          </a:xfrm>
          <a:prstGeom prst="rect">
            <a:avLst/>
          </a:prstGeom>
          <a:noFill/>
          <a:ln>
            <a:noFill/>
          </a:ln>
        </p:spPr>
        <p:txBody>
          <a:bodyPr anchorCtr="0" anchor="t" bIns="17150" lIns="34275" rIns="34275" tIns="17150">
            <a:noAutofit/>
          </a:bodyPr>
          <a:lstStyle/>
          <a:p>
            <a:pPr indent="0" lvl="0" marL="76200" marR="0" rtl="0" algn="l">
              <a:spcBef>
                <a:spcPts val="0"/>
              </a:spcBef>
              <a:buSzPct val="25000"/>
              <a:buNone/>
            </a:pPr>
            <a:r>
              <a:rPr b="1" lang="en" sz="1500">
                <a:latin typeface="Montserrat"/>
                <a:ea typeface="Montserrat"/>
                <a:cs typeface="Montserrat"/>
                <a:sym typeface="Montserrat"/>
              </a:rPr>
              <a:t>CORD / ONOS Applications</a:t>
            </a:r>
          </a:p>
        </p:txBody>
      </p:sp>
      <p:grpSp>
        <p:nvGrpSpPr>
          <p:cNvPr id="1061" name="Shape 1061"/>
          <p:cNvGrpSpPr/>
          <p:nvPr/>
        </p:nvGrpSpPr>
        <p:grpSpPr>
          <a:xfrm>
            <a:off x="3653898" y="3786884"/>
            <a:ext cx="1197563" cy="738513"/>
            <a:chOff x="9383688" y="9785175"/>
            <a:chExt cx="3193503" cy="1969368"/>
          </a:xfrm>
        </p:grpSpPr>
        <p:pic>
          <p:nvPicPr>
            <p:cNvPr descr="optical.jpg" id="1062" name="Shape 1062"/>
            <p:cNvPicPr preferRelativeResize="0"/>
            <p:nvPr/>
          </p:nvPicPr>
          <p:blipFill rotWithShape="1">
            <a:blip r:embed="rId4">
              <a:alphaModFix/>
            </a:blip>
            <a:srcRect b="0" l="0" r="0" t="0"/>
            <a:stretch/>
          </p:blipFill>
          <p:spPr>
            <a:xfrm>
              <a:off x="9383688" y="10217224"/>
              <a:ext cx="1537320" cy="1537320"/>
            </a:xfrm>
            <a:prstGeom prst="rect">
              <a:avLst/>
            </a:prstGeom>
            <a:noFill/>
            <a:ln>
              <a:noFill/>
            </a:ln>
          </p:spPr>
        </p:pic>
        <p:pic>
          <p:nvPicPr>
            <p:cNvPr descr="optical.jpg" id="1063" name="Shape 1063"/>
            <p:cNvPicPr preferRelativeResize="0"/>
            <p:nvPr/>
          </p:nvPicPr>
          <p:blipFill rotWithShape="1">
            <a:blip r:embed="rId4">
              <a:alphaModFix/>
            </a:blip>
            <a:srcRect b="0" l="0" r="0" t="0"/>
            <a:stretch/>
          </p:blipFill>
          <p:spPr>
            <a:xfrm>
              <a:off x="10247784" y="10001200"/>
              <a:ext cx="1537320" cy="1537320"/>
            </a:xfrm>
            <a:prstGeom prst="rect">
              <a:avLst/>
            </a:prstGeom>
            <a:noFill/>
            <a:ln>
              <a:noFill/>
            </a:ln>
          </p:spPr>
        </p:pic>
        <p:pic>
          <p:nvPicPr>
            <p:cNvPr descr="optical.jpg" id="1064" name="Shape 1064"/>
            <p:cNvPicPr preferRelativeResize="0"/>
            <p:nvPr/>
          </p:nvPicPr>
          <p:blipFill rotWithShape="1">
            <a:blip r:embed="rId4">
              <a:alphaModFix/>
            </a:blip>
            <a:srcRect b="0" l="0" r="0" t="0"/>
            <a:stretch/>
          </p:blipFill>
          <p:spPr>
            <a:xfrm>
              <a:off x="11039871" y="9785175"/>
              <a:ext cx="1537320" cy="1537320"/>
            </a:xfrm>
            <a:prstGeom prst="rect">
              <a:avLst/>
            </a:prstGeom>
            <a:noFill/>
            <a:ln>
              <a:noFill/>
            </a:ln>
          </p:spPr>
        </p:pic>
      </p:grpSp>
      <p:sp>
        <p:nvSpPr>
          <p:cNvPr id="1065" name="Shape 1065"/>
          <p:cNvSpPr/>
          <p:nvPr/>
        </p:nvSpPr>
        <p:spPr>
          <a:xfrm>
            <a:off x="2978823" y="1059581"/>
            <a:ext cx="4428492" cy="810090"/>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lt1"/>
              </a:solidFill>
              <a:latin typeface="Helvetica Neue"/>
              <a:ea typeface="Helvetica Neue"/>
              <a:cs typeface="Helvetica Neue"/>
              <a:sym typeface="Helvetica Neue"/>
            </a:endParaRPr>
          </a:p>
        </p:txBody>
      </p:sp>
      <p:sp>
        <p:nvSpPr>
          <p:cNvPr id="1066" name="Shape 1066"/>
          <p:cNvSpPr/>
          <p:nvPr/>
        </p:nvSpPr>
        <p:spPr>
          <a:xfrm>
            <a:off x="3869922" y="1041071"/>
            <a:ext cx="3510300" cy="265500"/>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(E-)</a:t>
            </a:r>
            <a:r>
              <a:rPr lang="en" sz="1500">
                <a:latin typeface="Montserrat"/>
                <a:ea typeface="Montserrat"/>
                <a:cs typeface="Montserrat"/>
                <a:sym typeface="Montserrat"/>
              </a:rPr>
              <a:t>CORD / XOS</a:t>
            </a:r>
          </a:p>
        </p:txBody>
      </p:sp>
      <p:sp>
        <p:nvSpPr>
          <p:cNvPr id="1067" name="Shape 1067"/>
          <p:cNvSpPr/>
          <p:nvPr/>
        </p:nvSpPr>
        <p:spPr>
          <a:xfrm>
            <a:off x="1250627" y="1631225"/>
            <a:ext cx="1674300" cy="265500"/>
          </a:xfrm>
          <a:prstGeom prst="rect">
            <a:avLst/>
          </a:prstGeom>
          <a:noFill/>
          <a:ln>
            <a:noFill/>
          </a:ln>
        </p:spPr>
        <p:txBody>
          <a:bodyPr anchorCtr="0" anchor="t" bIns="17150" lIns="34275" rIns="34275" tIns="17150">
            <a:noAutofit/>
          </a:bodyPr>
          <a:lstStyle/>
          <a:p>
            <a:pPr indent="0" lvl="0" marL="76200" marR="0" rtl="0" algn="r">
              <a:spcBef>
                <a:spcPts val="0"/>
              </a:spcBef>
              <a:buSzPct val="25000"/>
              <a:buNone/>
            </a:pPr>
            <a:r>
              <a:rPr lang="en" sz="1500">
                <a:latin typeface="Montserrat"/>
                <a:ea typeface="Montserrat"/>
                <a:cs typeface="Montserrat"/>
                <a:sym typeface="Montserrat"/>
              </a:rPr>
              <a:t>Orchestrator</a:t>
            </a:r>
          </a:p>
        </p:txBody>
      </p:sp>
      <p:grpSp>
        <p:nvGrpSpPr>
          <p:cNvPr id="1068" name="Shape 1068"/>
          <p:cNvGrpSpPr/>
          <p:nvPr/>
        </p:nvGrpSpPr>
        <p:grpSpPr>
          <a:xfrm>
            <a:off x="3721596" y="1113588"/>
            <a:ext cx="1741502" cy="701696"/>
            <a:chOff x="8231560" y="2934072"/>
            <a:chExt cx="4644007" cy="1871191"/>
          </a:xfrm>
        </p:grpSpPr>
        <p:pic>
          <p:nvPicPr>
            <p:cNvPr descr="gear.png" id="1069" name="Shape 1069"/>
            <p:cNvPicPr preferRelativeResize="0"/>
            <p:nvPr/>
          </p:nvPicPr>
          <p:blipFill rotWithShape="1">
            <a:blip r:embed="rId5">
              <a:alphaModFix/>
            </a:blip>
            <a:srcRect b="0" l="0" r="0" t="0"/>
            <a:stretch/>
          </p:blipFill>
          <p:spPr>
            <a:xfrm>
              <a:off x="8231560" y="3617639"/>
              <a:ext cx="1187624" cy="1187624"/>
            </a:xfrm>
            <a:prstGeom prst="rect">
              <a:avLst/>
            </a:prstGeom>
            <a:noFill/>
            <a:ln>
              <a:noFill/>
            </a:ln>
          </p:spPr>
        </p:pic>
        <p:pic>
          <p:nvPicPr>
            <p:cNvPr descr="gear.png" id="1070" name="Shape 1070"/>
            <p:cNvPicPr preferRelativeResize="0"/>
            <p:nvPr/>
          </p:nvPicPr>
          <p:blipFill rotWithShape="1">
            <a:blip r:embed="rId5">
              <a:alphaModFix/>
            </a:blip>
            <a:srcRect b="0" l="0" r="0" t="0"/>
            <a:stretch/>
          </p:blipFill>
          <p:spPr>
            <a:xfrm>
              <a:off x="9383688" y="3113583"/>
              <a:ext cx="1187624" cy="1187624"/>
            </a:xfrm>
            <a:prstGeom prst="rect">
              <a:avLst/>
            </a:prstGeom>
            <a:noFill/>
            <a:ln>
              <a:noFill/>
            </a:ln>
          </p:spPr>
        </p:pic>
        <p:pic>
          <p:nvPicPr>
            <p:cNvPr descr="gear.png" id="1071" name="Shape 1071"/>
            <p:cNvPicPr preferRelativeResize="0"/>
            <p:nvPr/>
          </p:nvPicPr>
          <p:blipFill rotWithShape="1">
            <a:blip r:embed="rId5">
              <a:alphaModFix/>
            </a:blip>
            <a:srcRect b="0" l="0" r="0" t="0"/>
            <a:stretch/>
          </p:blipFill>
          <p:spPr>
            <a:xfrm>
              <a:off x="10500320" y="3473623"/>
              <a:ext cx="1187624" cy="1187624"/>
            </a:xfrm>
            <a:prstGeom prst="rect">
              <a:avLst/>
            </a:prstGeom>
            <a:noFill/>
            <a:ln>
              <a:noFill/>
            </a:ln>
          </p:spPr>
        </p:pic>
        <p:pic>
          <p:nvPicPr>
            <p:cNvPr descr="gear.png" id="1072" name="Shape 1072"/>
            <p:cNvPicPr preferRelativeResize="0"/>
            <p:nvPr/>
          </p:nvPicPr>
          <p:blipFill rotWithShape="1">
            <a:blip r:embed="rId5">
              <a:alphaModFix/>
            </a:blip>
            <a:srcRect b="0" l="0" r="0" t="0"/>
            <a:stretch/>
          </p:blipFill>
          <p:spPr>
            <a:xfrm>
              <a:off x="11687943" y="2934072"/>
              <a:ext cx="1187624" cy="1187624"/>
            </a:xfrm>
            <a:prstGeom prst="rect">
              <a:avLst/>
            </a:prstGeom>
            <a:noFill/>
            <a:ln>
              <a:noFill/>
            </a:ln>
          </p:spPr>
        </p:pic>
      </p:grpSp>
      <p:pic>
        <p:nvPicPr>
          <p:cNvPr descr="building.png" id="1073" name="Shape 1073"/>
          <p:cNvPicPr preferRelativeResize="0"/>
          <p:nvPr/>
        </p:nvPicPr>
        <p:blipFill rotWithShape="1">
          <a:blip r:embed="rId6">
            <a:alphaModFix/>
          </a:blip>
          <a:srcRect b="0" l="0" r="0" t="0"/>
          <a:stretch/>
        </p:blipFill>
        <p:spPr>
          <a:xfrm>
            <a:off x="31612" y="3505860"/>
            <a:ext cx="1064100" cy="1064100"/>
          </a:xfrm>
          <a:prstGeom prst="rect">
            <a:avLst/>
          </a:prstGeom>
          <a:noFill/>
          <a:ln>
            <a:noFill/>
          </a:ln>
        </p:spPr>
      </p:pic>
      <p:cxnSp>
        <p:nvCxnSpPr>
          <p:cNvPr id="1074" name="Shape 1074"/>
          <p:cNvCxnSpPr/>
          <p:nvPr/>
        </p:nvCxnSpPr>
        <p:spPr>
          <a:xfrm>
            <a:off x="1061523" y="4185750"/>
            <a:ext cx="1737300" cy="0"/>
          </a:xfrm>
          <a:prstGeom prst="straightConnector1">
            <a:avLst/>
          </a:prstGeom>
          <a:noFill/>
          <a:ln cap="flat" cmpd="sng" w="25400">
            <a:solidFill>
              <a:schemeClr val="dk1"/>
            </a:solidFill>
            <a:prstDash val="solid"/>
            <a:round/>
            <a:headEnd len="med" w="med" type="none"/>
            <a:tailEnd len="lg" w="lg" type="stealth"/>
          </a:ln>
        </p:spPr>
      </p:cxnSp>
      <p:sp>
        <p:nvSpPr>
          <p:cNvPr id="1075" name="Shape 1075"/>
          <p:cNvSpPr txBox="1"/>
          <p:nvPr/>
        </p:nvSpPr>
        <p:spPr>
          <a:xfrm>
            <a:off x="1061523" y="3980714"/>
            <a:ext cx="2154000" cy="173100"/>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lang="en" sz="900">
                <a:latin typeface="Helvetica Neue"/>
                <a:ea typeface="Helvetica Neue"/>
                <a:cs typeface="Helvetica Neue"/>
                <a:sym typeface="Helvetica Neue"/>
              </a:rPr>
              <a:t>Optical circuits</a:t>
            </a:r>
          </a:p>
        </p:txBody>
      </p:sp>
      <p:pic>
        <p:nvPicPr>
          <p:cNvPr descr="building.png" id="1076" name="Shape 1076"/>
          <p:cNvPicPr preferRelativeResize="0"/>
          <p:nvPr/>
        </p:nvPicPr>
        <p:blipFill rotWithShape="1">
          <a:blip r:embed="rId6">
            <a:alphaModFix/>
          </a:blip>
          <a:srcRect b="0" l="0" r="0" t="0"/>
          <a:stretch/>
        </p:blipFill>
        <p:spPr>
          <a:xfrm>
            <a:off x="31612" y="2625755"/>
            <a:ext cx="1064100" cy="1064100"/>
          </a:xfrm>
          <a:prstGeom prst="rect">
            <a:avLst/>
          </a:prstGeom>
          <a:noFill/>
          <a:ln>
            <a:noFill/>
          </a:ln>
        </p:spPr>
      </p:pic>
      <p:cxnSp>
        <p:nvCxnSpPr>
          <p:cNvPr id="1077" name="Shape 1077"/>
          <p:cNvCxnSpPr/>
          <p:nvPr/>
        </p:nvCxnSpPr>
        <p:spPr>
          <a:xfrm>
            <a:off x="1061523" y="3229439"/>
            <a:ext cx="1758300" cy="0"/>
          </a:xfrm>
          <a:prstGeom prst="straightConnector1">
            <a:avLst/>
          </a:prstGeom>
          <a:noFill/>
          <a:ln cap="flat" cmpd="sng" w="25400">
            <a:solidFill>
              <a:schemeClr val="dk1"/>
            </a:solidFill>
            <a:prstDash val="solid"/>
            <a:round/>
            <a:headEnd len="med" w="med" type="none"/>
            <a:tailEnd len="lg" w="lg" type="stealth"/>
          </a:ln>
        </p:spPr>
      </p:cxnSp>
      <p:sp>
        <p:nvSpPr>
          <p:cNvPr id="1078" name="Shape 1078"/>
          <p:cNvSpPr txBox="1"/>
          <p:nvPr/>
        </p:nvSpPr>
        <p:spPr>
          <a:xfrm>
            <a:off x="1061523" y="2872011"/>
            <a:ext cx="1878300" cy="173100"/>
          </a:xfrm>
          <a:prstGeom prst="rect">
            <a:avLst/>
          </a:prstGeom>
          <a:noFill/>
          <a:ln>
            <a:noFill/>
          </a:ln>
        </p:spPr>
        <p:txBody>
          <a:bodyPr anchorCtr="0" anchor="t" bIns="17150" lIns="34275" rIns="34275" tIns="17150">
            <a:noAutofit/>
          </a:bodyPr>
          <a:lstStyle/>
          <a:p>
            <a:pPr indent="0" lvl="0" marL="0" marR="0" rtl="0">
              <a:spcBef>
                <a:spcPts val="0"/>
              </a:spcBef>
              <a:buSzPct val="25000"/>
              <a:buNone/>
            </a:pPr>
            <a:r>
              <a:rPr lang="en" sz="900">
                <a:latin typeface="Helvetica Neue"/>
                <a:ea typeface="Helvetica Neue"/>
                <a:cs typeface="Helvetica Neue"/>
                <a:sym typeface="Helvetica Neue"/>
              </a:rPr>
              <a:t>P2P Circuits</a:t>
            </a:r>
          </a:p>
          <a:p>
            <a:pPr indent="0" lvl="0" marL="0" marR="0" rtl="0">
              <a:spcBef>
                <a:spcPts val="0"/>
              </a:spcBef>
              <a:buSzPct val="25000"/>
              <a:buNone/>
            </a:pPr>
            <a:r>
              <a:rPr lang="en" sz="900">
                <a:latin typeface="Helvetica Neue"/>
                <a:ea typeface="Helvetica Neue"/>
                <a:cs typeface="Helvetica Neue"/>
                <a:sym typeface="Helvetica Neue"/>
              </a:rPr>
              <a:t>Broadcast multi-point Networks</a:t>
            </a:r>
          </a:p>
        </p:txBody>
      </p:sp>
      <p:pic>
        <p:nvPicPr>
          <p:cNvPr descr="router icon.png" id="1079" name="Shape 1079"/>
          <p:cNvPicPr preferRelativeResize="0"/>
          <p:nvPr/>
        </p:nvPicPr>
        <p:blipFill rotWithShape="1">
          <a:blip r:embed="rId7">
            <a:alphaModFix/>
          </a:blip>
          <a:srcRect b="0" l="0" r="0" t="0"/>
          <a:stretch/>
        </p:blipFill>
        <p:spPr>
          <a:xfrm>
            <a:off x="264602" y="2031689"/>
            <a:ext cx="598199" cy="598200"/>
          </a:xfrm>
          <a:prstGeom prst="rect">
            <a:avLst/>
          </a:prstGeom>
          <a:noFill/>
          <a:ln>
            <a:noFill/>
          </a:ln>
        </p:spPr>
      </p:pic>
      <p:cxnSp>
        <p:nvCxnSpPr>
          <p:cNvPr id="1080" name="Shape 1080"/>
          <p:cNvCxnSpPr/>
          <p:nvPr/>
        </p:nvCxnSpPr>
        <p:spPr>
          <a:xfrm>
            <a:off x="1061523" y="2379325"/>
            <a:ext cx="1878000" cy="0"/>
          </a:xfrm>
          <a:prstGeom prst="straightConnector1">
            <a:avLst/>
          </a:prstGeom>
          <a:noFill/>
          <a:ln cap="flat" cmpd="sng" w="25400">
            <a:solidFill>
              <a:schemeClr val="dk1"/>
            </a:solidFill>
            <a:prstDash val="solid"/>
            <a:round/>
            <a:headEnd len="med" w="med" type="none"/>
            <a:tailEnd len="lg" w="lg" type="stealth"/>
          </a:ln>
        </p:spPr>
      </p:cxnSp>
      <p:sp>
        <p:nvSpPr>
          <p:cNvPr id="1081" name="Shape 1081"/>
          <p:cNvSpPr txBox="1"/>
          <p:nvPr/>
        </p:nvSpPr>
        <p:spPr>
          <a:xfrm>
            <a:off x="1290124" y="2053725"/>
            <a:ext cx="2153999" cy="311700"/>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lang="en" sz="900">
                <a:latin typeface="Helvetica Neue"/>
                <a:ea typeface="Helvetica Neue"/>
                <a:cs typeface="Helvetica Neue"/>
                <a:sym typeface="Helvetica Neue"/>
              </a:rPr>
              <a:t>L3 intra-domain connectivity</a:t>
            </a:r>
          </a:p>
          <a:p>
            <a:pPr indent="0" lvl="0" marL="0" marR="0" rtl="0" algn="l">
              <a:spcBef>
                <a:spcPts val="0"/>
              </a:spcBef>
              <a:buSzPct val="25000"/>
              <a:buNone/>
            </a:pPr>
            <a:r>
              <a:rPr lang="en" sz="900">
                <a:latin typeface="Helvetica Neue"/>
                <a:ea typeface="Helvetica Neue"/>
                <a:cs typeface="Helvetica Neue"/>
                <a:sym typeface="Helvetica Neue"/>
              </a:rPr>
              <a:t>Inter-domain BGP peering</a:t>
            </a:r>
          </a:p>
        </p:txBody>
      </p:sp>
      <p:pic>
        <p:nvPicPr>
          <p:cNvPr descr="users.png" id="1082" name="Shape 1082"/>
          <p:cNvPicPr preferRelativeResize="0"/>
          <p:nvPr/>
        </p:nvPicPr>
        <p:blipFill rotWithShape="1">
          <a:blip r:embed="rId8">
            <a:alphaModFix/>
          </a:blip>
          <a:srcRect b="0" l="0" r="0" t="0"/>
          <a:stretch/>
        </p:blipFill>
        <p:spPr>
          <a:xfrm>
            <a:off x="101868" y="951569"/>
            <a:ext cx="923700" cy="923699"/>
          </a:xfrm>
          <a:prstGeom prst="rect">
            <a:avLst/>
          </a:prstGeom>
          <a:noFill/>
          <a:ln>
            <a:noFill/>
          </a:ln>
        </p:spPr>
      </p:pic>
      <p:cxnSp>
        <p:nvCxnSpPr>
          <p:cNvPr id="1083" name="Shape 1083"/>
          <p:cNvCxnSpPr/>
          <p:nvPr/>
        </p:nvCxnSpPr>
        <p:spPr>
          <a:xfrm flipH="1" rot="10800000">
            <a:off x="1061523" y="1496126"/>
            <a:ext cx="1907700" cy="5100"/>
          </a:xfrm>
          <a:prstGeom prst="straightConnector1">
            <a:avLst/>
          </a:prstGeom>
          <a:noFill/>
          <a:ln cap="flat" cmpd="sng" w="25400">
            <a:solidFill>
              <a:schemeClr val="dk1"/>
            </a:solidFill>
            <a:prstDash val="solid"/>
            <a:round/>
            <a:headEnd len="med" w="med" type="none"/>
            <a:tailEnd len="lg" w="lg" type="stealth"/>
          </a:ln>
        </p:spPr>
      </p:cxnSp>
      <p:sp>
        <p:nvSpPr>
          <p:cNvPr id="1084" name="Shape 1084"/>
          <p:cNvSpPr txBox="1"/>
          <p:nvPr/>
        </p:nvSpPr>
        <p:spPr>
          <a:xfrm>
            <a:off x="1061523" y="1101012"/>
            <a:ext cx="1929300" cy="311700"/>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lang="en" sz="900">
                <a:latin typeface="Helvetica Neue"/>
                <a:ea typeface="Helvetica Neue"/>
                <a:cs typeface="Helvetica Neue"/>
                <a:sym typeface="Helvetica Neue"/>
              </a:rPr>
              <a:t>Ability for both Users and Operators</a:t>
            </a:r>
          </a:p>
          <a:p>
            <a:pPr indent="0" lvl="0" marL="0" marR="0" rtl="0" algn="l">
              <a:spcBef>
                <a:spcPts val="0"/>
              </a:spcBef>
              <a:buSzPct val="25000"/>
              <a:buNone/>
            </a:pPr>
            <a:r>
              <a:rPr lang="en" sz="900">
                <a:latin typeface="Helvetica Neue"/>
                <a:ea typeface="Helvetica Neue"/>
                <a:cs typeface="Helvetica Neue"/>
                <a:sym typeface="Helvetica Neue"/>
              </a:rPr>
              <a:t>to allocate end-to-end resources.</a:t>
            </a: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8" name="Shape 1088"/>
        <p:cNvGrpSpPr/>
        <p:nvPr/>
      </p:nvGrpSpPr>
      <p:grpSpPr>
        <a:xfrm>
          <a:off x="0" y="0"/>
          <a:ext cx="0" cy="0"/>
          <a:chOff x="0" y="0"/>
          <a:chExt cx="0" cy="0"/>
        </a:xfrm>
      </p:grpSpPr>
      <p:pic>
        <p:nvPicPr>
          <p:cNvPr descr="worldmap.png" id="1089" name="Shape 1089"/>
          <p:cNvPicPr preferRelativeResize="0"/>
          <p:nvPr/>
        </p:nvPicPr>
        <p:blipFill rotWithShape="1">
          <a:blip r:embed="rId3">
            <a:alphaModFix/>
          </a:blip>
          <a:srcRect b="0" l="0" r="0" t="0"/>
          <a:stretch/>
        </p:blipFill>
        <p:spPr>
          <a:xfrm>
            <a:off x="355990" y="816555"/>
            <a:ext cx="8428478" cy="4320480"/>
          </a:xfrm>
          <a:prstGeom prst="rect">
            <a:avLst/>
          </a:prstGeom>
          <a:noFill/>
          <a:ln>
            <a:noFill/>
          </a:ln>
        </p:spPr>
      </p:pic>
      <p:pic>
        <p:nvPicPr>
          <p:cNvPr descr="map-eu-green.png" id="1090" name="Shape 1090"/>
          <p:cNvPicPr preferRelativeResize="0"/>
          <p:nvPr/>
        </p:nvPicPr>
        <p:blipFill rotWithShape="1">
          <a:blip r:embed="rId4">
            <a:alphaModFix/>
          </a:blip>
          <a:srcRect b="0" l="0" r="0" t="0"/>
          <a:stretch/>
        </p:blipFill>
        <p:spPr>
          <a:xfrm>
            <a:off x="3829788" y="1086585"/>
            <a:ext cx="1404155" cy="837092"/>
          </a:xfrm>
          <a:prstGeom prst="rect">
            <a:avLst/>
          </a:prstGeom>
          <a:noFill/>
          <a:ln>
            <a:noFill/>
          </a:ln>
        </p:spPr>
      </p:pic>
      <p:pic>
        <p:nvPicPr>
          <p:cNvPr descr="map-south-america-green.png" id="1091" name="Shape 1091"/>
          <p:cNvPicPr preferRelativeResize="0"/>
          <p:nvPr/>
        </p:nvPicPr>
        <p:blipFill rotWithShape="1">
          <a:blip r:embed="rId5">
            <a:alphaModFix/>
          </a:blip>
          <a:srcRect b="0" l="0" r="0" t="0"/>
          <a:stretch/>
        </p:blipFill>
        <p:spPr>
          <a:xfrm>
            <a:off x="2182605" y="2290721"/>
            <a:ext cx="1161128" cy="2079230"/>
          </a:xfrm>
          <a:prstGeom prst="rect">
            <a:avLst/>
          </a:prstGeom>
          <a:noFill/>
          <a:ln>
            <a:noFill/>
          </a:ln>
        </p:spPr>
      </p:pic>
      <p:pic>
        <p:nvPicPr>
          <p:cNvPr descr="map-us-green.png" id="1092" name="Shape 1092"/>
          <p:cNvPicPr preferRelativeResize="0"/>
          <p:nvPr/>
        </p:nvPicPr>
        <p:blipFill rotWithShape="1">
          <a:blip r:embed="rId6">
            <a:alphaModFix/>
          </a:blip>
          <a:srcRect b="0" l="0" r="0" t="0"/>
          <a:stretch/>
        </p:blipFill>
        <p:spPr>
          <a:xfrm>
            <a:off x="1385645" y="1599642"/>
            <a:ext cx="1350149" cy="621068"/>
          </a:xfrm>
          <a:prstGeom prst="rect">
            <a:avLst/>
          </a:prstGeom>
          <a:noFill/>
          <a:ln>
            <a:noFill/>
          </a:ln>
        </p:spPr>
      </p:pic>
      <p:pic>
        <p:nvPicPr>
          <p:cNvPr descr="internet2.jpg" id="1093" name="Shape 1093"/>
          <p:cNvPicPr preferRelativeResize="0"/>
          <p:nvPr/>
        </p:nvPicPr>
        <p:blipFill rotWithShape="1">
          <a:blip r:embed="rId7">
            <a:alphaModFix/>
          </a:blip>
          <a:srcRect b="0" l="0" r="0" t="0"/>
          <a:stretch/>
        </p:blipFill>
        <p:spPr>
          <a:xfrm>
            <a:off x="643434" y="2425736"/>
            <a:ext cx="889816" cy="660525"/>
          </a:xfrm>
          <a:prstGeom prst="rect">
            <a:avLst/>
          </a:prstGeom>
          <a:noFill/>
          <a:ln>
            <a:noFill/>
          </a:ln>
        </p:spPr>
      </p:pic>
      <p:cxnSp>
        <p:nvCxnSpPr>
          <p:cNvPr id="1094" name="Shape 1094"/>
          <p:cNvCxnSpPr/>
          <p:nvPr/>
        </p:nvCxnSpPr>
        <p:spPr>
          <a:xfrm flipH="1">
            <a:off x="1210497" y="2020691"/>
            <a:ext cx="540060" cy="486053"/>
          </a:xfrm>
          <a:prstGeom prst="straightConnector1">
            <a:avLst/>
          </a:prstGeom>
          <a:noFill/>
          <a:ln cap="flat" cmpd="sng" w="25400">
            <a:solidFill>
              <a:schemeClr val="dk2"/>
            </a:solidFill>
            <a:prstDash val="solid"/>
            <a:bevel/>
            <a:headEnd len="med" w="med" type="none"/>
            <a:tailEnd len="med" w="med" type="none"/>
          </a:ln>
        </p:spPr>
      </p:cxnSp>
      <p:pic>
        <p:nvPicPr>
          <p:cNvPr descr="fiu_logo.jpg" id="1095" name="Shape 1095"/>
          <p:cNvPicPr preferRelativeResize="0"/>
          <p:nvPr/>
        </p:nvPicPr>
        <p:blipFill rotWithShape="1">
          <a:blip r:embed="rId8">
            <a:alphaModFix/>
          </a:blip>
          <a:srcRect b="0" l="0" r="0" t="0"/>
          <a:stretch/>
        </p:blipFill>
        <p:spPr>
          <a:xfrm>
            <a:off x="3856792" y="4537776"/>
            <a:ext cx="405044" cy="302225"/>
          </a:xfrm>
          <a:prstGeom prst="rect">
            <a:avLst/>
          </a:prstGeom>
          <a:noFill/>
          <a:ln>
            <a:noFill/>
          </a:ln>
        </p:spPr>
      </p:pic>
      <p:pic>
        <p:nvPicPr>
          <p:cNvPr descr="geant_logo.jpg" id="1096" name="Shape 1096"/>
          <p:cNvPicPr preferRelativeResize="0"/>
          <p:nvPr/>
        </p:nvPicPr>
        <p:blipFill rotWithShape="1">
          <a:blip r:embed="rId9">
            <a:alphaModFix/>
          </a:blip>
          <a:srcRect b="0" l="0" r="0" t="0"/>
          <a:stretch/>
        </p:blipFill>
        <p:spPr>
          <a:xfrm>
            <a:off x="5658229" y="697544"/>
            <a:ext cx="999643" cy="459050"/>
          </a:xfrm>
          <a:prstGeom prst="rect">
            <a:avLst/>
          </a:prstGeom>
          <a:noFill/>
          <a:ln>
            <a:noFill/>
          </a:ln>
        </p:spPr>
      </p:pic>
      <p:pic>
        <p:nvPicPr>
          <p:cNvPr descr="garr_logo.jpg" id="1097" name="Shape 1097"/>
          <p:cNvPicPr preferRelativeResize="0"/>
          <p:nvPr/>
        </p:nvPicPr>
        <p:blipFill rotWithShape="1">
          <a:blip r:embed="rId10">
            <a:alphaModFix/>
          </a:blip>
          <a:srcRect b="0" l="0" r="0" t="0"/>
          <a:stretch/>
        </p:blipFill>
        <p:spPr>
          <a:xfrm>
            <a:off x="5631227" y="1183598"/>
            <a:ext cx="1033876" cy="374191"/>
          </a:xfrm>
          <a:prstGeom prst="rect">
            <a:avLst/>
          </a:prstGeom>
          <a:noFill/>
          <a:ln>
            <a:noFill/>
          </a:ln>
        </p:spPr>
      </p:pic>
      <p:cxnSp>
        <p:nvCxnSpPr>
          <p:cNvPr id="1098" name="Shape 1098"/>
          <p:cNvCxnSpPr/>
          <p:nvPr/>
        </p:nvCxnSpPr>
        <p:spPr>
          <a:xfrm flipH="1">
            <a:off x="4936911" y="1183598"/>
            <a:ext cx="702077" cy="378042"/>
          </a:xfrm>
          <a:prstGeom prst="straightConnector1">
            <a:avLst/>
          </a:prstGeom>
          <a:noFill/>
          <a:ln cap="flat" cmpd="sng" w="25400">
            <a:solidFill>
              <a:schemeClr val="dk2"/>
            </a:solidFill>
            <a:prstDash val="solid"/>
            <a:bevel/>
            <a:headEnd len="med" w="med" type="none"/>
            <a:tailEnd len="med" w="med" type="none"/>
          </a:ln>
        </p:spPr>
      </p:cxnSp>
      <p:sp>
        <p:nvSpPr>
          <p:cNvPr id="1099" name="Shape 1099"/>
          <p:cNvSpPr txBox="1"/>
          <p:nvPr/>
        </p:nvSpPr>
        <p:spPr>
          <a:xfrm>
            <a:off x="2404593" y="3159077"/>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sp>
        <p:nvSpPr>
          <p:cNvPr id="1100" name="Shape 1100"/>
          <p:cNvSpPr/>
          <p:nvPr/>
        </p:nvSpPr>
        <p:spPr>
          <a:xfrm>
            <a:off x="4450857" y="164264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1" name="Shape 1101"/>
          <p:cNvSpPr/>
          <p:nvPr/>
        </p:nvSpPr>
        <p:spPr>
          <a:xfrm>
            <a:off x="4477860" y="1750661"/>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2" name="Shape 1102"/>
          <p:cNvSpPr/>
          <p:nvPr/>
        </p:nvSpPr>
        <p:spPr>
          <a:xfrm>
            <a:off x="4315842" y="1480631"/>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3" name="Shape 1103"/>
          <p:cNvSpPr/>
          <p:nvPr/>
        </p:nvSpPr>
        <p:spPr>
          <a:xfrm>
            <a:off x="3059832" y="353285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4" name="Shape 1104"/>
          <p:cNvSpPr/>
          <p:nvPr/>
        </p:nvSpPr>
        <p:spPr>
          <a:xfrm>
            <a:off x="2533644" y="3829892"/>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5" name="Shape 1105"/>
          <p:cNvSpPr/>
          <p:nvPr/>
        </p:nvSpPr>
        <p:spPr>
          <a:xfrm>
            <a:off x="2276744" y="218270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6" name="Shape 1106"/>
          <p:cNvSpPr/>
          <p:nvPr/>
        </p:nvSpPr>
        <p:spPr>
          <a:xfrm>
            <a:off x="2533644" y="380288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7" name="Shape 1107"/>
          <p:cNvSpPr/>
          <p:nvPr/>
        </p:nvSpPr>
        <p:spPr>
          <a:xfrm>
            <a:off x="1561536" y="1858673"/>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8" name="Shape 1108"/>
          <p:cNvSpPr/>
          <p:nvPr/>
        </p:nvSpPr>
        <p:spPr>
          <a:xfrm>
            <a:off x="2290617" y="1777664"/>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09" name="Shape 1109"/>
          <p:cNvSpPr/>
          <p:nvPr/>
        </p:nvSpPr>
        <p:spPr>
          <a:xfrm>
            <a:off x="2398629" y="191267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10" name="Shape 1110"/>
          <p:cNvSpPr txBox="1"/>
          <p:nvPr/>
        </p:nvSpPr>
        <p:spPr>
          <a:xfrm>
            <a:off x="1561262" y="1781925"/>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sp>
        <p:nvSpPr>
          <p:cNvPr id="1111" name="Shape 1111"/>
          <p:cNvSpPr/>
          <p:nvPr/>
        </p:nvSpPr>
        <p:spPr>
          <a:xfrm>
            <a:off x="2506641" y="1804667"/>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12" name="Shape 1112"/>
          <p:cNvSpPr txBox="1"/>
          <p:nvPr/>
        </p:nvSpPr>
        <p:spPr>
          <a:xfrm>
            <a:off x="4572000" y="1437624"/>
            <a:ext cx="267500"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OF</a:t>
            </a:r>
          </a:p>
        </p:txBody>
      </p:sp>
      <p:sp>
        <p:nvSpPr>
          <p:cNvPr id="1113" name="Shape 1113"/>
          <p:cNvSpPr/>
          <p:nvPr/>
        </p:nvSpPr>
        <p:spPr>
          <a:xfrm>
            <a:off x="2276744" y="2195703"/>
            <a:ext cx="1191220" cy="1353740"/>
          </a:xfrm>
          <a:custGeom>
            <a:pathLst>
              <a:path extrusionOk="0" h="120000" w="120000">
                <a:moveTo>
                  <a:pt x="0" y="0"/>
                </a:moveTo>
                <a:cubicBezTo>
                  <a:pt x="41109" y="12453"/>
                  <a:pt x="82218" y="24907"/>
                  <a:pt x="101109" y="41794"/>
                </a:cubicBezTo>
                <a:cubicBezTo>
                  <a:pt x="120000" y="58680"/>
                  <a:pt x="117061" y="88284"/>
                  <a:pt x="113343" y="101319"/>
                </a:cubicBezTo>
                <a:cubicBezTo>
                  <a:pt x="109625" y="114353"/>
                  <a:pt x="94212" y="117176"/>
                  <a:pt x="78800" y="120000"/>
                </a:cubicBezTo>
              </a:path>
            </a:pathLst>
          </a:custGeom>
          <a:noFill/>
          <a:ln cap="flat" cmpd="sng" w="9525">
            <a:solidFill>
              <a:srgbClr val="FF0000"/>
            </a:solidFill>
            <a:prstDash val="solid"/>
            <a:bevel/>
            <a:headEnd len="med" w="med" type="none"/>
            <a:tailEnd len="med" w="med" type="none"/>
          </a:ln>
        </p:spPr>
        <p:txBody>
          <a:bodyPr anchorCtr="0" anchor="t" bIns="17150" lIns="34275" rIns="34275" tIns="17150">
            <a:noAutofit/>
          </a:bodyPr>
          <a:lstStyle/>
          <a:p>
            <a:pPr indent="0" lvl="0" marL="0" marR="0" rtl="0" algn="l">
              <a:lnSpc>
                <a:spcPct val="100000"/>
              </a:lnSpc>
              <a:spcBef>
                <a:spcPts val="0"/>
              </a:spcBef>
              <a:spcAft>
                <a:spcPts val="0"/>
              </a:spcAft>
              <a:buFont typeface="Helvetica Neue"/>
              <a:buNone/>
            </a:pPr>
            <a:r>
              <a:t/>
            </a:r>
            <a:endParaRPr b="0" i="0" sz="700" u="none" cap="none" strike="noStrike">
              <a:solidFill>
                <a:srgbClr val="000000"/>
              </a:solidFill>
              <a:latin typeface="Helvetica Neue"/>
              <a:ea typeface="Helvetica Neue"/>
              <a:cs typeface="Helvetica Neue"/>
              <a:sym typeface="Helvetica Neue"/>
            </a:endParaRPr>
          </a:p>
        </p:txBody>
      </p:sp>
      <p:pic>
        <p:nvPicPr>
          <p:cNvPr descr="AMLightLogo_s.jpg" id="1114" name="Shape 1114"/>
          <p:cNvPicPr preferRelativeResize="0"/>
          <p:nvPr/>
        </p:nvPicPr>
        <p:blipFill rotWithShape="1">
          <a:blip r:embed="rId11">
            <a:alphaModFix/>
          </a:blip>
          <a:srcRect b="0" l="0" r="0" t="0"/>
          <a:stretch/>
        </p:blipFill>
        <p:spPr>
          <a:xfrm>
            <a:off x="3829788" y="3778595"/>
            <a:ext cx="459050" cy="721366"/>
          </a:xfrm>
          <a:prstGeom prst="rect">
            <a:avLst/>
          </a:prstGeom>
          <a:noFill/>
          <a:ln>
            <a:noFill/>
          </a:ln>
        </p:spPr>
      </p:pic>
      <p:pic>
        <p:nvPicPr>
          <p:cNvPr descr="aarnet-logo.png" id="1115" name="Shape 1115"/>
          <p:cNvPicPr preferRelativeResize="0"/>
          <p:nvPr/>
        </p:nvPicPr>
        <p:blipFill rotWithShape="1">
          <a:blip r:embed="rId12">
            <a:alphaModFix/>
          </a:blip>
          <a:srcRect b="28690" l="7364" r="18993" t="11949"/>
          <a:stretch/>
        </p:blipFill>
        <p:spPr>
          <a:xfrm>
            <a:off x="5809982" y="3975905"/>
            <a:ext cx="868250" cy="297032"/>
          </a:xfrm>
          <a:prstGeom prst="rect">
            <a:avLst/>
          </a:prstGeom>
          <a:noFill/>
          <a:ln>
            <a:noFill/>
          </a:ln>
        </p:spPr>
      </p:pic>
      <p:pic>
        <p:nvPicPr>
          <p:cNvPr descr="kreonet-logo.png" id="1116" name="Shape 1116"/>
          <p:cNvPicPr preferRelativeResize="0"/>
          <p:nvPr/>
        </p:nvPicPr>
        <p:blipFill rotWithShape="1">
          <a:blip r:embed="rId13">
            <a:alphaModFix/>
          </a:blip>
          <a:srcRect b="27059" l="0" r="0" t="25986"/>
          <a:stretch/>
        </p:blipFill>
        <p:spPr>
          <a:xfrm>
            <a:off x="7569332" y="1838628"/>
            <a:ext cx="868959" cy="301073"/>
          </a:xfrm>
          <a:prstGeom prst="rect">
            <a:avLst/>
          </a:prstGeom>
          <a:noFill/>
          <a:ln>
            <a:noFill/>
          </a:ln>
        </p:spPr>
      </p:pic>
      <p:pic>
        <p:nvPicPr>
          <p:cNvPr descr="bird.png" id="1117" name="Shape 1117"/>
          <p:cNvPicPr preferRelativeResize="0"/>
          <p:nvPr/>
        </p:nvPicPr>
        <p:blipFill rotWithShape="1">
          <a:blip r:embed="rId14">
            <a:alphaModFix/>
          </a:blip>
          <a:srcRect b="0" l="0" r="0" t="0"/>
          <a:stretch/>
        </p:blipFill>
        <p:spPr>
          <a:xfrm>
            <a:off x="2384756" y="2679762"/>
            <a:ext cx="553259" cy="507535"/>
          </a:xfrm>
          <a:prstGeom prst="rect">
            <a:avLst/>
          </a:prstGeom>
          <a:noFill/>
          <a:ln>
            <a:noFill/>
          </a:ln>
        </p:spPr>
      </p:pic>
      <p:pic>
        <p:nvPicPr>
          <p:cNvPr descr="bird.png" id="1118" name="Shape 1118"/>
          <p:cNvPicPr preferRelativeResize="0"/>
          <p:nvPr/>
        </p:nvPicPr>
        <p:blipFill rotWithShape="1">
          <a:blip r:embed="rId14">
            <a:alphaModFix/>
          </a:blip>
          <a:srcRect b="0" l="0" r="0" t="0"/>
          <a:stretch/>
        </p:blipFill>
        <p:spPr>
          <a:xfrm>
            <a:off x="4166954" y="924566"/>
            <a:ext cx="553259" cy="507535"/>
          </a:xfrm>
          <a:prstGeom prst="rect">
            <a:avLst/>
          </a:prstGeom>
          <a:noFill/>
          <a:ln>
            <a:noFill/>
          </a:ln>
        </p:spPr>
      </p:pic>
      <p:pic>
        <p:nvPicPr>
          <p:cNvPr descr="map-au-green.png" id="1119" name="Shape 1119"/>
          <p:cNvPicPr preferRelativeResize="0"/>
          <p:nvPr/>
        </p:nvPicPr>
        <p:blipFill rotWithShape="1">
          <a:blip r:embed="rId15">
            <a:alphaModFix/>
          </a:blip>
          <a:srcRect b="0" l="0" r="0" t="0"/>
          <a:stretch/>
        </p:blipFill>
        <p:spPr>
          <a:xfrm>
            <a:off x="6867254" y="3219822"/>
            <a:ext cx="995818" cy="756084"/>
          </a:xfrm>
          <a:prstGeom prst="rect">
            <a:avLst/>
          </a:prstGeom>
          <a:noFill/>
          <a:ln>
            <a:noFill/>
          </a:ln>
        </p:spPr>
      </p:pic>
      <p:cxnSp>
        <p:nvCxnSpPr>
          <p:cNvPr id="1120" name="Shape 1120"/>
          <p:cNvCxnSpPr/>
          <p:nvPr/>
        </p:nvCxnSpPr>
        <p:spPr>
          <a:xfrm>
            <a:off x="7174921" y="1938497"/>
            <a:ext cx="367408" cy="39186"/>
          </a:xfrm>
          <a:prstGeom prst="straightConnector1">
            <a:avLst/>
          </a:prstGeom>
          <a:noFill/>
          <a:ln cap="flat" cmpd="sng" w="25400">
            <a:solidFill>
              <a:schemeClr val="dk2"/>
            </a:solidFill>
            <a:prstDash val="solid"/>
            <a:bevel/>
            <a:headEnd len="med" w="med" type="none"/>
            <a:tailEnd len="med" w="med" type="none"/>
          </a:ln>
        </p:spPr>
      </p:cxnSp>
      <p:sp>
        <p:nvSpPr>
          <p:cNvPr id="1121" name="Shape 1121"/>
          <p:cNvSpPr txBox="1"/>
          <p:nvPr/>
        </p:nvSpPr>
        <p:spPr>
          <a:xfrm>
            <a:off x="6956562" y="4056914"/>
            <a:ext cx="1660054" cy="311623"/>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Q3 2015</a:t>
            </a:r>
          </a:p>
          <a:p>
            <a:pPr indent="0" lvl="0" marL="0" marR="0" rtl="0" algn="ctr">
              <a:spcBef>
                <a:spcPts val="0"/>
              </a:spcBef>
              <a:buSzPct val="25000"/>
              <a:buNone/>
            </a:pPr>
            <a:r>
              <a:rPr lang="en" sz="900">
                <a:latin typeface="Arial"/>
                <a:ea typeface="Arial"/>
                <a:cs typeface="Arial"/>
                <a:sym typeface="Arial"/>
              </a:rPr>
              <a:t>ONOS Deployment in Australia</a:t>
            </a:r>
          </a:p>
        </p:txBody>
      </p:sp>
      <p:sp>
        <p:nvSpPr>
          <p:cNvPr id="1122" name="Shape 1122"/>
          <p:cNvSpPr txBox="1"/>
          <p:nvPr/>
        </p:nvSpPr>
        <p:spPr>
          <a:xfrm>
            <a:off x="7015869" y="3494112"/>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pic>
        <p:nvPicPr>
          <p:cNvPr descr="bird.png" id="1123" name="Shape 1123"/>
          <p:cNvPicPr preferRelativeResize="0"/>
          <p:nvPr/>
        </p:nvPicPr>
        <p:blipFill rotWithShape="1">
          <a:blip r:embed="rId14">
            <a:alphaModFix/>
          </a:blip>
          <a:srcRect b="0" l="0" r="0" t="0"/>
          <a:stretch/>
        </p:blipFill>
        <p:spPr>
          <a:xfrm>
            <a:off x="7137683" y="3084807"/>
            <a:ext cx="553259" cy="507535"/>
          </a:xfrm>
          <a:prstGeom prst="rect">
            <a:avLst/>
          </a:prstGeom>
          <a:noFill/>
          <a:ln>
            <a:noFill/>
          </a:ln>
        </p:spPr>
      </p:pic>
      <p:sp>
        <p:nvSpPr>
          <p:cNvPr id="1124" name="Shape 1124"/>
          <p:cNvSpPr txBox="1"/>
          <p:nvPr/>
        </p:nvSpPr>
        <p:spPr>
          <a:xfrm>
            <a:off x="7272300" y="1410620"/>
            <a:ext cx="1386917" cy="450122"/>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b="1" lang="en" sz="900">
                <a:latin typeface="Arial"/>
                <a:ea typeface="Arial"/>
                <a:cs typeface="Arial"/>
                <a:sym typeface="Arial"/>
              </a:rPr>
              <a:t>Q3 2015</a:t>
            </a:r>
          </a:p>
          <a:p>
            <a:pPr indent="0" lvl="0" marL="0" marR="0" rtl="0" algn="l">
              <a:spcBef>
                <a:spcPts val="0"/>
              </a:spcBef>
              <a:buSzPct val="25000"/>
              <a:buNone/>
            </a:pPr>
            <a:r>
              <a:rPr lang="en" sz="900">
                <a:latin typeface="Arial"/>
                <a:ea typeface="Arial"/>
                <a:cs typeface="Arial"/>
                <a:sym typeface="Arial"/>
              </a:rPr>
              <a:t>Korea announces the first</a:t>
            </a:r>
          </a:p>
          <a:p>
            <a:pPr indent="0" lvl="0" marL="0" marR="0" rtl="0" algn="l">
              <a:spcBef>
                <a:spcPts val="0"/>
              </a:spcBef>
              <a:buSzPct val="25000"/>
              <a:buNone/>
            </a:pPr>
            <a:r>
              <a:rPr lang="en" sz="900">
                <a:latin typeface="Arial"/>
                <a:ea typeface="Arial"/>
                <a:cs typeface="Arial"/>
                <a:sym typeface="Arial"/>
              </a:rPr>
              <a:t>ONOS deployment </a:t>
            </a:r>
          </a:p>
        </p:txBody>
      </p:sp>
      <p:sp>
        <p:nvSpPr>
          <p:cNvPr id="1125" name="Shape 1125"/>
          <p:cNvSpPr txBox="1"/>
          <p:nvPr/>
        </p:nvSpPr>
        <p:spPr>
          <a:xfrm>
            <a:off x="7600641" y="1923677"/>
            <a:ext cx="1372848" cy="311623"/>
          </a:xfrm>
          <a:prstGeom prst="rect">
            <a:avLst/>
          </a:prstGeom>
          <a:noFill/>
          <a:ln>
            <a:noFill/>
          </a:ln>
        </p:spPr>
        <p:txBody>
          <a:bodyPr anchorCtr="0" anchor="t" bIns="17150" lIns="34275" rIns="34275" tIns="17150">
            <a:noAutofit/>
          </a:bodyPr>
          <a:lstStyle/>
          <a:p>
            <a:pPr indent="0" lvl="0" marL="0" marR="0" rtl="0" algn="r">
              <a:spcBef>
                <a:spcPts val="0"/>
              </a:spcBef>
              <a:buSzPct val="25000"/>
              <a:buNone/>
            </a:pPr>
            <a:r>
              <a:rPr b="1" lang="en" sz="900">
                <a:latin typeface="Arial"/>
                <a:ea typeface="Arial"/>
                <a:cs typeface="Arial"/>
                <a:sym typeface="Arial"/>
              </a:rPr>
              <a:t>Q4 2015</a:t>
            </a:r>
          </a:p>
          <a:p>
            <a:pPr indent="0" lvl="0" marL="0" marR="0" rtl="0" algn="r">
              <a:spcBef>
                <a:spcPts val="0"/>
              </a:spcBef>
              <a:buSzPct val="25000"/>
              <a:buNone/>
            </a:pPr>
            <a:r>
              <a:rPr lang="en" sz="900">
                <a:latin typeface="Arial"/>
                <a:ea typeface="Arial"/>
                <a:cs typeface="Arial"/>
                <a:sym typeface="Arial"/>
              </a:rPr>
              <a:t>ONOS deployed in Korea</a:t>
            </a:r>
          </a:p>
        </p:txBody>
      </p:sp>
      <p:sp>
        <p:nvSpPr>
          <p:cNvPr id="1126" name="Shape 1126"/>
          <p:cNvSpPr txBox="1"/>
          <p:nvPr/>
        </p:nvSpPr>
        <p:spPr>
          <a:xfrm>
            <a:off x="1197298" y="3414286"/>
            <a:ext cx="1241464" cy="588622"/>
          </a:xfrm>
          <a:prstGeom prst="rect">
            <a:avLst/>
          </a:prstGeom>
          <a:noFill/>
          <a:ln>
            <a:noFill/>
          </a:ln>
        </p:spPr>
        <p:txBody>
          <a:bodyPr anchorCtr="0" anchor="t" bIns="17150" lIns="34275" rIns="34275" tIns="17150">
            <a:noAutofit/>
          </a:bodyPr>
          <a:lstStyle/>
          <a:p>
            <a:pPr indent="0" lvl="0" marL="0" marR="0" rtl="0" algn="r">
              <a:spcBef>
                <a:spcPts val="0"/>
              </a:spcBef>
              <a:buSzPct val="25000"/>
              <a:buNone/>
            </a:pPr>
            <a:r>
              <a:rPr b="1" lang="en" sz="900">
                <a:latin typeface="Arial"/>
                <a:ea typeface="Arial"/>
                <a:cs typeface="Arial"/>
                <a:sym typeface="Arial"/>
              </a:rPr>
              <a:t>Q4 2015</a:t>
            </a:r>
          </a:p>
          <a:p>
            <a:pPr indent="0" lvl="0" marL="0" marR="0" rtl="0" algn="r">
              <a:spcBef>
                <a:spcPts val="0"/>
              </a:spcBef>
              <a:buSzPct val="25000"/>
              <a:buNone/>
            </a:pPr>
            <a:r>
              <a:rPr lang="en" sz="900">
                <a:latin typeface="Arial"/>
                <a:ea typeface="Arial"/>
                <a:cs typeface="Arial"/>
                <a:sym typeface="Arial"/>
              </a:rPr>
              <a:t>First ONOS</a:t>
            </a:r>
          </a:p>
          <a:p>
            <a:pPr indent="0" lvl="0" marL="0" marR="0" rtl="0" algn="r">
              <a:spcBef>
                <a:spcPts val="0"/>
              </a:spcBef>
              <a:buSzPct val="25000"/>
              <a:buNone/>
            </a:pPr>
            <a:r>
              <a:rPr lang="en" sz="900" u="sng">
                <a:latin typeface="Arial"/>
                <a:ea typeface="Arial"/>
                <a:cs typeface="Arial"/>
                <a:sym typeface="Arial"/>
              </a:rPr>
              <a:t>production</a:t>
            </a:r>
            <a:r>
              <a:rPr lang="en" sz="900">
                <a:latin typeface="Arial"/>
                <a:ea typeface="Arial"/>
                <a:cs typeface="Arial"/>
                <a:sym typeface="Arial"/>
              </a:rPr>
              <a:t> deployment</a:t>
            </a:r>
          </a:p>
          <a:p>
            <a:pPr indent="0" lvl="0" marL="0" marR="0" rtl="0" algn="r">
              <a:spcBef>
                <a:spcPts val="0"/>
              </a:spcBef>
              <a:buSzPct val="25000"/>
              <a:buNone/>
            </a:pPr>
            <a:r>
              <a:rPr lang="en" sz="900">
                <a:latin typeface="Arial"/>
                <a:ea typeface="Arial"/>
                <a:cs typeface="Arial"/>
                <a:sym typeface="Arial"/>
              </a:rPr>
              <a:t>in South America</a:t>
            </a:r>
          </a:p>
        </p:txBody>
      </p:sp>
      <p:sp>
        <p:nvSpPr>
          <p:cNvPr id="1127" name="Shape 1127"/>
          <p:cNvSpPr txBox="1"/>
          <p:nvPr/>
        </p:nvSpPr>
        <p:spPr>
          <a:xfrm>
            <a:off x="2703310" y="1815666"/>
            <a:ext cx="1371176" cy="4501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Q1-Q2 2015</a:t>
            </a:r>
          </a:p>
          <a:p>
            <a:pPr indent="0" lvl="0" marL="0" marR="0" rtl="0" algn="ctr">
              <a:spcBef>
                <a:spcPts val="0"/>
              </a:spcBef>
              <a:buSzPct val="25000"/>
              <a:buNone/>
            </a:pPr>
            <a:r>
              <a:rPr lang="en" sz="900">
                <a:latin typeface="Arial"/>
                <a:ea typeface="Arial"/>
                <a:cs typeface="Arial"/>
                <a:sym typeface="Arial"/>
              </a:rPr>
              <a:t>First ONOS Deployments</a:t>
            </a:r>
          </a:p>
          <a:p>
            <a:pPr indent="0" lvl="0" marL="0" marR="0" rtl="0" algn="ctr">
              <a:spcBef>
                <a:spcPts val="0"/>
              </a:spcBef>
              <a:buSzPct val="25000"/>
              <a:buNone/>
            </a:pPr>
            <a:r>
              <a:rPr lang="en" sz="900">
                <a:latin typeface="Arial"/>
                <a:ea typeface="Arial"/>
                <a:cs typeface="Arial"/>
                <a:sym typeface="Arial"/>
              </a:rPr>
              <a:t>South America, US, EU</a:t>
            </a:r>
          </a:p>
        </p:txBody>
      </p:sp>
      <p:cxnSp>
        <p:nvCxnSpPr>
          <p:cNvPr id="1128" name="Shape 1128"/>
          <p:cNvCxnSpPr/>
          <p:nvPr/>
        </p:nvCxnSpPr>
        <p:spPr>
          <a:xfrm flipH="1">
            <a:off x="6543219" y="3732878"/>
            <a:ext cx="486054" cy="297032"/>
          </a:xfrm>
          <a:prstGeom prst="straightConnector1">
            <a:avLst/>
          </a:prstGeom>
          <a:noFill/>
          <a:ln cap="flat" cmpd="sng" w="25400">
            <a:solidFill>
              <a:schemeClr val="dk2"/>
            </a:solidFill>
            <a:prstDash val="solid"/>
            <a:bevel/>
            <a:headEnd len="med" w="med" type="none"/>
            <a:tailEnd len="med" w="med" type="none"/>
          </a:ln>
        </p:spPr>
      </p:cxnSp>
      <p:sp>
        <p:nvSpPr>
          <p:cNvPr id="1129" name="Shape 1129"/>
          <p:cNvSpPr/>
          <p:nvPr/>
        </p:nvSpPr>
        <p:spPr>
          <a:xfrm>
            <a:off x="7758353" y="3786885"/>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30" name="Shape 1130"/>
          <p:cNvSpPr/>
          <p:nvPr/>
        </p:nvSpPr>
        <p:spPr>
          <a:xfrm>
            <a:off x="1439651" y="1734656"/>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31" name="Shape 1131"/>
          <p:cNvSpPr txBox="1"/>
          <p:nvPr/>
        </p:nvSpPr>
        <p:spPr>
          <a:xfrm>
            <a:off x="4170634" y="2517744"/>
            <a:ext cx="1589497" cy="4501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Q4 2015 – New connections</a:t>
            </a:r>
          </a:p>
          <a:p>
            <a:pPr indent="0" lvl="0" marL="0" marR="0" rtl="0" algn="ctr">
              <a:spcBef>
                <a:spcPts val="0"/>
              </a:spcBef>
              <a:buSzPct val="25000"/>
              <a:buNone/>
            </a:pPr>
            <a:r>
              <a:rPr lang="en" sz="900">
                <a:latin typeface="Arial"/>
                <a:ea typeface="Arial"/>
                <a:cs typeface="Arial"/>
                <a:sym typeface="Arial"/>
              </a:rPr>
              <a:t>Sidney – Seattle - Miami</a:t>
            </a:r>
          </a:p>
          <a:p>
            <a:pPr indent="0" lvl="0" marL="0" marR="0" rtl="0" algn="ctr">
              <a:spcBef>
                <a:spcPts val="0"/>
              </a:spcBef>
              <a:buSzPct val="25000"/>
              <a:buNone/>
            </a:pPr>
            <a:r>
              <a:rPr lang="en" sz="900">
                <a:latin typeface="Arial"/>
                <a:ea typeface="Arial"/>
                <a:cs typeface="Arial"/>
                <a:sym typeface="Arial"/>
              </a:rPr>
              <a:t>Sao Paolo – Amsterdam</a:t>
            </a:r>
          </a:p>
        </p:txBody>
      </p:sp>
      <p:cxnSp>
        <p:nvCxnSpPr>
          <p:cNvPr id="1132" name="Shape 1132"/>
          <p:cNvCxnSpPr/>
          <p:nvPr/>
        </p:nvCxnSpPr>
        <p:spPr>
          <a:xfrm rot="10800000">
            <a:off x="3127710" y="3397844"/>
            <a:ext cx="837093" cy="405045"/>
          </a:xfrm>
          <a:prstGeom prst="straightConnector1">
            <a:avLst/>
          </a:prstGeom>
          <a:noFill/>
          <a:ln cap="flat" cmpd="sng" w="25400">
            <a:solidFill>
              <a:schemeClr val="dk2"/>
            </a:solidFill>
            <a:prstDash val="solid"/>
            <a:bevel/>
            <a:headEnd len="med" w="med" type="none"/>
            <a:tailEnd len="med" w="med" type="none"/>
          </a:ln>
        </p:spPr>
      </p:cxnSp>
      <p:pic>
        <p:nvPicPr>
          <p:cNvPr descr="NCTU_seal_3.gif" id="1133" name="Shape 1133"/>
          <p:cNvPicPr preferRelativeResize="0"/>
          <p:nvPr/>
        </p:nvPicPr>
        <p:blipFill rotWithShape="1">
          <a:blip r:embed="rId16">
            <a:alphaModFix/>
          </a:blip>
          <a:srcRect b="0" l="0" r="0" t="0"/>
          <a:stretch/>
        </p:blipFill>
        <p:spPr>
          <a:xfrm>
            <a:off x="7304356" y="2301719"/>
            <a:ext cx="397564" cy="318994"/>
          </a:xfrm>
          <a:prstGeom prst="rect">
            <a:avLst/>
          </a:prstGeom>
          <a:noFill/>
          <a:ln>
            <a:noFill/>
          </a:ln>
        </p:spPr>
      </p:pic>
      <p:sp>
        <p:nvSpPr>
          <p:cNvPr id="1134" name="Shape 1134"/>
          <p:cNvSpPr txBox="1"/>
          <p:nvPr/>
        </p:nvSpPr>
        <p:spPr>
          <a:xfrm>
            <a:off x="7655395" y="2274717"/>
            <a:ext cx="877332" cy="450122"/>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b="1" lang="en" sz="900">
                <a:latin typeface="Arial"/>
                <a:ea typeface="Arial"/>
                <a:cs typeface="Arial"/>
                <a:sym typeface="Arial"/>
              </a:rPr>
              <a:t>Q1 2016</a:t>
            </a:r>
          </a:p>
          <a:p>
            <a:pPr indent="0" lvl="0" marL="0" marR="0" rtl="0" algn="l">
              <a:spcBef>
                <a:spcPts val="0"/>
              </a:spcBef>
              <a:buSzPct val="25000"/>
              <a:buNone/>
            </a:pPr>
            <a:r>
              <a:rPr lang="en" sz="900">
                <a:latin typeface="Arial"/>
                <a:ea typeface="Arial"/>
                <a:cs typeface="Arial"/>
                <a:sym typeface="Arial"/>
              </a:rPr>
              <a:t>NCTU / Taiwan</a:t>
            </a:r>
          </a:p>
          <a:p>
            <a:pPr indent="0" lvl="0" marL="0" marR="0" rtl="0" algn="l">
              <a:spcBef>
                <a:spcPts val="0"/>
              </a:spcBef>
              <a:buSzPct val="25000"/>
              <a:buNone/>
            </a:pPr>
            <a:r>
              <a:rPr lang="en" sz="900">
                <a:latin typeface="Arial"/>
                <a:ea typeface="Arial"/>
                <a:cs typeface="Arial"/>
                <a:sym typeface="Arial"/>
              </a:rPr>
              <a:t>deploys ONOS</a:t>
            </a:r>
          </a:p>
        </p:txBody>
      </p:sp>
      <p:cxnSp>
        <p:nvCxnSpPr>
          <p:cNvPr id="1135" name="Shape 1135"/>
          <p:cNvCxnSpPr/>
          <p:nvPr/>
        </p:nvCxnSpPr>
        <p:spPr>
          <a:xfrm>
            <a:off x="7110281" y="2247713"/>
            <a:ext cx="270030" cy="108012"/>
          </a:xfrm>
          <a:prstGeom prst="straightConnector1">
            <a:avLst/>
          </a:prstGeom>
          <a:noFill/>
          <a:ln cap="flat" cmpd="sng" w="25400">
            <a:solidFill>
              <a:schemeClr val="dk2"/>
            </a:solidFill>
            <a:prstDash val="solid"/>
            <a:bevel/>
            <a:headEnd len="med" w="med" type="none"/>
            <a:tailEnd len="med" w="med" type="none"/>
          </a:ln>
        </p:spPr>
      </p:cxnSp>
      <p:sp>
        <p:nvSpPr>
          <p:cNvPr id="1136" name="Shape 1136"/>
          <p:cNvSpPr/>
          <p:nvPr/>
        </p:nvSpPr>
        <p:spPr>
          <a:xfrm rot="-354639">
            <a:off x="7091981" y="1905075"/>
            <a:ext cx="181023" cy="346084"/>
          </a:xfrm>
          <a:custGeom>
            <a:pathLst>
              <a:path extrusionOk="0" h="120000" w="120000">
                <a:moveTo>
                  <a:pt x="63880" y="0"/>
                </a:moveTo>
                <a:cubicBezTo>
                  <a:pt x="96229" y="29428"/>
                  <a:pt x="128579" y="58857"/>
                  <a:pt x="117932" y="78857"/>
                </a:cubicBezTo>
                <a:cubicBezTo>
                  <a:pt x="107285" y="98857"/>
                  <a:pt x="20474" y="111714"/>
                  <a:pt x="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map-korea-green.png" id="1137" name="Shape 1137"/>
          <p:cNvPicPr preferRelativeResize="0"/>
          <p:nvPr/>
        </p:nvPicPr>
        <p:blipFill rotWithShape="1">
          <a:blip r:embed="rId17">
            <a:alphaModFix/>
          </a:blip>
          <a:srcRect b="0" l="0" r="0" t="0"/>
          <a:stretch/>
        </p:blipFill>
        <p:spPr>
          <a:xfrm>
            <a:off x="7119853" y="1879243"/>
            <a:ext cx="71437" cy="71437"/>
          </a:xfrm>
          <a:prstGeom prst="rect">
            <a:avLst/>
          </a:prstGeom>
          <a:noFill/>
          <a:ln>
            <a:noFill/>
          </a:ln>
        </p:spPr>
      </p:pic>
      <p:sp>
        <p:nvSpPr>
          <p:cNvPr id="1138" name="Shape 1138"/>
          <p:cNvSpPr/>
          <p:nvPr/>
        </p:nvSpPr>
        <p:spPr>
          <a:xfrm>
            <a:off x="2418019" y="1494234"/>
            <a:ext cx="1910953" cy="434578"/>
          </a:xfrm>
          <a:custGeom>
            <a:pathLst>
              <a:path extrusionOk="0" h="120000" w="120000">
                <a:moveTo>
                  <a:pt x="120000" y="0"/>
                </a:moveTo>
                <a:cubicBezTo>
                  <a:pt x="95794" y="9726"/>
                  <a:pt x="71588" y="19452"/>
                  <a:pt x="51588" y="39452"/>
                </a:cubicBezTo>
                <a:cubicBezTo>
                  <a:pt x="31588" y="59452"/>
                  <a:pt x="0" y="120000"/>
                  <a:pt x="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39" name="Shape 1139"/>
          <p:cNvSpPr/>
          <p:nvPr/>
        </p:nvSpPr>
        <p:spPr>
          <a:xfrm>
            <a:off x="2286000" y="1923677"/>
            <a:ext cx="4851285" cy="1229134"/>
          </a:xfrm>
          <a:custGeom>
            <a:pathLst>
              <a:path extrusionOk="0" h="120000" w="120000">
                <a:moveTo>
                  <a:pt x="119999" y="0"/>
                </a:moveTo>
                <a:cubicBezTo>
                  <a:pt x="113349" y="15743"/>
                  <a:pt x="106699" y="31487"/>
                  <a:pt x="101809" y="50952"/>
                </a:cubicBezTo>
                <a:cubicBezTo>
                  <a:pt x="96919" y="70417"/>
                  <a:pt x="100317" y="108107"/>
                  <a:pt x="90660" y="116790"/>
                </a:cubicBezTo>
                <a:cubicBezTo>
                  <a:pt x="81002" y="125473"/>
                  <a:pt x="56479" y="115072"/>
                  <a:pt x="43863" y="103050"/>
                </a:cubicBezTo>
                <a:cubicBezTo>
                  <a:pt x="31246" y="91027"/>
                  <a:pt x="22273" y="57154"/>
                  <a:pt x="14963" y="44655"/>
                </a:cubicBezTo>
                <a:cubicBezTo>
                  <a:pt x="7652" y="32155"/>
                  <a:pt x="2493" y="30724"/>
                  <a:pt x="0" y="28052"/>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0" name="Shape 1140"/>
          <p:cNvSpPr/>
          <p:nvPr/>
        </p:nvSpPr>
        <p:spPr>
          <a:xfrm>
            <a:off x="2208541" y="2190750"/>
            <a:ext cx="376324" cy="1619249"/>
          </a:xfrm>
          <a:custGeom>
            <a:pathLst>
              <a:path extrusionOk="0" h="120000" w="120000">
                <a:moveTo>
                  <a:pt x="24699" y="0"/>
                </a:moveTo>
                <a:cubicBezTo>
                  <a:pt x="7773" y="19816"/>
                  <a:pt x="-9153" y="39632"/>
                  <a:pt x="5716" y="57794"/>
                </a:cubicBezTo>
                <a:cubicBezTo>
                  <a:pt x="20586" y="75955"/>
                  <a:pt x="97151" y="98602"/>
                  <a:pt x="113919" y="108970"/>
                </a:cubicBezTo>
                <a:cubicBezTo>
                  <a:pt x="130687" y="119338"/>
                  <a:pt x="107591" y="118088"/>
                  <a:pt x="106326" y="120000"/>
                </a:cubicBezTo>
              </a:path>
            </a:pathLst>
          </a:custGeom>
          <a:noFill/>
          <a:ln cap="flat" cmpd="sng" w="1905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1" name="Shape 1141"/>
          <p:cNvSpPr/>
          <p:nvPr/>
        </p:nvSpPr>
        <p:spPr>
          <a:xfrm>
            <a:off x="2280046" y="2190750"/>
            <a:ext cx="5494734" cy="1607343"/>
          </a:xfrm>
          <a:custGeom>
            <a:pathLst>
              <a:path extrusionOk="0" h="120000" w="120000">
                <a:moveTo>
                  <a:pt x="120000" y="120000"/>
                </a:moveTo>
                <a:cubicBezTo>
                  <a:pt x="107042" y="118407"/>
                  <a:pt x="94084" y="116814"/>
                  <a:pt x="83986" y="110666"/>
                </a:cubicBezTo>
                <a:cubicBezTo>
                  <a:pt x="73889" y="104518"/>
                  <a:pt x="69620" y="97777"/>
                  <a:pt x="59414" y="83111"/>
                </a:cubicBezTo>
                <a:cubicBezTo>
                  <a:pt x="49209" y="68444"/>
                  <a:pt x="32654" y="36518"/>
                  <a:pt x="22751" y="22666"/>
                </a:cubicBezTo>
                <a:cubicBezTo>
                  <a:pt x="12849" y="8814"/>
                  <a:pt x="3791" y="3703"/>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2" name="Shape 1142"/>
          <p:cNvSpPr/>
          <p:nvPr/>
        </p:nvSpPr>
        <p:spPr>
          <a:xfrm>
            <a:off x="2280046" y="2193121"/>
            <a:ext cx="4816077" cy="1053703"/>
          </a:xfrm>
          <a:custGeom>
            <a:pathLst>
              <a:path extrusionOk="0" h="120000" w="120000">
                <a:moveTo>
                  <a:pt x="119999" y="8135"/>
                </a:moveTo>
                <a:cubicBezTo>
                  <a:pt x="114919" y="12372"/>
                  <a:pt x="109839" y="16610"/>
                  <a:pt x="106946" y="24406"/>
                </a:cubicBezTo>
                <a:cubicBezTo>
                  <a:pt x="104054" y="32203"/>
                  <a:pt x="103757" y="43841"/>
                  <a:pt x="102645" y="54915"/>
                </a:cubicBezTo>
                <a:cubicBezTo>
                  <a:pt x="101532" y="65988"/>
                  <a:pt x="101606" y="81016"/>
                  <a:pt x="100271" y="90847"/>
                </a:cubicBezTo>
                <a:cubicBezTo>
                  <a:pt x="98936" y="100677"/>
                  <a:pt x="98368" y="109039"/>
                  <a:pt x="94635" y="113898"/>
                </a:cubicBezTo>
                <a:cubicBezTo>
                  <a:pt x="90902" y="118757"/>
                  <a:pt x="84499" y="120790"/>
                  <a:pt x="77873" y="120000"/>
                </a:cubicBezTo>
                <a:cubicBezTo>
                  <a:pt x="71248" y="119209"/>
                  <a:pt x="61260" y="113785"/>
                  <a:pt x="54882" y="109152"/>
                </a:cubicBezTo>
                <a:cubicBezTo>
                  <a:pt x="48504" y="104519"/>
                  <a:pt x="45339" y="104519"/>
                  <a:pt x="39604" y="92203"/>
                </a:cubicBezTo>
                <a:cubicBezTo>
                  <a:pt x="33868" y="79886"/>
                  <a:pt x="25241" y="48022"/>
                  <a:pt x="20469" y="35254"/>
                </a:cubicBezTo>
                <a:cubicBezTo>
                  <a:pt x="15698" y="22485"/>
                  <a:pt x="14388" y="21468"/>
                  <a:pt x="10976" y="15593"/>
                </a:cubicBezTo>
                <a:cubicBezTo>
                  <a:pt x="7564" y="9717"/>
                  <a:pt x="1829" y="2485"/>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bird.png" id="1143" name="Shape 1143"/>
          <p:cNvPicPr preferRelativeResize="0"/>
          <p:nvPr/>
        </p:nvPicPr>
        <p:blipFill rotWithShape="1">
          <a:blip r:embed="rId14">
            <a:alphaModFix/>
          </a:blip>
          <a:srcRect b="0" l="0" r="0" t="0"/>
          <a:stretch/>
        </p:blipFill>
        <p:spPr>
          <a:xfrm>
            <a:off x="7083278" y="1794184"/>
            <a:ext cx="111724" cy="102490"/>
          </a:xfrm>
          <a:prstGeom prst="rect">
            <a:avLst/>
          </a:prstGeom>
          <a:noFill/>
          <a:ln>
            <a:noFill/>
          </a:ln>
        </p:spPr>
      </p:pic>
      <p:pic>
        <p:nvPicPr>
          <p:cNvPr descr="bird.png" id="1144" name="Shape 1144"/>
          <p:cNvPicPr preferRelativeResize="0"/>
          <p:nvPr/>
        </p:nvPicPr>
        <p:blipFill rotWithShape="1">
          <a:blip r:embed="rId14">
            <a:alphaModFix/>
          </a:blip>
          <a:srcRect b="0" l="0" r="0" t="0"/>
          <a:stretch/>
        </p:blipFill>
        <p:spPr>
          <a:xfrm>
            <a:off x="7025560" y="2139701"/>
            <a:ext cx="111724" cy="102490"/>
          </a:xfrm>
          <a:prstGeom prst="rect">
            <a:avLst/>
          </a:prstGeom>
          <a:noFill/>
          <a:ln>
            <a:noFill/>
          </a:ln>
        </p:spPr>
      </p:pic>
      <p:sp>
        <p:nvSpPr>
          <p:cNvPr id="1145" name="Shape 1145"/>
          <p:cNvSpPr/>
          <p:nvPr/>
        </p:nvSpPr>
        <p:spPr>
          <a:xfrm>
            <a:off x="2297906" y="1783931"/>
            <a:ext cx="220265" cy="25818"/>
          </a:xfrm>
          <a:custGeom>
            <a:pathLst>
              <a:path extrusionOk="0" h="120000" w="120000">
                <a:moveTo>
                  <a:pt x="120000" y="120000"/>
                </a:moveTo>
                <a:cubicBezTo>
                  <a:pt x="91081" y="73882"/>
                  <a:pt x="62162" y="27767"/>
                  <a:pt x="42162" y="9321"/>
                </a:cubicBezTo>
                <a:cubicBezTo>
                  <a:pt x="22162" y="-9124"/>
                  <a:pt x="7027" y="4709"/>
                  <a:pt x="0" y="9321"/>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6" name="Shape 1146"/>
          <p:cNvSpPr/>
          <p:nvPr/>
        </p:nvSpPr>
        <p:spPr>
          <a:xfrm>
            <a:off x="2297906" y="1785937"/>
            <a:ext cx="107156" cy="136921"/>
          </a:xfrm>
          <a:custGeom>
            <a:pathLst>
              <a:path extrusionOk="0" h="120000" w="120000">
                <a:moveTo>
                  <a:pt x="120000" y="120000"/>
                </a:moveTo>
                <a:cubicBezTo>
                  <a:pt x="109999" y="90869"/>
                  <a:pt x="100000" y="61739"/>
                  <a:pt x="80000" y="41739"/>
                </a:cubicBezTo>
                <a:cubicBezTo>
                  <a:pt x="60000" y="21739"/>
                  <a:pt x="13333" y="6087"/>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7" name="Shape 1147"/>
          <p:cNvSpPr/>
          <p:nvPr/>
        </p:nvSpPr>
        <p:spPr>
          <a:xfrm>
            <a:off x="1452562" y="1677919"/>
            <a:ext cx="851296" cy="108018"/>
          </a:xfrm>
          <a:custGeom>
            <a:pathLst>
              <a:path extrusionOk="0" h="120000" w="120000">
                <a:moveTo>
                  <a:pt x="0" y="73705"/>
                </a:moveTo>
                <a:cubicBezTo>
                  <a:pt x="22307" y="33473"/>
                  <a:pt x="44615" y="-6758"/>
                  <a:pt x="64615" y="957"/>
                </a:cubicBezTo>
                <a:cubicBezTo>
                  <a:pt x="84615" y="8673"/>
                  <a:pt x="110769" y="99057"/>
                  <a:pt x="12000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48" name="Shape 1148"/>
          <p:cNvSpPr/>
          <p:nvPr/>
        </p:nvSpPr>
        <p:spPr>
          <a:xfrm>
            <a:off x="1571625" y="1785937"/>
            <a:ext cx="726281" cy="83343"/>
          </a:xfrm>
          <a:custGeom>
            <a:pathLst>
              <a:path extrusionOk="0" h="120000" w="120000">
                <a:moveTo>
                  <a:pt x="0" y="120000"/>
                </a:moveTo>
                <a:cubicBezTo>
                  <a:pt x="22213" y="92857"/>
                  <a:pt x="44426" y="65714"/>
                  <a:pt x="60983" y="60000"/>
                </a:cubicBezTo>
                <a:cubicBezTo>
                  <a:pt x="77540" y="54285"/>
                  <a:pt x="89508" y="95714"/>
                  <a:pt x="99344" y="85714"/>
                </a:cubicBezTo>
                <a:cubicBezTo>
                  <a:pt x="109180" y="75714"/>
                  <a:pt x="120000" y="0"/>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bird.png" id="1149" name="Shape 1149"/>
          <p:cNvPicPr preferRelativeResize="0"/>
          <p:nvPr/>
        </p:nvPicPr>
        <p:blipFill rotWithShape="1">
          <a:blip r:embed="rId14">
            <a:alphaModFix/>
          </a:blip>
          <a:srcRect b="0" l="0" r="0" t="0"/>
          <a:stretch/>
        </p:blipFill>
        <p:spPr>
          <a:xfrm>
            <a:off x="1602342" y="1372619"/>
            <a:ext cx="553259" cy="507535"/>
          </a:xfrm>
          <a:prstGeom prst="rect">
            <a:avLst/>
          </a:prstGeom>
          <a:noFill/>
          <a:ln>
            <a:noFill/>
          </a:ln>
        </p:spPr>
      </p:pic>
      <p:sp>
        <p:nvSpPr>
          <p:cNvPr id="1150" name="Shape 1150"/>
          <p:cNvSpPr/>
          <p:nvPr/>
        </p:nvSpPr>
        <p:spPr>
          <a:xfrm>
            <a:off x="2226100" y="1779984"/>
            <a:ext cx="81851" cy="410765"/>
          </a:xfrm>
          <a:custGeom>
            <a:pathLst>
              <a:path extrusionOk="0" h="120000" w="120000">
                <a:moveTo>
                  <a:pt x="79089" y="120000"/>
                </a:moveTo>
                <a:cubicBezTo>
                  <a:pt x="36905" y="99565"/>
                  <a:pt x="-5278" y="79130"/>
                  <a:pt x="539" y="64347"/>
                </a:cubicBezTo>
                <a:cubicBezTo>
                  <a:pt x="6358" y="49565"/>
                  <a:pt x="96544" y="42029"/>
                  <a:pt x="113999" y="31304"/>
                </a:cubicBezTo>
                <a:cubicBezTo>
                  <a:pt x="131455" y="20579"/>
                  <a:pt x="105272" y="0"/>
                  <a:pt x="105272"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51" name="Shape 1151"/>
          <p:cNvSpPr/>
          <p:nvPr/>
        </p:nvSpPr>
        <p:spPr>
          <a:xfrm>
            <a:off x="2465765" y="238272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52" name="Shape 1152"/>
          <p:cNvSpPr/>
          <p:nvPr/>
        </p:nvSpPr>
        <p:spPr>
          <a:xfrm>
            <a:off x="2286000" y="2190750"/>
            <a:ext cx="190500" cy="196453"/>
          </a:xfrm>
          <a:custGeom>
            <a:pathLst>
              <a:path extrusionOk="0" h="120000" w="120000">
                <a:moveTo>
                  <a:pt x="120000" y="120000"/>
                </a:moveTo>
                <a:cubicBezTo>
                  <a:pt x="104374" y="96060"/>
                  <a:pt x="88749" y="72121"/>
                  <a:pt x="71250" y="58181"/>
                </a:cubicBezTo>
                <a:cubicBezTo>
                  <a:pt x="53750" y="44242"/>
                  <a:pt x="26875" y="46060"/>
                  <a:pt x="15000" y="36363"/>
                </a:cubicBezTo>
                <a:cubicBezTo>
                  <a:pt x="3124" y="26666"/>
                  <a:pt x="0" y="0"/>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53" name="Shape 1153"/>
          <p:cNvSpPr/>
          <p:nvPr/>
        </p:nvSpPr>
        <p:spPr>
          <a:xfrm>
            <a:off x="4517994" y="1545636"/>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54" name="Shape 1154"/>
          <p:cNvSpPr/>
          <p:nvPr/>
        </p:nvSpPr>
        <p:spPr>
          <a:xfrm>
            <a:off x="6894257" y="3732878"/>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55" name="Shape 1155"/>
          <p:cNvSpPr/>
          <p:nvPr/>
        </p:nvSpPr>
        <p:spPr>
          <a:xfrm>
            <a:off x="7515326" y="3921900"/>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56" name="Shape 1156"/>
          <p:cNvSpPr/>
          <p:nvPr/>
        </p:nvSpPr>
        <p:spPr>
          <a:xfrm>
            <a:off x="6899671" y="3705875"/>
            <a:ext cx="875109" cy="86299"/>
          </a:xfrm>
          <a:custGeom>
            <a:pathLst>
              <a:path extrusionOk="0" h="120000" w="120000">
                <a:moveTo>
                  <a:pt x="0" y="37221"/>
                </a:moveTo>
                <a:cubicBezTo>
                  <a:pt x="23877" y="13767"/>
                  <a:pt x="47755" y="-9686"/>
                  <a:pt x="67755" y="4109"/>
                </a:cubicBezTo>
                <a:cubicBezTo>
                  <a:pt x="87755" y="17905"/>
                  <a:pt x="120000" y="120000"/>
                  <a:pt x="12000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57" name="Shape 1157"/>
          <p:cNvSpPr/>
          <p:nvPr/>
        </p:nvSpPr>
        <p:spPr>
          <a:xfrm>
            <a:off x="6905625" y="3759882"/>
            <a:ext cx="863203" cy="178627"/>
          </a:xfrm>
          <a:custGeom>
            <a:pathLst>
              <a:path extrusionOk="0" h="120000" w="120000">
                <a:moveTo>
                  <a:pt x="0" y="0"/>
                </a:moveTo>
                <a:lnTo>
                  <a:pt x="62068" y="87983"/>
                </a:lnTo>
                <a:cubicBezTo>
                  <a:pt x="76551" y="107979"/>
                  <a:pt x="78620" y="119310"/>
                  <a:pt x="86896" y="119977"/>
                </a:cubicBezTo>
                <a:cubicBezTo>
                  <a:pt x="95172" y="120643"/>
                  <a:pt x="106206" y="106646"/>
                  <a:pt x="111724" y="91982"/>
                </a:cubicBezTo>
                <a:cubicBezTo>
                  <a:pt x="117241" y="77318"/>
                  <a:pt x="118620" y="54656"/>
                  <a:pt x="120000" y="31993"/>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58" name="Shape 1158"/>
          <p:cNvSpPr/>
          <p:nvPr/>
        </p:nvSpPr>
        <p:spPr>
          <a:xfrm>
            <a:off x="4544997" y="1653648"/>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1159" name="Shape 1159"/>
          <p:cNvSpPr/>
          <p:nvPr/>
        </p:nvSpPr>
        <p:spPr>
          <a:xfrm>
            <a:off x="4488656" y="1664493"/>
            <a:ext cx="69056" cy="100012"/>
          </a:xfrm>
          <a:custGeom>
            <a:pathLst>
              <a:path extrusionOk="0" h="120000" w="120000">
                <a:moveTo>
                  <a:pt x="0" y="120000"/>
                </a:moveTo>
                <a:cubicBezTo>
                  <a:pt x="4482" y="97142"/>
                  <a:pt x="8965" y="74285"/>
                  <a:pt x="28965" y="54285"/>
                </a:cubicBezTo>
                <a:cubicBezTo>
                  <a:pt x="48965" y="34285"/>
                  <a:pt x="84482" y="17142"/>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60" name="Shape 1160"/>
          <p:cNvSpPr/>
          <p:nvPr/>
        </p:nvSpPr>
        <p:spPr>
          <a:xfrm>
            <a:off x="3081890" y="1481608"/>
            <a:ext cx="1301088" cy="2089252"/>
          </a:xfrm>
          <a:custGeom>
            <a:pathLst>
              <a:path extrusionOk="0" h="120000" w="120000">
                <a:moveTo>
                  <a:pt x="115522" y="0"/>
                </a:moveTo>
                <a:cubicBezTo>
                  <a:pt x="118962" y="3487"/>
                  <a:pt x="122403" y="6975"/>
                  <a:pt x="117718" y="21062"/>
                </a:cubicBezTo>
                <a:cubicBezTo>
                  <a:pt x="113033" y="35150"/>
                  <a:pt x="98977" y="68522"/>
                  <a:pt x="87410" y="84524"/>
                </a:cubicBezTo>
                <a:cubicBezTo>
                  <a:pt x="75843" y="100526"/>
                  <a:pt x="62885" y="111423"/>
                  <a:pt x="48317" y="117076"/>
                </a:cubicBezTo>
                <a:cubicBezTo>
                  <a:pt x="33748" y="122729"/>
                  <a:pt x="0" y="118444"/>
                  <a:pt x="0" y="118444"/>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61" name="Shape 1161"/>
          <p:cNvSpPr/>
          <p:nvPr/>
        </p:nvSpPr>
        <p:spPr>
          <a:xfrm>
            <a:off x="4459030" y="1557337"/>
            <a:ext cx="74869" cy="95250"/>
          </a:xfrm>
          <a:custGeom>
            <a:pathLst>
              <a:path extrusionOk="0" h="120000" w="120000">
                <a:moveTo>
                  <a:pt x="5500" y="120000"/>
                </a:moveTo>
                <a:cubicBezTo>
                  <a:pt x="-224" y="87999"/>
                  <a:pt x="-5949" y="55999"/>
                  <a:pt x="13133" y="36000"/>
                </a:cubicBezTo>
                <a:cubicBezTo>
                  <a:pt x="32216" y="16000"/>
                  <a:pt x="120000" y="0"/>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62" name="Shape 1162"/>
          <p:cNvSpPr/>
          <p:nvPr/>
        </p:nvSpPr>
        <p:spPr>
          <a:xfrm>
            <a:off x="4329112" y="1485625"/>
            <a:ext cx="200024" cy="71712"/>
          </a:xfrm>
          <a:custGeom>
            <a:pathLst>
              <a:path extrusionOk="0" h="120000" w="120000">
                <a:moveTo>
                  <a:pt x="120000" y="120000"/>
                </a:moveTo>
                <a:cubicBezTo>
                  <a:pt x="105714" y="72847"/>
                  <a:pt x="91428" y="25695"/>
                  <a:pt x="71428" y="8428"/>
                </a:cubicBezTo>
                <a:cubicBezTo>
                  <a:pt x="51428" y="-8838"/>
                  <a:pt x="25714" y="3779"/>
                  <a:pt x="0" y="16398"/>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63" name="Shape 1163"/>
          <p:cNvSpPr/>
          <p:nvPr/>
        </p:nvSpPr>
        <p:spPr>
          <a:xfrm>
            <a:off x="4529137" y="1552575"/>
            <a:ext cx="28574" cy="114299"/>
          </a:xfrm>
          <a:custGeom>
            <a:pathLst>
              <a:path extrusionOk="0" h="120000" w="120000">
                <a:moveTo>
                  <a:pt x="120000" y="120000"/>
                </a:moveTo>
                <a:cubicBezTo>
                  <a:pt x="120000" y="95000"/>
                  <a:pt x="120000" y="70000"/>
                  <a:pt x="100000" y="50000"/>
                </a:cubicBezTo>
                <a:cubicBezTo>
                  <a:pt x="80000" y="30000"/>
                  <a:pt x="0" y="0"/>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1164" name="Shape 1164"/>
          <p:cNvSpPr txBox="1"/>
          <p:nvPr/>
        </p:nvSpPr>
        <p:spPr>
          <a:xfrm>
            <a:off x="5196748" y="1869672"/>
            <a:ext cx="1589497" cy="5886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Q1 2016 – New connections</a:t>
            </a:r>
          </a:p>
          <a:p>
            <a:pPr indent="0" lvl="0" marL="0" marR="0" rtl="0" algn="ctr">
              <a:spcBef>
                <a:spcPts val="0"/>
              </a:spcBef>
              <a:buSzPct val="25000"/>
              <a:buNone/>
            </a:pPr>
            <a:r>
              <a:rPr lang="en" sz="900">
                <a:latin typeface="Arial"/>
                <a:ea typeface="Arial"/>
                <a:cs typeface="Arial"/>
                <a:sym typeface="Arial"/>
              </a:rPr>
              <a:t>Miami - Korea</a:t>
            </a:r>
          </a:p>
          <a:p>
            <a:pPr indent="0" lvl="0" marL="0" marR="0" rtl="0" algn="ctr">
              <a:spcBef>
                <a:spcPts val="0"/>
              </a:spcBef>
              <a:buSzPct val="25000"/>
              <a:buNone/>
            </a:pPr>
            <a:r>
              <a:rPr lang="en" sz="900">
                <a:latin typeface="Arial"/>
                <a:ea typeface="Arial"/>
                <a:cs typeface="Arial"/>
                <a:sym typeface="Arial"/>
              </a:rPr>
              <a:t>Miami - Taiwan</a:t>
            </a:r>
          </a:p>
          <a:p>
            <a:pPr indent="0" lvl="0" marL="0" marR="0" rtl="0" algn="ctr">
              <a:spcBef>
                <a:spcPts val="0"/>
              </a:spcBef>
              <a:buSzPct val="25000"/>
              <a:buNone/>
            </a:pPr>
            <a:r>
              <a:rPr lang="en" sz="900">
                <a:latin typeface="Arial"/>
                <a:ea typeface="Arial"/>
                <a:cs typeface="Arial"/>
                <a:sym typeface="Arial"/>
              </a:rPr>
              <a:t>Korea - Taiwan</a:t>
            </a:r>
          </a:p>
        </p:txBody>
      </p:sp>
      <p:pic>
        <p:nvPicPr>
          <p:cNvPr descr="map-taiwan-green.png" id="1165" name="Shape 1165"/>
          <p:cNvPicPr preferRelativeResize="0"/>
          <p:nvPr/>
        </p:nvPicPr>
        <p:blipFill rotWithShape="1">
          <a:blip r:embed="rId18">
            <a:alphaModFix/>
          </a:blip>
          <a:srcRect b="0" l="0" r="0" t="0"/>
          <a:stretch/>
        </p:blipFill>
        <p:spPr>
          <a:xfrm>
            <a:off x="7086469" y="2247713"/>
            <a:ext cx="23812" cy="47625"/>
          </a:xfrm>
          <a:prstGeom prst="rect">
            <a:avLst/>
          </a:prstGeom>
          <a:noFill/>
          <a:ln>
            <a:noFill/>
          </a:ln>
        </p:spPr>
      </p:pic>
      <p:sp>
        <p:nvSpPr>
          <p:cNvPr id="1166" name="Shape 1166"/>
          <p:cNvSpPr/>
          <p:nvPr/>
        </p:nvSpPr>
        <p:spPr>
          <a:xfrm>
            <a:off x="2541769" y="3544376"/>
            <a:ext cx="526073" cy="304594"/>
          </a:xfrm>
          <a:custGeom>
            <a:pathLst>
              <a:path extrusionOk="0" h="120000" w="120000">
                <a:moveTo>
                  <a:pt x="0" y="120000"/>
                </a:moveTo>
                <a:cubicBezTo>
                  <a:pt x="17999" y="113272"/>
                  <a:pt x="35999" y="106545"/>
                  <a:pt x="47999" y="91636"/>
                </a:cubicBezTo>
                <a:cubicBezTo>
                  <a:pt x="59999" y="76727"/>
                  <a:pt x="59999" y="45818"/>
                  <a:pt x="71999" y="30545"/>
                </a:cubicBezTo>
                <a:cubicBezTo>
                  <a:pt x="83999" y="15272"/>
                  <a:pt x="112000" y="4727"/>
                  <a:pt x="119999" y="0"/>
                </a:cubicBezTo>
              </a:path>
            </a:pathLst>
          </a:custGeom>
          <a:noFill/>
          <a:ln cap="flat" cmpd="sng" w="19050">
            <a:solidFill>
              <a:srgbClr val="FF0000"/>
            </a:solidFill>
            <a:prstDash val="solid"/>
            <a:round/>
            <a:headEnd len="med" w="med" type="none"/>
            <a:tailEnd len="med" w="med" type="none"/>
          </a:ln>
        </p:spPr>
        <p:txBody>
          <a:bodyPr anchorCtr="0" anchor="t" bIns="17150" lIns="34275" rIns="34275" tIns="17150">
            <a:noAutofit/>
          </a:bodyPr>
          <a:lstStyle/>
          <a:p>
            <a:pPr indent="0" lvl="0" marL="0" marR="0" rtl="0" algn="l">
              <a:lnSpc>
                <a:spcPct val="100000"/>
              </a:lnSpc>
              <a:spcBef>
                <a:spcPts val="0"/>
              </a:spcBef>
              <a:spcAft>
                <a:spcPts val="0"/>
              </a:spcAft>
              <a:buFont typeface="Helvetica Neue"/>
              <a:buNone/>
            </a:pPr>
            <a:r>
              <a:t/>
            </a:r>
            <a:endParaRPr b="0" i="0" sz="700" u="none" cap="none" strike="noStrike">
              <a:solidFill>
                <a:srgbClr val="000000"/>
              </a:solidFill>
              <a:latin typeface="Helvetica Neue"/>
              <a:ea typeface="Helvetica Neue"/>
              <a:cs typeface="Helvetica Neue"/>
              <a:sym typeface="Helvetica Neue"/>
            </a:endParaRPr>
          </a:p>
        </p:txBody>
      </p:sp>
      <p:sp>
        <p:nvSpPr>
          <p:cNvPr id="1167" name="Shape 1167"/>
          <p:cNvSpPr txBox="1"/>
          <p:nvPr>
            <p:ph type="ctrTitle"/>
          </p:nvPr>
        </p:nvSpPr>
        <p:spPr>
          <a:xfrm>
            <a:off x="311734" y="68990"/>
            <a:ext cx="8520540" cy="422999"/>
          </a:xfrm>
          <a:prstGeom prst="rect">
            <a:avLst/>
          </a:prstGeom>
          <a:noFill/>
          <a:ln>
            <a:noFill/>
          </a:ln>
        </p:spPr>
        <p:txBody>
          <a:bodyPr anchorCtr="0" anchor="ctr" bIns="34275" lIns="34275" rIns="34275" tIns="34275">
            <a:noAutofit/>
          </a:bodyPr>
          <a:lstStyle/>
          <a:p>
            <a:pPr indent="0" lvl="0" marL="0" marR="0" rtl="0" algn="l">
              <a:lnSpc>
                <a:spcPct val="100000"/>
              </a:lnSpc>
              <a:spcBef>
                <a:spcPts val="0"/>
              </a:spcBef>
              <a:spcAft>
                <a:spcPts val="0"/>
              </a:spcAft>
              <a:buClr>
                <a:srgbClr val="FFFFFF"/>
              </a:buClr>
              <a:buSzPct val="25000"/>
              <a:buFont typeface="Droid Sans"/>
              <a:buNone/>
            </a:pPr>
            <a:r>
              <a:rPr b="0" i="0" lang="en" sz="2500" u="none" cap="none" strike="noStrike">
                <a:solidFill>
                  <a:srgbClr val="FFFFFF"/>
                </a:solidFill>
                <a:latin typeface="Droid Sans"/>
                <a:ea typeface="Droid Sans"/>
                <a:cs typeface="Droid Sans"/>
                <a:sym typeface="Droid Sans"/>
              </a:rPr>
              <a:t>Global SDN Deployment Powered by ONOS</a:t>
            </a: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par>
                                <p:cTn fill="hold" nodeType="with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par>
                                <p:cTn fill="hold" nodeType="with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par>
                                <p:cTn fill="hold" nodeType="with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500"/>
                                        <p:tgtEl>
                                          <p:spTgt spid="1153"/>
                                        </p:tgtEl>
                                      </p:cBhvr>
                                    </p:animEffect>
                                  </p:childTnLst>
                                </p:cTn>
                              </p:par>
                              <p:par>
                                <p:cTn fill="hold" nodeType="with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par>
                                <p:cTn fill="hold" nodeType="with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par>
                                <p:cTn fill="hold" nodeType="withEffect" presetClass="entr" presetID="10" presetSubtype="0">
                                  <p:stCondLst>
                                    <p:cond delay="0"/>
                                  </p:stCondLst>
                                  <p:childTnLst>
                                    <p:set>
                                      <p:cBhvr>
                                        <p:cTn dur="1" fill="hold">
                                          <p:stCondLst>
                                            <p:cond delay="0"/>
                                          </p:stCondLst>
                                        </p:cTn>
                                        <p:tgtEl>
                                          <p:spTgt spid="1118"/>
                                        </p:tgtEl>
                                        <p:attrNameLst>
                                          <p:attrName>style.visibility</p:attrName>
                                        </p:attrNameLst>
                                      </p:cBhvr>
                                      <p:to>
                                        <p:strVal val="visible"/>
                                      </p:to>
                                    </p:set>
                                    <p:animEffect filter="fade" transition="in">
                                      <p:cBhvr>
                                        <p:cTn dur="500"/>
                                        <p:tgtEl>
                                          <p:spTgt spid="1118"/>
                                        </p:tgtEl>
                                      </p:cBhvr>
                                    </p:animEffect>
                                  </p:childTnLst>
                                </p:cTn>
                              </p:par>
                              <p:par>
                                <p:cTn fill="hold" nodeType="with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par>
                                <p:cTn fill="hold" nodeType="with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500"/>
                                        <p:tgtEl>
                                          <p:spTgt spid="1130"/>
                                        </p:tgtEl>
                                      </p:cBhvr>
                                    </p:animEffect>
                                  </p:childTnLst>
                                </p:cTn>
                              </p:par>
                              <p:par>
                                <p:cTn fill="hold" nodeType="with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par>
                                <p:cTn fill="hold" nodeType="with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500"/>
                                        <p:tgtEl>
                                          <p:spTgt spid="1149"/>
                                        </p:tgtEl>
                                      </p:cBhvr>
                                    </p:animEffect>
                                  </p:childTnLst>
                                </p:cTn>
                              </p:par>
                              <p:par>
                                <p:cTn fill="hold" nodeType="with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par>
                                <p:cTn fill="hold" nodeType="with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500"/>
                                        <p:tgtEl>
                                          <p:spTgt spid="1111"/>
                                        </p:tgtEl>
                                      </p:cBhvr>
                                    </p:animEffect>
                                  </p:childTnLst>
                                </p:cTn>
                              </p:par>
                              <p:par>
                                <p:cTn fill="hold" nodeType="with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par>
                                <p:cTn fill="hold" nodeType="with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500"/>
                                        <p:tgtEl>
                                          <p:spTgt spid="1105"/>
                                        </p:tgtEl>
                                      </p:cBhvr>
                                    </p:animEffect>
                                  </p:childTnLst>
                                </p:cTn>
                              </p:par>
                              <p:par>
                                <p:cTn fill="hold" nodeType="with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500"/>
                                        <p:tgtEl>
                                          <p:spTgt spid="1117"/>
                                        </p:tgtEl>
                                      </p:cBhvr>
                                    </p:animEffect>
                                  </p:childTnLst>
                                </p:cTn>
                              </p:par>
                              <p:par>
                                <p:cTn fill="hold" nodeType="with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2000"/>
                                        <p:tgtEl>
                                          <p:spTgt spid="1127"/>
                                        </p:tgtEl>
                                      </p:cBhvr>
                                    </p:animEffect>
                                  </p:childTnLst>
                                </p:cTn>
                              </p:par>
                              <p:par>
                                <p:cTn fill="hold" nodeType="with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500"/>
                                        <p:tgtEl>
                                          <p:spTgt spid="1106"/>
                                        </p:tgtEl>
                                      </p:cBhvr>
                                    </p:animEffect>
                                  </p:childTnLst>
                                </p:cTn>
                              </p:par>
                              <p:par>
                                <p:cTn fill="hold" nodeType="with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par>
                                <p:cTn fill="hold" nodeType="with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par>
                                <p:cTn fill="hold" nodeType="with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500"/>
                                        <p:tgtEl>
                                          <p:spTgt spid="1110"/>
                                        </p:tgtEl>
                                      </p:cBhvr>
                                    </p:animEffect>
                                  </p:childTnLst>
                                </p:cTn>
                              </p:par>
                              <p:par>
                                <p:cTn fill="hold" nodeType="with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2000"/>
                                        <p:tgtEl>
                                          <p:spTgt spid="1140"/>
                                        </p:tgtEl>
                                      </p:cBhvr>
                                    </p:animEffect>
                                  </p:childTnLst>
                                </p:cTn>
                              </p:par>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20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2000"/>
                                        <p:tgtEl>
                                          <p:spTgt spid="1150"/>
                                        </p:tgtEl>
                                      </p:cBhvr>
                                    </p:animEffect>
                                  </p:childTnLst>
                                </p:cTn>
                              </p:par>
                              <p:par>
                                <p:cTn fill="hold" nodeType="with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2000"/>
                                        <p:tgtEl>
                                          <p:spTgt spid="1146"/>
                                        </p:tgtEl>
                                      </p:cBhvr>
                                    </p:animEffect>
                                  </p:childTnLst>
                                </p:cTn>
                              </p:par>
                              <p:par>
                                <p:cTn fill="hold" nodeType="with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2000"/>
                                        <p:tgtEl>
                                          <p:spTgt spid="1145"/>
                                        </p:tgtEl>
                                      </p:cBhvr>
                                    </p:animEffect>
                                  </p:childTnLst>
                                </p:cTn>
                              </p:par>
                              <p:par>
                                <p:cTn fill="hold" nodeType="with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2000"/>
                                        <p:tgtEl>
                                          <p:spTgt spid="1148"/>
                                        </p:tgtEl>
                                      </p:cBhvr>
                                    </p:animEffect>
                                  </p:childTnLst>
                                </p:cTn>
                              </p:par>
                              <p:par>
                                <p:cTn fill="hold" nodeType="with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2000"/>
                                        <p:tgtEl>
                                          <p:spTgt spid="1147"/>
                                        </p:tgtEl>
                                      </p:cBhvr>
                                    </p:animEffect>
                                  </p:childTnLst>
                                </p:cTn>
                              </p:par>
                              <p:par>
                                <p:cTn fill="hold" nodeType="with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2000"/>
                                        <p:tgtEl>
                                          <p:spTgt spid="1162"/>
                                        </p:tgtEl>
                                      </p:cBhvr>
                                    </p:animEffect>
                                  </p:childTnLst>
                                </p:cTn>
                              </p:par>
                              <p:par>
                                <p:cTn fill="hold" nodeType="with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2000"/>
                                        <p:tgtEl>
                                          <p:spTgt spid="1163"/>
                                        </p:tgtEl>
                                      </p:cBhvr>
                                    </p:animEffect>
                                  </p:childTnLst>
                                </p:cTn>
                              </p:par>
                              <p:par>
                                <p:cTn fill="hold" nodeType="with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2000"/>
                                        <p:tgtEl>
                                          <p:spTgt spid="1161"/>
                                        </p:tgtEl>
                                      </p:cBhvr>
                                    </p:animEffect>
                                  </p:childTnLst>
                                </p:cTn>
                              </p:par>
                              <p:par>
                                <p:cTn fill="hold" nodeType="with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20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2000"/>
                                        <p:tgtEl>
                                          <p:spTgt spid="1138"/>
                                        </p:tgtEl>
                                      </p:cBhvr>
                                    </p:animEffect>
                                  </p:childTnLst>
                                </p:cTn>
                              </p:par>
                              <p:par>
                                <p:cTn fill="hold" nodeType="with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2000"/>
                                        <p:tgtEl>
                                          <p:spTgt spid="1159"/>
                                        </p:tgtEl>
                                      </p:cBhvr>
                                    </p:animEffect>
                                  </p:childTnLst>
                                </p:cTn>
                              </p:par>
                              <p:par>
                                <p:cTn fill="hold" nodeType="with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1000"/>
                                        <p:tgtEl>
                                          <p:spTgt spid="1094"/>
                                        </p:tgtEl>
                                      </p:cBhvr>
                                    </p:animEffect>
                                  </p:childTnLst>
                                </p:cTn>
                              </p:par>
                              <p:par>
                                <p:cTn fill="hold" nodeType="with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1000"/>
                                        <p:tgtEl>
                                          <p:spTgt spid="1132"/>
                                        </p:tgtEl>
                                      </p:cBhvr>
                                    </p:animEffect>
                                  </p:childTnLst>
                                </p:cTn>
                              </p:par>
                              <p:par>
                                <p:cTn fill="hold" nodeType="with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1000"/>
                                        <p:tgtEl>
                                          <p:spTgt spid="1098"/>
                                        </p:tgtEl>
                                      </p:cBhvr>
                                    </p:animEffect>
                                  </p:childTnLst>
                                </p:cTn>
                              </p:par>
                              <p:par>
                                <p:cTn fill="hold" nodeType="with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2000"/>
                                        <p:tgtEl>
                                          <p:spTgt spid="109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2000"/>
                                        <p:tgtEl>
                                          <p:spTgt spid="1114"/>
                                        </p:tgtEl>
                                      </p:cBhvr>
                                    </p:animEffect>
                                  </p:childTnLst>
                                </p:cTn>
                              </p:par>
                              <p:par>
                                <p:cTn fill="hold" nodeType="with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2000"/>
                                        <p:tgtEl>
                                          <p:spTgt spid="1095"/>
                                        </p:tgtEl>
                                      </p:cBhvr>
                                    </p:animEffect>
                                  </p:childTnLst>
                                </p:cTn>
                              </p:par>
                              <p:par>
                                <p:cTn fill="hold" nodeType="with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2000"/>
                                        <p:tgtEl>
                                          <p:spTgt spid="1096"/>
                                        </p:tgtEl>
                                      </p:cBhvr>
                                    </p:animEffect>
                                  </p:childTnLst>
                                </p:cTn>
                              </p:par>
                              <p:par>
                                <p:cTn fill="hold" nodeType="withEffect" presetClass="entr" presetID="10" presetSubtype="0">
                                  <p:stCondLst>
                                    <p:cond delay="0"/>
                                  </p:stCondLst>
                                  <p:childTnLst>
                                    <p:set>
                                      <p:cBhvr>
                                        <p:cTn dur="1" fill="hold">
                                          <p:stCondLst>
                                            <p:cond delay="0"/>
                                          </p:stCondLst>
                                        </p:cTn>
                                        <p:tgtEl>
                                          <p:spTgt spid="1097"/>
                                        </p:tgtEl>
                                        <p:attrNameLst>
                                          <p:attrName>style.visibility</p:attrName>
                                        </p:attrNameLst>
                                      </p:cBhvr>
                                      <p:to>
                                        <p:strVal val="visible"/>
                                      </p:to>
                                    </p:set>
                                    <p:animEffect filter="fade" transition="in">
                                      <p:cBhvr>
                                        <p:cTn dur="2000"/>
                                        <p:tgtEl>
                                          <p:spTgt spid="1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500"/>
                                        <p:tgtEl>
                                          <p:spTgt spid="1154"/>
                                        </p:tgtEl>
                                      </p:cBhvr>
                                    </p:animEffect>
                                  </p:childTnLst>
                                </p:cTn>
                              </p:par>
                              <p:par>
                                <p:cTn fill="hold" nodeType="with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500"/>
                                        <p:tgtEl>
                                          <p:spTgt spid="1155"/>
                                        </p:tgtEl>
                                      </p:cBhvr>
                                    </p:animEffect>
                                  </p:childTnLst>
                                </p:cTn>
                              </p:par>
                              <p:par>
                                <p:cTn fill="hold" nodeType="with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500"/>
                                        <p:tgtEl>
                                          <p:spTgt spid="1129"/>
                                        </p:tgtEl>
                                      </p:cBhvr>
                                    </p:animEffect>
                                  </p:childTnLst>
                                </p:cTn>
                              </p:par>
                              <p:par>
                                <p:cTn fill="hold" nodeType="withEffect" presetClass="entr" presetID="10" presetSubtype="0">
                                  <p:stCondLst>
                                    <p:cond delay="0"/>
                                  </p:stCondLst>
                                  <p:childTnLst>
                                    <p:set>
                                      <p:cBhvr>
                                        <p:cTn dur="1" fill="hold">
                                          <p:stCondLst>
                                            <p:cond delay="0"/>
                                          </p:stCondLst>
                                        </p:cTn>
                                        <p:tgtEl>
                                          <p:spTgt spid="1122"/>
                                        </p:tgtEl>
                                        <p:attrNameLst>
                                          <p:attrName>style.visibility</p:attrName>
                                        </p:attrNameLst>
                                      </p:cBhvr>
                                      <p:to>
                                        <p:strVal val="visible"/>
                                      </p:to>
                                    </p:set>
                                    <p:animEffect filter="fade" transition="in">
                                      <p:cBhvr>
                                        <p:cTn dur="500"/>
                                        <p:tgtEl>
                                          <p:spTgt spid="1122"/>
                                        </p:tgtEl>
                                      </p:cBhvr>
                                    </p:animEffect>
                                  </p:childTnLst>
                                </p:cTn>
                              </p:par>
                              <p:par>
                                <p:cTn fill="hold" nodeType="with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500"/>
                                        <p:tgtEl>
                                          <p:spTgt spid="1123"/>
                                        </p:tgtEl>
                                      </p:cBhvr>
                                    </p:animEffect>
                                  </p:childTnLst>
                                </p:cTn>
                              </p:par>
                              <p:par>
                                <p:cTn fill="hold" nodeType="with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500"/>
                                        <p:tgtEl>
                                          <p:spTgt spid="1119"/>
                                        </p:tgtEl>
                                      </p:cBhvr>
                                    </p:animEffect>
                                  </p:childTnLst>
                                </p:cTn>
                              </p:par>
                              <p:par>
                                <p:cTn fill="hold" nodeType="withEffect" presetClass="entr" presetID="10" presetSubtype="0">
                                  <p:stCondLst>
                                    <p:cond delay="0"/>
                                  </p:stCondLst>
                                  <p:childTnLst>
                                    <p:set>
                                      <p:cBhvr>
                                        <p:cTn dur="1" fill="hold">
                                          <p:stCondLst>
                                            <p:cond delay="0"/>
                                          </p:stCondLst>
                                        </p:cTn>
                                        <p:tgtEl>
                                          <p:spTgt spid="1137"/>
                                        </p:tgtEl>
                                        <p:attrNameLst>
                                          <p:attrName>style.visibility</p:attrName>
                                        </p:attrNameLst>
                                      </p:cBhvr>
                                      <p:to>
                                        <p:strVal val="visible"/>
                                      </p:to>
                                    </p:set>
                                    <p:animEffect filter="fade" transition="in">
                                      <p:cBhvr>
                                        <p:cTn dur="500"/>
                                        <p:tgtEl>
                                          <p:spTgt spid="1137"/>
                                        </p:tgtEl>
                                      </p:cBhvr>
                                    </p:animEffect>
                                  </p:childTnLst>
                                </p:cTn>
                              </p:par>
                              <p:par>
                                <p:cTn fill="hold" nodeType="with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2000"/>
                                        <p:tgtEl>
                                          <p:spTgt spid="1124"/>
                                        </p:tgtEl>
                                      </p:cBhvr>
                                    </p:animEffect>
                                  </p:childTnLst>
                                </p:cTn>
                              </p:par>
                              <p:par>
                                <p:cTn fill="hold" nodeType="with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2000"/>
                                        <p:tgtEl>
                                          <p:spTgt spid="1121"/>
                                        </p:tgtEl>
                                      </p:cBhvr>
                                    </p:animEffect>
                                  </p:childTnLst>
                                </p:cTn>
                              </p:par>
                              <p:par>
                                <p:cTn fill="hold" nodeType="with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2000"/>
                                        <p:tgtEl>
                                          <p:spTgt spid="1156"/>
                                        </p:tgtEl>
                                      </p:cBhvr>
                                    </p:animEffect>
                                  </p:childTnLst>
                                </p:cTn>
                              </p:par>
                              <p:par>
                                <p:cTn fill="hold" nodeType="with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2000"/>
                                        <p:tgtEl>
                                          <p:spTgt spid="1157"/>
                                        </p:tgtEl>
                                      </p:cBhvr>
                                    </p:animEffect>
                                  </p:childTnLst>
                                </p:cTn>
                              </p:par>
                              <p:par>
                                <p:cTn fill="hold" nodeType="with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1000"/>
                                        <p:tgtEl>
                                          <p:spTgt spid="1128"/>
                                        </p:tgtEl>
                                      </p:cBhvr>
                                    </p:animEffect>
                                  </p:childTnLst>
                                </p:cTn>
                              </p:par>
                              <p:par>
                                <p:cTn fill="hold" nodeType="with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2000"/>
                                        <p:tgtEl>
                                          <p:spTgt spid="1115"/>
                                        </p:tgtEl>
                                      </p:cBhvr>
                                    </p:animEffect>
                                  </p:childTnLst>
                                </p:cTn>
                              </p:par>
                              <p:par>
                                <p:cTn fill="hold" nodeType="with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1000"/>
                                        <p:tgtEl>
                                          <p:spTgt spid="1120"/>
                                        </p:tgtEl>
                                      </p:cBhvr>
                                    </p:animEffect>
                                  </p:childTnLst>
                                </p:cTn>
                              </p:par>
                              <p:par>
                                <p:cTn fill="hold" nodeType="with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1000"/>
                                        <p:tgtEl>
                                          <p:spTgt spid="1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2000"/>
                                        <p:tgtEl>
                                          <p:spTgt spid="1143"/>
                                        </p:tgtEl>
                                      </p:cBhvr>
                                    </p:animEffect>
                                  </p:childTnLst>
                                </p:cTn>
                              </p:par>
                              <p:par>
                                <p:cTn fill="hold" nodeType="with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2000"/>
                                        <p:tgtEl>
                                          <p:spTgt spid="1125"/>
                                        </p:tgtEl>
                                      </p:cBhvr>
                                    </p:animEffect>
                                  </p:childTnLst>
                                </p:cTn>
                              </p:par>
                              <p:par>
                                <p:cTn fill="hold" nodeType="withEffect" presetClass="entr" presetID="10" presetSubtype="0">
                                  <p:stCondLst>
                                    <p:cond delay="0"/>
                                  </p:stCondLst>
                                  <p:childTnLst>
                                    <p:set>
                                      <p:cBhvr>
                                        <p:cTn dur="1" fill="hold">
                                          <p:stCondLst>
                                            <p:cond delay="0"/>
                                          </p:stCondLst>
                                        </p:cTn>
                                        <p:tgtEl>
                                          <p:spTgt spid="1141"/>
                                        </p:tgtEl>
                                        <p:attrNameLst>
                                          <p:attrName>style.visibility</p:attrName>
                                        </p:attrNameLst>
                                      </p:cBhvr>
                                      <p:to>
                                        <p:strVal val="visible"/>
                                      </p:to>
                                    </p:set>
                                    <p:animEffect filter="fade" transition="in">
                                      <p:cBhvr>
                                        <p:cTn dur="2000"/>
                                        <p:tgtEl>
                                          <p:spTgt spid="1141"/>
                                        </p:tgtEl>
                                      </p:cBhvr>
                                    </p:animEffect>
                                  </p:childTnLst>
                                </p:cTn>
                              </p:par>
                              <p:par>
                                <p:cTn fill="hold" nodeType="with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500"/>
                                        <p:tgtEl>
                                          <p:spTgt spid="1151"/>
                                        </p:tgtEl>
                                      </p:cBhvr>
                                    </p:animEffect>
                                  </p:childTnLst>
                                </p:cTn>
                              </p:par>
                              <p:par>
                                <p:cTn fill="hold" nodeType="with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2000"/>
                                        <p:tgtEl>
                                          <p:spTgt spid="1152"/>
                                        </p:tgtEl>
                                      </p:cBhvr>
                                    </p:animEffect>
                                  </p:childTnLst>
                                </p:cTn>
                              </p:par>
                              <p:par>
                                <p:cTn fill="hold" nodeType="with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2000"/>
                                        <p:tgtEl>
                                          <p:spTgt spid="1126"/>
                                        </p:tgtEl>
                                      </p:cBhvr>
                                    </p:animEffect>
                                  </p:childTnLst>
                                </p:cTn>
                              </p:par>
                              <p:par>
                                <p:cTn fill="hold" nodeType="withEffect" presetClass="entr" presetID="10" presetSubtype="0">
                                  <p:stCondLst>
                                    <p:cond delay="0"/>
                                  </p:stCondLst>
                                  <p:childTnLst>
                                    <p:set>
                                      <p:cBhvr>
                                        <p:cTn dur="1" fill="hold">
                                          <p:stCondLst>
                                            <p:cond delay="0"/>
                                          </p:stCondLst>
                                        </p:cTn>
                                        <p:tgtEl>
                                          <p:spTgt spid="1160"/>
                                        </p:tgtEl>
                                        <p:attrNameLst>
                                          <p:attrName>style.visibility</p:attrName>
                                        </p:attrNameLst>
                                      </p:cBhvr>
                                      <p:to>
                                        <p:strVal val="visible"/>
                                      </p:to>
                                    </p:set>
                                    <p:animEffect filter="fade" transition="in">
                                      <p:cBhvr>
                                        <p:cTn dur="2000"/>
                                        <p:tgtEl>
                                          <p:spTgt spid="1160"/>
                                        </p:tgtEl>
                                      </p:cBhvr>
                                    </p:animEffect>
                                  </p:childTnLst>
                                </p:cTn>
                              </p:par>
                              <p:par>
                                <p:cTn fill="hold" nodeType="with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2000"/>
                                        <p:tgtEl>
                                          <p:spTgt spid="1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500"/>
                                        <p:tgtEl>
                                          <p:spTgt spid="1144"/>
                                        </p:tgtEl>
                                      </p:cBhvr>
                                    </p:animEffect>
                                  </p:childTnLst>
                                </p:cTn>
                              </p:par>
                              <p:par>
                                <p:cTn fill="hold" nodeType="with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1000"/>
                                        <p:tgtEl>
                                          <p:spTgt spid="1165"/>
                                        </p:tgtEl>
                                      </p:cBhvr>
                                    </p:animEffect>
                                  </p:childTnLst>
                                </p:cTn>
                              </p:par>
                              <p:par>
                                <p:cTn fill="hold" nodeType="with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1000"/>
                                        <p:tgtEl>
                                          <p:spTgt spid="1133"/>
                                        </p:tgtEl>
                                      </p:cBhvr>
                                    </p:animEffect>
                                  </p:childTnLst>
                                </p:cTn>
                              </p:par>
                              <p:par>
                                <p:cTn fill="hold" nodeType="withEffect" presetClass="entr" presetID="10" presetSubtype="0">
                                  <p:stCondLst>
                                    <p:cond delay="0"/>
                                  </p:stCondLst>
                                  <p:childTnLst>
                                    <p:set>
                                      <p:cBhvr>
                                        <p:cTn dur="1" fill="hold">
                                          <p:stCondLst>
                                            <p:cond delay="0"/>
                                          </p:stCondLst>
                                        </p:cTn>
                                        <p:tgtEl>
                                          <p:spTgt spid="1134"/>
                                        </p:tgtEl>
                                        <p:attrNameLst>
                                          <p:attrName>style.visibility</p:attrName>
                                        </p:attrNameLst>
                                      </p:cBhvr>
                                      <p:to>
                                        <p:strVal val="visible"/>
                                      </p:to>
                                    </p:set>
                                    <p:animEffect filter="fade" transition="in">
                                      <p:cBhvr>
                                        <p:cTn dur="2000"/>
                                        <p:tgtEl>
                                          <p:spTgt spid="1134"/>
                                        </p:tgtEl>
                                      </p:cBhvr>
                                    </p:animEffect>
                                  </p:childTnLst>
                                </p:cTn>
                              </p:par>
                              <p:par>
                                <p:cTn fill="hold" nodeType="withEffect" presetClass="entr" presetID="10" presetSubtype="0">
                                  <p:stCondLst>
                                    <p:cond delay="0"/>
                                  </p:stCondLst>
                                  <p:childTnLst>
                                    <p:set>
                                      <p:cBhvr>
                                        <p:cTn dur="1" fill="hold">
                                          <p:stCondLst>
                                            <p:cond delay="0"/>
                                          </p:stCondLst>
                                        </p:cTn>
                                        <p:tgtEl>
                                          <p:spTgt spid="1135"/>
                                        </p:tgtEl>
                                        <p:attrNameLst>
                                          <p:attrName>style.visibility</p:attrName>
                                        </p:attrNameLst>
                                      </p:cBhvr>
                                      <p:to>
                                        <p:strVal val="visible"/>
                                      </p:to>
                                    </p:set>
                                    <p:animEffect filter="fade" transition="in">
                                      <p:cBhvr>
                                        <p:cTn dur="1000"/>
                                        <p:tgtEl>
                                          <p:spTgt spid="1135"/>
                                        </p:tgtEl>
                                      </p:cBhvr>
                                    </p:animEffect>
                                  </p:childTnLst>
                                </p:cTn>
                              </p:par>
                              <p:par>
                                <p:cTn fill="hold" nodeType="with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2000"/>
                                        <p:tgtEl>
                                          <p:spTgt spid="1164"/>
                                        </p:tgtEl>
                                      </p:cBhvr>
                                    </p:animEffect>
                                  </p:childTnLst>
                                </p:cTn>
                              </p:par>
                              <p:par>
                                <p:cTn fill="hold" nodeType="with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2000"/>
                                        <p:tgtEl>
                                          <p:spTgt spid="1139"/>
                                        </p:tgtEl>
                                      </p:cBhvr>
                                    </p:animEffect>
                                  </p:childTnLst>
                                </p:cTn>
                              </p:par>
                              <p:par>
                                <p:cTn fill="hold" nodeType="with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2000"/>
                                        <p:tgtEl>
                                          <p:spTgt spid="1142"/>
                                        </p:tgtEl>
                                      </p:cBhvr>
                                    </p:animEffect>
                                  </p:childTnLst>
                                </p:cTn>
                              </p:par>
                              <p:par>
                                <p:cTn fill="hold" nodeType="with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2000"/>
                                        <p:tgtEl>
                                          <p:spTgt spid="1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72" name="Shape 1172"/>
        <p:cNvGrpSpPr/>
        <p:nvPr/>
      </p:nvGrpSpPr>
      <p:grpSpPr>
        <a:xfrm>
          <a:off x="0" y="0"/>
          <a:ext cx="0" cy="0"/>
          <a:chOff x="0" y="0"/>
          <a:chExt cx="0" cy="0"/>
        </a:xfrm>
      </p:grpSpPr>
      <p:sp>
        <p:nvSpPr>
          <p:cNvPr id="1173" name="Shape 1173"/>
          <p:cNvSpPr txBox="1"/>
          <p:nvPr>
            <p:ph type="title"/>
          </p:nvPr>
        </p:nvSpPr>
        <p:spPr>
          <a:xfrm>
            <a:off x="0" y="0"/>
            <a:ext cx="7640100" cy="771599"/>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0" i="0" lang="en" sz="3000" u="none" cap="none" strike="noStrike">
                <a:solidFill>
                  <a:srgbClr val="FFFFFF"/>
                </a:solidFill>
                <a:latin typeface="Droid Sans"/>
                <a:ea typeface="Droid Sans"/>
                <a:cs typeface="Droid Sans"/>
                <a:sym typeface="Droid Sans"/>
              </a:rPr>
              <a:t>Additional Deployments (Q3/4 2016)</a:t>
            </a:r>
          </a:p>
        </p:txBody>
      </p:sp>
      <p:sp>
        <p:nvSpPr>
          <p:cNvPr id="1174" name="Shape 1174"/>
          <p:cNvSpPr txBox="1"/>
          <p:nvPr>
            <p:ph idx="1" type="body"/>
          </p:nvPr>
        </p:nvSpPr>
        <p:spPr>
          <a:xfrm>
            <a:off x="533400" y="823650"/>
            <a:ext cx="4525500" cy="1487700"/>
          </a:xfrm>
          <a:prstGeom prst="rect">
            <a:avLst/>
          </a:prstGeom>
          <a:noFill/>
          <a:ln>
            <a:noFill/>
          </a:ln>
        </p:spPr>
        <p:txBody>
          <a:bodyPr anchorCtr="0" anchor="t" bIns="91425" lIns="91425" rIns="91425" tIns="91425">
            <a:noAutofit/>
          </a:bodyPr>
          <a:lstStyle/>
          <a:p>
            <a:pPr indent="0" lvl="0" marL="0" marR="0" rtl="0">
              <a:lnSpc>
                <a:spcPct val="100000"/>
              </a:lnSpc>
              <a:spcBef>
                <a:spcPts val="0"/>
              </a:spcBef>
              <a:spcAft>
                <a:spcPts val="0"/>
              </a:spcAft>
              <a:buClr>
                <a:schemeClr val="dk1"/>
              </a:buClr>
              <a:buSzPct val="25000"/>
              <a:buFont typeface="Droid Sans"/>
              <a:buNone/>
            </a:pPr>
            <a:r>
              <a:rPr lang="en" sz="1800"/>
              <a:t>SDX-L2/L3</a:t>
            </a:r>
          </a:p>
          <a:p>
            <a:pPr indent="0" lvl="0" marL="0" marR="0" rtl="0">
              <a:lnSpc>
                <a:spcPct val="100000"/>
              </a:lnSpc>
              <a:spcBef>
                <a:spcPts val="0"/>
              </a:spcBef>
              <a:spcAft>
                <a:spcPts val="0"/>
              </a:spcAft>
              <a:buClr>
                <a:schemeClr val="dk1"/>
              </a:buClr>
              <a:buSzPct val="25000"/>
              <a:buFont typeface="Droid Sans"/>
              <a:buNone/>
            </a:pPr>
            <a:r>
              <a:rPr b="0" i="0" lang="en" sz="1800" u="none" cap="none" strike="noStrike">
                <a:solidFill>
                  <a:schemeClr val="dk1"/>
                </a:solidFill>
                <a:latin typeface="Droid Sans"/>
                <a:ea typeface="Droid Sans"/>
                <a:cs typeface="Droid Sans"/>
                <a:sym typeface="Droid Sans"/>
              </a:rPr>
              <a:t>ONOS </a:t>
            </a:r>
            <a:r>
              <a:rPr lang="en" sz="1800"/>
              <a:t>B</a:t>
            </a:r>
            <a:r>
              <a:rPr b="0" i="0" lang="en" sz="1800" u="none" cap="none" strike="noStrike">
                <a:solidFill>
                  <a:schemeClr val="dk1"/>
                </a:solidFill>
                <a:latin typeface="Droid Sans"/>
                <a:ea typeface="Droid Sans"/>
                <a:cs typeface="Droid Sans"/>
                <a:sym typeface="Droid Sans"/>
              </a:rPr>
              <a:t>andwidth on </a:t>
            </a:r>
            <a:r>
              <a:rPr lang="en" sz="1800"/>
              <a:t>D</a:t>
            </a:r>
            <a:r>
              <a:rPr b="0" i="0" lang="en" sz="1800" u="none" cap="none" strike="noStrike">
                <a:solidFill>
                  <a:schemeClr val="dk1"/>
                </a:solidFill>
                <a:latin typeface="Droid Sans"/>
                <a:ea typeface="Droid Sans"/>
                <a:cs typeface="Droid Sans"/>
                <a:sym typeface="Droid Sans"/>
              </a:rPr>
              <a:t>emand</a:t>
            </a:r>
          </a:p>
          <a:p>
            <a:pPr indent="0" lvl="0" marL="0" marR="0" rtl="0">
              <a:lnSpc>
                <a:spcPct val="100000"/>
              </a:lnSpc>
              <a:spcBef>
                <a:spcPts val="0"/>
              </a:spcBef>
              <a:spcAft>
                <a:spcPts val="0"/>
              </a:spcAft>
              <a:buClr>
                <a:schemeClr val="dk1"/>
              </a:buClr>
              <a:buSzPct val="25000"/>
              <a:buFont typeface="Droid Sans"/>
              <a:buNone/>
            </a:pPr>
            <a:r>
              <a:rPr b="0" i="0" lang="en" sz="1800" u="none" cap="none" strike="noStrike">
                <a:solidFill>
                  <a:schemeClr val="dk1"/>
                </a:solidFill>
                <a:latin typeface="Droid Sans"/>
                <a:ea typeface="Droid Sans"/>
                <a:cs typeface="Droid Sans"/>
                <a:sym typeface="Droid Sans"/>
              </a:rPr>
              <a:t>Self serve portal</a:t>
            </a:r>
          </a:p>
        </p:txBody>
      </p:sp>
      <p:grpSp>
        <p:nvGrpSpPr>
          <p:cNvPr id="1175" name="Shape 1175"/>
          <p:cNvGrpSpPr/>
          <p:nvPr/>
        </p:nvGrpSpPr>
        <p:grpSpPr>
          <a:xfrm>
            <a:off x="4740578" y="972618"/>
            <a:ext cx="3793630" cy="3462358"/>
            <a:chOff x="3262050" y="1649741"/>
            <a:chExt cx="3387775" cy="3379889"/>
          </a:xfrm>
        </p:grpSpPr>
        <p:pic>
          <p:nvPicPr>
            <p:cNvPr descr="Screen Shot 2016-05-05 at 5.07.10 PM.png" id="1176" name="Shape 1176"/>
            <p:cNvPicPr preferRelativeResize="0"/>
            <p:nvPr/>
          </p:nvPicPr>
          <p:blipFill rotWithShape="1">
            <a:blip r:embed="rId3">
              <a:alphaModFix/>
            </a:blip>
            <a:srcRect b="0" l="0" r="0" t="0"/>
            <a:stretch/>
          </p:blipFill>
          <p:spPr>
            <a:xfrm>
              <a:off x="3262050" y="1649741"/>
              <a:ext cx="3372947" cy="3379889"/>
            </a:xfrm>
            <a:prstGeom prst="rect">
              <a:avLst/>
            </a:prstGeom>
            <a:noFill/>
            <a:ln>
              <a:noFill/>
            </a:ln>
          </p:spPr>
        </p:pic>
        <p:sp>
          <p:nvSpPr>
            <p:cNvPr id="1177" name="Shape 1177"/>
            <p:cNvSpPr txBox="1"/>
            <p:nvPr/>
          </p:nvSpPr>
          <p:spPr>
            <a:xfrm>
              <a:off x="4655816" y="4125326"/>
              <a:ext cx="1994009" cy="901365"/>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Kreonet (Korea)</a:t>
              </a:r>
            </a:p>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Nokia</a:t>
              </a:r>
            </a:p>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Q3 2016</a:t>
              </a:r>
            </a:p>
          </p:txBody>
        </p:sp>
      </p:grpSp>
      <p:grpSp>
        <p:nvGrpSpPr>
          <p:cNvPr id="1178" name="Shape 1178"/>
          <p:cNvGrpSpPr/>
          <p:nvPr/>
        </p:nvGrpSpPr>
        <p:grpSpPr>
          <a:xfrm>
            <a:off x="670916" y="1810801"/>
            <a:ext cx="3411917" cy="3015180"/>
            <a:chOff x="8290806" y="1255445"/>
            <a:chExt cx="3669517" cy="3171870"/>
          </a:xfrm>
        </p:grpSpPr>
        <p:pic>
          <p:nvPicPr>
            <p:cNvPr id="1179" name="Shape 1179"/>
            <p:cNvPicPr preferRelativeResize="0"/>
            <p:nvPr/>
          </p:nvPicPr>
          <p:blipFill rotWithShape="1">
            <a:blip r:embed="rId4">
              <a:alphaModFix/>
            </a:blip>
            <a:srcRect b="0" l="0" r="0" t="0"/>
            <a:stretch/>
          </p:blipFill>
          <p:spPr>
            <a:xfrm>
              <a:off x="8290806" y="1255445"/>
              <a:ext cx="3669517" cy="3171870"/>
            </a:xfrm>
            <a:prstGeom prst="rect">
              <a:avLst/>
            </a:prstGeom>
            <a:noFill/>
            <a:ln>
              <a:noFill/>
            </a:ln>
          </p:spPr>
        </p:pic>
        <p:sp>
          <p:nvSpPr>
            <p:cNvPr id="1180" name="Shape 1180"/>
            <p:cNvSpPr txBox="1"/>
            <p:nvPr/>
          </p:nvSpPr>
          <p:spPr>
            <a:xfrm>
              <a:off x="8871696" y="1288999"/>
              <a:ext cx="3088626" cy="1082211"/>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GEANT (Europe)</a:t>
              </a:r>
            </a:p>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Infinera</a:t>
              </a:r>
            </a:p>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Q4 2016</a:t>
              </a:r>
            </a:p>
          </p:txBody>
        </p:sp>
      </p:grpSp>
      <p:sp>
        <p:nvSpPr>
          <p:cNvPr id="1181" name="Shape 1181"/>
          <p:cNvSpPr txBox="1"/>
          <p:nvPr/>
        </p:nvSpPr>
        <p:spPr>
          <a:xfrm>
            <a:off x="4634801" y="4376700"/>
            <a:ext cx="3844500" cy="430800"/>
          </a:xfrm>
          <a:prstGeom prst="rect">
            <a:avLst/>
          </a:prstGeom>
          <a:noFill/>
          <a:ln>
            <a:noFill/>
          </a:ln>
        </p:spPr>
        <p:txBody>
          <a:bodyPr anchorCtr="0" anchor="t" bIns="45700" lIns="91425" rIns="91425" tIns="45700">
            <a:noAutofit/>
          </a:bodyPr>
          <a:lstStyle/>
          <a:p>
            <a:pPr indent="0" lvl="0" marL="0" marR="0" rtl="0">
              <a:lnSpc>
                <a:spcPct val="100000"/>
              </a:lnSpc>
              <a:spcBef>
                <a:spcPts val="0"/>
              </a:spcBef>
              <a:spcAft>
                <a:spcPts val="0"/>
              </a:spcAft>
              <a:buClr>
                <a:srgbClr val="000000"/>
              </a:buClr>
              <a:buSzPct val="25000"/>
              <a:buFont typeface="Arial"/>
              <a:buNone/>
            </a:pPr>
            <a:r>
              <a:rPr b="0" i="0" lang="en" sz="1800" u="none" cap="none" strike="noStrike">
                <a:solidFill>
                  <a:srgbClr val="000000"/>
                </a:solidFill>
                <a:latin typeface="Arial"/>
                <a:ea typeface="Arial"/>
                <a:cs typeface="Arial"/>
                <a:sym typeface="Arial"/>
              </a:rPr>
              <a:t>Demonstrate ONF’s Transport API (T-API) and OpenConfig support</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85" name="Shape 1185"/>
        <p:cNvGrpSpPr/>
        <p:nvPr/>
      </p:nvGrpSpPr>
      <p:grpSpPr>
        <a:xfrm>
          <a:off x="0" y="0"/>
          <a:ext cx="0" cy="0"/>
          <a:chOff x="0" y="0"/>
          <a:chExt cx="0" cy="0"/>
        </a:xfrm>
      </p:grpSpPr>
      <p:sp>
        <p:nvSpPr>
          <p:cNvPr id="1186" name="Shape 1186"/>
          <p:cNvSpPr txBox="1"/>
          <p:nvPr>
            <p:ph type="title"/>
          </p:nvPr>
        </p:nvSpPr>
        <p:spPr>
          <a:xfrm>
            <a:off x="377775" y="2"/>
            <a:ext cx="8229600" cy="857400"/>
          </a:xfrm>
          <a:prstGeom prst="rect">
            <a:avLst/>
          </a:prstGeom>
        </p:spPr>
        <p:txBody>
          <a:bodyPr anchorCtr="0" anchor="b" bIns="91425" lIns="91425" rIns="91425" tIns="91425">
            <a:noAutofit/>
          </a:bodyPr>
          <a:lstStyle/>
          <a:p>
            <a:pPr lvl="0" rtl="0">
              <a:spcBef>
                <a:spcPts val="0"/>
              </a:spcBef>
              <a:buNone/>
            </a:pPr>
            <a:r>
              <a:rPr lang="en"/>
              <a:t>Goldeneye Highlights</a:t>
            </a:r>
          </a:p>
        </p:txBody>
      </p:sp>
      <p:graphicFrame>
        <p:nvGraphicFramePr>
          <p:cNvPr id="1187" name="Shape 1187"/>
          <p:cNvGraphicFramePr/>
          <p:nvPr/>
        </p:nvGraphicFramePr>
        <p:xfrm>
          <a:off x="377775" y="961825"/>
          <a:ext cx="3000000" cy="3000000"/>
        </p:xfrm>
        <a:graphic>
          <a:graphicData uri="http://schemas.openxmlformats.org/drawingml/2006/table">
            <a:tbl>
              <a:tblPr>
                <a:noFill/>
                <a:tableStyleId>{00159999-1B45-4F75-8E73-4079AC5AD8A1}</a:tableStyleId>
              </a:tblPr>
              <a:tblGrid>
                <a:gridCol w="1800650"/>
                <a:gridCol w="3672025"/>
                <a:gridCol w="3015375"/>
              </a:tblGrid>
              <a:tr h="381000">
                <a:tc>
                  <a:txBody>
                    <a:bodyPr>
                      <a:noAutofit/>
                    </a:bodyPr>
                    <a:lstStyle/>
                    <a:p>
                      <a:pPr lvl="0" rtl="0">
                        <a:spcBef>
                          <a:spcPts val="0"/>
                        </a:spcBef>
                        <a:buNone/>
                      </a:pPr>
                      <a:r>
                        <a:rPr b="1" lang="en" sz="1000"/>
                        <a:t>Community</a:t>
                      </a:r>
                    </a:p>
                  </a:txBody>
                  <a:tcPr marT="91425" marB="91425" marR="91425" marL="91425"/>
                </a:tc>
                <a:tc>
                  <a:txBody>
                    <a:bodyPr>
                      <a:noAutofit/>
                    </a:bodyPr>
                    <a:lstStyle/>
                    <a:p>
                      <a:pPr lvl="0" rtl="0">
                        <a:spcBef>
                          <a:spcPts val="0"/>
                        </a:spcBef>
                        <a:buNone/>
                      </a:pPr>
                      <a:r>
                        <a:rPr b="1" lang="en" sz="1000"/>
                        <a:t>New Collaborators* </a:t>
                      </a:r>
                      <a:r>
                        <a:rPr b="1" lang="en" sz="1000">
                          <a:solidFill>
                            <a:schemeClr val="dk1"/>
                          </a:solidFill>
                        </a:rPr>
                        <a:t>Argela,Calix, IPT, SDNLAB, Villa-Tech</a:t>
                      </a:r>
                    </a:p>
                  </a:txBody>
                  <a:tcPr marT="91425" marB="91425" marR="91425" marL="91425"/>
                </a:tc>
                <a:tc>
                  <a:txBody>
                    <a:bodyPr>
                      <a:noAutofit/>
                    </a:bodyPr>
                    <a:lstStyle/>
                    <a:p>
                      <a:pPr lvl="0" rtl="0">
                        <a:spcBef>
                          <a:spcPts val="0"/>
                        </a:spcBef>
                        <a:buNone/>
                      </a:pPr>
                      <a:r>
                        <a:t/>
                      </a:r>
                      <a:endParaRPr b="1" sz="1000"/>
                    </a:p>
                  </a:txBody>
                  <a:tcPr marT="91425" marB="91425" marR="91425" marL="91425"/>
                </a:tc>
              </a:tr>
              <a:tr h="381000">
                <a:tc>
                  <a:txBody>
                    <a:bodyPr>
                      <a:noAutofit/>
                    </a:bodyPr>
                    <a:lstStyle/>
                    <a:p>
                      <a:pPr lvl="0" rtl="0">
                        <a:spcBef>
                          <a:spcPts val="0"/>
                        </a:spcBef>
                        <a:buNone/>
                      </a:pPr>
                      <a:r>
                        <a:rPr b="1" lang="en" sz="1000"/>
                        <a:t>R&amp;E Deployments</a:t>
                      </a:r>
                    </a:p>
                  </a:txBody>
                  <a:tcPr marT="91425" marB="91425" marR="91425" marL="91425"/>
                </a:tc>
                <a:tc>
                  <a:txBody>
                    <a:bodyPr>
                      <a:noAutofit/>
                    </a:bodyPr>
                    <a:lstStyle/>
                    <a:p>
                      <a:pPr lvl="0" rtl="0">
                        <a:spcBef>
                          <a:spcPts val="0"/>
                        </a:spcBef>
                        <a:buNone/>
                      </a:pPr>
                      <a:r>
                        <a:rPr b="1" lang="en" sz="1000"/>
                        <a:t>Castor contributed back to ONOS</a:t>
                      </a:r>
                    </a:p>
                    <a:p>
                      <a:pPr lvl="0" rtl="0">
                        <a:spcBef>
                          <a:spcPts val="0"/>
                        </a:spcBef>
                        <a:buNone/>
                      </a:pPr>
                      <a:r>
                        <a:rPr b="1" lang="en" sz="1000"/>
                        <a:t>VPLS deployments continue</a:t>
                      </a:r>
                    </a:p>
                    <a:p>
                      <a:pPr lvl="0" rtl="0">
                        <a:spcBef>
                          <a:spcPts val="0"/>
                        </a:spcBef>
                        <a:buNone/>
                      </a:pPr>
                      <a:r>
                        <a:rPr b="1" lang="en" sz="1000"/>
                        <a:t>Integration with International federated testbed</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ON.Lab, AmLight, AARNET, Internet2, GEANT, IEEE</a:t>
                      </a:r>
                    </a:p>
                  </a:txBody>
                  <a:tcPr marT="91425" marB="91425" marR="91425" marL="91425"/>
                </a:tc>
              </a:tr>
              <a:tr h="381000">
                <a:tc>
                  <a:txBody>
                    <a:bodyPr>
                      <a:noAutofit/>
                    </a:bodyPr>
                    <a:lstStyle/>
                    <a:p>
                      <a:pPr lvl="0" rtl="0">
                        <a:spcBef>
                          <a:spcPts val="0"/>
                        </a:spcBef>
                        <a:buNone/>
                      </a:pPr>
                      <a:r>
                        <a:rPr b="1" lang="en" sz="1000"/>
                        <a:t>Build/Test Infra</a:t>
                      </a:r>
                    </a:p>
                  </a:txBody>
                  <a:tcPr marT="91425" marB="91425" marR="91425" marL="91425"/>
                </a:tc>
                <a:tc>
                  <a:txBody>
                    <a:bodyPr>
                      <a:noAutofit/>
                    </a:bodyPr>
                    <a:lstStyle/>
                    <a:p>
                      <a:pPr lvl="0" rtl="0">
                        <a:spcBef>
                          <a:spcPts val="0"/>
                        </a:spcBef>
                        <a:buNone/>
                      </a:pPr>
                      <a:r>
                        <a:rPr b="1" lang="en" sz="1000"/>
                        <a:t>Moved to Buck</a:t>
                      </a:r>
                    </a:p>
                    <a:p>
                      <a:pPr lvl="0" rtl="0">
                        <a:spcBef>
                          <a:spcPts val="0"/>
                        </a:spcBef>
                        <a:buNone/>
                      </a:pPr>
                      <a:r>
                        <a:rPr b="1" lang="en" sz="1000"/>
                        <a:t>Added Chaos Monkey</a:t>
                      </a:r>
                    </a:p>
                    <a:p>
                      <a:pPr lvl="0" rtl="0">
                        <a:spcBef>
                          <a:spcPts val="0"/>
                        </a:spcBef>
                        <a:buNone/>
                      </a:pPr>
                      <a:r>
                        <a:rPr b="1" lang="en" sz="1000"/>
                        <a:t>Dynamic clustering test suite</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ON.Lab, Ciena, Huawei, Criterion</a:t>
                      </a:r>
                    </a:p>
                  </a:txBody>
                  <a:tcPr marT="91425" marB="91425" marR="91425" marL="91425"/>
                </a:tc>
              </a:tr>
              <a:tr h="381000">
                <a:tc>
                  <a:txBody>
                    <a:bodyPr>
                      <a:noAutofit/>
                    </a:bodyPr>
                    <a:lstStyle/>
                    <a:p>
                      <a:pPr lvl="0" rtl="0">
                        <a:spcBef>
                          <a:spcPts val="0"/>
                        </a:spcBef>
                        <a:buNone/>
                      </a:pPr>
                      <a:r>
                        <a:rPr b="1" lang="en" sz="1000"/>
                        <a:t>Apps</a:t>
                      </a:r>
                    </a:p>
                  </a:txBody>
                  <a:tcPr marT="91425" marB="91425" marR="91425" marL="91425"/>
                </a:tc>
                <a:tc>
                  <a:txBody>
                    <a:bodyPr>
                      <a:noAutofit/>
                    </a:bodyPr>
                    <a:lstStyle/>
                    <a:p>
                      <a:pPr lvl="0" rtl="0">
                        <a:spcBef>
                          <a:spcPts val="0"/>
                        </a:spcBef>
                        <a:buNone/>
                      </a:pPr>
                      <a:r>
                        <a:rPr b="1" lang="en" sz="1000"/>
                        <a:t>Control plane manager (metrics)</a:t>
                      </a:r>
                    </a:p>
                    <a:p>
                      <a:pPr lvl="0" rtl="0">
                        <a:spcBef>
                          <a:spcPts val="0"/>
                        </a:spcBef>
                        <a:buNone/>
                      </a:pPr>
                      <a:r>
                        <a:rPr b="1" lang="en" sz="1000"/>
                        <a:t>SDN-IP multi VLAN support</a:t>
                      </a:r>
                    </a:p>
                    <a:p>
                      <a:pPr lvl="0" rtl="0">
                        <a:spcBef>
                          <a:spcPts val="0"/>
                        </a:spcBef>
                        <a:buNone/>
                      </a:pPr>
                      <a:r>
                        <a:rPr b="1" lang="en" sz="1000"/>
                        <a:t>ICONA BGP interface</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ON.Lab, POSTECH, CREATE-NET, Politecnico of Turin, Tata (TCS), BUPT</a:t>
                      </a:r>
                    </a:p>
                  </a:txBody>
                  <a:tcPr marT="91425" marB="91425" marR="91425" marL="91425"/>
                </a:tc>
              </a:tr>
              <a:tr h="381000">
                <a:tc>
                  <a:txBody>
                    <a:bodyPr>
                      <a:noAutofit/>
                    </a:bodyPr>
                    <a:lstStyle/>
                    <a:p>
                      <a:pPr lvl="0" rtl="0">
                        <a:spcBef>
                          <a:spcPts val="0"/>
                        </a:spcBef>
                        <a:buNone/>
                      </a:pPr>
                      <a:r>
                        <a:rPr b="1" lang="en" sz="1000"/>
                        <a:t>NB</a:t>
                      </a:r>
                    </a:p>
                  </a:txBody>
                  <a:tcPr marT="91425" marB="91425" marR="91425" marL="91425"/>
                </a:tc>
                <a:tc>
                  <a:txBody>
                    <a:bodyPr>
                      <a:noAutofit/>
                    </a:bodyPr>
                    <a:lstStyle/>
                    <a:p>
                      <a:pPr lvl="0" rtl="0">
                        <a:spcBef>
                          <a:spcPts val="0"/>
                        </a:spcBef>
                        <a:buNone/>
                      </a:pPr>
                      <a:r>
                        <a:rPr b="1" lang="en" sz="1000"/>
                        <a:t>Intent subsystem integrated with Flow objectives</a:t>
                      </a:r>
                    </a:p>
                    <a:p>
                      <a:pPr lvl="0" rtl="0">
                        <a:spcBef>
                          <a:spcPts val="0"/>
                        </a:spcBef>
                        <a:buNone/>
                      </a:pPr>
                      <a:r>
                        <a:rPr b="1" lang="en" sz="1000"/>
                        <a:t>Beginnings of virtualization appearing</a:t>
                      </a:r>
                    </a:p>
                    <a:p>
                      <a:pPr lvl="0" rtl="0">
                        <a:spcBef>
                          <a:spcPts val="0"/>
                        </a:spcBef>
                        <a:buNone/>
                      </a:pPr>
                      <a:r>
                        <a:rPr b="1" lang="en" sz="1000"/>
                        <a:t>Added concept of “regions” to UI for scaling</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ON.Lab, Ciena, POSTECH, GEANT,  CREATE-NET, Politecnico of Turin, Tata (TCS)</a:t>
                      </a:r>
                    </a:p>
                    <a:p>
                      <a:pPr lvl="0" rtl="0">
                        <a:spcBef>
                          <a:spcPts val="0"/>
                        </a:spcBef>
                        <a:buNone/>
                      </a:pPr>
                      <a:r>
                        <a:t/>
                      </a:r>
                      <a:endParaRPr b="1" sz="1000"/>
                    </a:p>
                  </a:txBody>
                  <a:tcPr marT="91425" marB="91425" marR="91425" marL="91425"/>
                </a:tc>
              </a:tr>
              <a:tr h="381000">
                <a:tc>
                  <a:txBody>
                    <a:bodyPr>
                      <a:noAutofit/>
                    </a:bodyPr>
                    <a:lstStyle/>
                    <a:p>
                      <a:pPr lvl="0" rtl="0">
                        <a:spcBef>
                          <a:spcPts val="0"/>
                        </a:spcBef>
                        <a:buNone/>
                      </a:pPr>
                      <a:r>
                        <a:rPr b="1" lang="en" sz="1000"/>
                        <a:t>CORE</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6x improvement in throughput for distributed strongly consistent operations</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ON.Lab, Fujitsu, ETRI, NEC</a:t>
                      </a:r>
                    </a:p>
                  </a:txBody>
                  <a:tcPr marT="91425" marB="91425" marR="91425" marL="91425"/>
                </a:tc>
              </a:tr>
              <a:tr h="381000">
                <a:tc>
                  <a:txBody>
                    <a:bodyPr>
                      <a:noAutofit/>
                    </a:bodyPr>
                    <a:lstStyle/>
                    <a:p>
                      <a:pPr lvl="0" rtl="0">
                        <a:spcBef>
                          <a:spcPts val="0"/>
                        </a:spcBef>
                        <a:buNone/>
                      </a:pPr>
                      <a:r>
                        <a:rPr b="1" lang="en" sz="1000"/>
                        <a:t>SB</a:t>
                      </a:r>
                    </a:p>
                  </a:txBody>
                  <a:tcPr marT="91425" marB="91425" marR="91425" marL="91425"/>
                </a:tc>
                <a:tc>
                  <a:txBody>
                    <a:bodyPr>
                      <a:noAutofit/>
                    </a:bodyPr>
                    <a:lstStyle/>
                    <a:p>
                      <a:pPr lvl="0" rtl="0">
                        <a:spcBef>
                          <a:spcPts val="0"/>
                        </a:spcBef>
                        <a:buNone/>
                      </a:pPr>
                      <a:r>
                        <a:rPr b="1" lang="en" sz="1000"/>
                        <a:t>Cisco IOS NETCONF improvements</a:t>
                      </a:r>
                    </a:p>
                    <a:p>
                      <a:pPr lvl="0" rtl="0">
                        <a:spcBef>
                          <a:spcPts val="0"/>
                        </a:spcBef>
                        <a:buNone/>
                      </a:pPr>
                      <a:r>
                        <a:rPr b="1" lang="en" sz="1000"/>
                        <a:t>YANG toolchain</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GEANT, Huawei</a:t>
                      </a:r>
                    </a:p>
                  </a:txBody>
                  <a:tcPr marT="91425" marB="91425" marR="91425" marL="91425"/>
                </a:tc>
              </a:tr>
            </a:tbl>
          </a:graphicData>
        </a:graphic>
      </p:graphicFrame>
      <p:sp>
        <p:nvSpPr>
          <p:cNvPr id="1188" name="Shape 1188"/>
          <p:cNvSpPr txBox="1"/>
          <p:nvPr/>
        </p:nvSpPr>
        <p:spPr>
          <a:xfrm>
            <a:off x="-31975" y="4880200"/>
            <a:ext cx="2276400" cy="448800"/>
          </a:xfrm>
          <a:prstGeom prst="rect">
            <a:avLst/>
          </a:prstGeom>
          <a:noFill/>
          <a:ln>
            <a:noFill/>
          </a:ln>
        </p:spPr>
        <p:txBody>
          <a:bodyPr anchorCtr="0" anchor="t" bIns="91425" lIns="91425" rIns="91425" tIns="91425">
            <a:noAutofit/>
          </a:bodyPr>
          <a:lstStyle/>
          <a:p>
            <a:pPr lvl="0" rtl="0">
              <a:spcBef>
                <a:spcPts val="0"/>
              </a:spcBef>
              <a:buNone/>
            </a:pPr>
            <a:r>
              <a:rPr lang="en" sz="1000"/>
              <a:t>*Some not yet announced</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2" name="Shape 1192"/>
        <p:cNvGrpSpPr/>
        <p:nvPr/>
      </p:nvGrpSpPr>
      <p:grpSpPr>
        <a:xfrm>
          <a:off x="0" y="0"/>
          <a:ext cx="0" cy="0"/>
          <a:chOff x="0" y="0"/>
          <a:chExt cx="0" cy="0"/>
        </a:xfrm>
      </p:grpSpPr>
      <p:sp>
        <p:nvSpPr>
          <p:cNvPr id="1193" name="Shape 1193"/>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Takeaways</a:t>
            </a:r>
          </a:p>
        </p:txBody>
      </p:sp>
      <p:sp>
        <p:nvSpPr>
          <p:cNvPr id="1194" name="Shape 1194"/>
          <p:cNvSpPr txBox="1"/>
          <p:nvPr>
            <p:ph idx="1" type="body"/>
          </p:nvPr>
        </p:nvSpPr>
        <p:spPr>
          <a:xfrm>
            <a:off x="457200" y="751500"/>
            <a:ext cx="8229600" cy="4261500"/>
          </a:xfrm>
          <a:prstGeom prst="rect">
            <a:avLst/>
          </a:prstGeom>
        </p:spPr>
        <p:txBody>
          <a:bodyPr anchorCtr="0" anchor="t" bIns="91425" lIns="91425" rIns="91425" tIns="91425">
            <a:noAutofit/>
          </a:bodyPr>
          <a:lstStyle/>
          <a:p>
            <a:pPr indent="-355600" lvl="0" marL="457200" rtl="0">
              <a:lnSpc>
                <a:spcPct val="115000"/>
              </a:lnSpc>
              <a:spcBef>
                <a:spcPts val="0"/>
              </a:spcBef>
              <a:buSzPct val="100000"/>
            </a:pPr>
            <a:r>
              <a:rPr b="1" lang="en" sz="2000"/>
              <a:t>Community </a:t>
            </a:r>
          </a:p>
          <a:p>
            <a:pPr indent="-355600" lvl="1" marL="914400" rtl="0">
              <a:lnSpc>
                <a:spcPct val="115000"/>
              </a:lnSpc>
              <a:spcBef>
                <a:spcPts val="0"/>
              </a:spcBef>
              <a:buSzPct val="100000"/>
            </a:pPr>
            <a:r>
              <a:rPr lang="en" sz="2000"/>
              <a:t>Growth and diversity continue to accelerate </a:t>
            </a:r>
          </a:p>
          <a:p>
            <a:pPr indent="-355600" lvl="1" marL="914400" rtl="0">
              <a:lnSpc>
                <a:spcPct val="115000"/>
              </a:lnSpc>
              <a:spcBef>
                <a:spcPts val="0"/>
              </a:spcBef>
              <a:buSzPct val="100000"/>
            </a:pPr>
            <a:r>
              <a:rPr lang="en" sz="2000"/>
              <a:t>Excellent retention </a:t>
            </a:r>
          </a:p>
          <a:p>
            <a:pPr indent="-355600" lvl="0" marL="457200" rtl="0">
              <a:lnSpc>
                <a:spcPct val="115000"/>
              </a:lnSpc>
              <a:spcBef>
                <a:spcPts val="0"/>
              </a:spcBef>
              <a:buSzPct val="100000"/>
            </a:pPr>
            <a:r>
              <a:rPr b="1" lang="en" sz="2000"/>
              <a:t>Platform</a:t>
            </a:r>
          </a:p>
          <a:p>
            <a:pPr indent="-228600" lvl="1" marL="914400" rtl="0">
              <a:lnSpc>
                <a:spcPct val="115000"/>
              </a:lnSpc>
              <a:spcBef>
                <a:spcPts val="0"/>
              </a:spcBef>
            </a:pPr>
            <a:r>
              <a:rPr lang="en"/>
              <a:t>Continuing to focus on core value proposition (Scale, Performance, HA) maintaining our undisputed leadership </a:t>
            </a:r>
          </a:p>
          <a:p>
            <a:pPr indent="-228600" lvl="1" marL="914400" rtl="0">
              <a:lnSpc>
                <a:spcPct val="115000"/>
              </a:lnSpc>
              <a:spcBef>
                <a:spcPts val="0"/>
              </a:spcBef>
            </a:pPr>
            <a:r>
              <a:rPr lang="en"/>
              <a:t>Adding to strong capabilities at all levels - Apps, UI, NB, CORE, SB</a:t>
            </a:r>
          </a:p>
          <a:p>
            <a:pPr indent="0" lvl="0" marL="457200" rtl="0">
              <a:lnSpc>
                <a:spcPct val="115000"/>
              </a:lnSpc>
              <a:spcBef>
                <a:spcPts val="0"/>
              </a:spcBef>
              <a:buNone/>
            </a:pPr>
            <a:r>
              <a:rPr lang="en" sz="2000"/>
              <a:t>Only platform to support incremental as well as disruptive SDN</a:t>
            </a:r>
          </a:p>
          <a:p>
            <a:pPr indent="-355600" lvl="0" marL="457200" rtl="0">
              <a:lnSpc>
                <a:spcPct val="115000"/>
              </a:lnSpc>
              <a:spcBef>
                <a:spcPts val="0"/>
              </a:spcBef>
              <a:buSzPct val="100000"/>
            </a:pPr>
            <a:r>
              <a:rPr b="1" lang="en" sz="2000"/>
              <a:t>Use cases and solutions</a:t>
            </a:r>
          </a:p>
          <a:p>
            <a:pPr indent="-228600" lvl="1" marL="914400" rtl="0">
              <a:lnSpc>
                <a:spcPct val="115000"/>
              </a:lnSpc>
              <a:spcBef>
                <a:spcPts val="0"/>
              </a:spcBef>
            </a:pPr>
            <a:r>
              <a:rPr lang="en"/>
              <a:t>ONOS enabled solutions gaining lot of traction and momentum</a:t>
            </a:r>
          </a:p>
          <a:p>
            <a:pPr indent="-228600" lvl="1" marL="914400" rtl="0">
              <a:lnSpc>
                <a:spcPct val="115000"/>
              </a:lnSpc>
              <a:spcBef>
                <a:spcPts val="0"/>
              </a:spcBef>
            </a:pPr>
            <a:r>
              <a:rPr lang="en"/>
              <a:t>Comprehensive set of service provider use cases and solutions: NREN deployments, packet-optical convergence, CORD</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8" name="Shape 1198"/>
        <p:cNvGrpSpPr/>
        <p:nvPr/>
      </p:nvGrpSpPr>
      <p:grpSpPr>
        <a:xfrm>
          <a:off x="0" y="0"/>
          <a:ext cx="0" cy="0"/>
          <a:chOff x="0" y="0"/>
          <a:chExt cx="0" cy="0"/>
        </a:xfrm>
      </p:grpSpPr>
      <p:pic>
        <p:nvPicPr>
          <p:cNvPr id="1199" name="Shape 1199"/>
          <p:cNvPicPr preferRelativeResize="0"/>
          <p:nvPr/>
        </p:nvPicPr>
        <p:blipFill rotWithShape="1">
          <a:blip r:embed="rId3">
            <a:alphaModFix/>
          </a:blip>
          <a:srcRect b="0" l="0" r="0" t="0"/>
          <a:stretch/>
        </p:blipFill>
        <p:spPr>
          <a:xfrm>
            <a:off x="825025" y="940441"/>
            <a:ext cx="7445996" cy="4154320"/>
          </a:xfrm>
          <a:prstGeom prst="rect">
            <a:avLst/>
          </a:prstGeom>
          <a:noFill/>
          <a:ln>
            <a:noFill/>
          </a:ln>
        </p:spPr>
      </p:pic>
      <p:sp>
        <p:nvSpPr>
          <p:cNvPr id="1200" name="Shape 1200"/>
          <p:cNvSpPr txBox="1"/>
          <p:nvPr>
            <p:ph type="title"/>
          </p:nvPr>
        </p:nvSpPr>
        <p:spPr>
          <a:xfrm>
            <a:off x="54113" y="11895"/>
            <a:ext cx="9034669" cy="85725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0" i="0" lang="en" sz="3600" u="none" cap="none" strike="noStrike">
                <a:solidFill>
                  <a:srgbClr val="FFFFFF"/>
                </a:solidFill>
                <a:latin typeface="Calibri"/>
                <a:ea typeface="Calibri"/>
                <a:cs typeface="Calibri"/>
                <a:sym typeface="Calibri"/>
              </a:rPr>
              <a:t>ONOS Use Cases in Service Provider Networks</a:t>
            </a:r>
          </a:p>
        </p:txBody>
      </p:sp>
      <p:sp>
        <p:nvSpPr>
          <p:cNvPr id="1201" name="Shape 1201"/>
          <p:cNvSpPr/>
          <p:nvPr/>
        </p:nvSpPr>
        <p:spPr>
          <a:xfrm>
            <a:off x="2255789" y="1288837"/>
            <a:ext cx="1999129" cy="877371"/>
          </a:xfrm>
          <a:prstGeom prst="wedgeEllipseCallout">
            <a:avLst>
              <a:gd fmla="val 41858" name="adj1"/>
              <a:gd fmla="val 206897" name="adj2"/>
            </a:avLst>
          </a:prstGeom>
          <a:solidFill>
            <a:schemeClr val="accent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CORD</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05" name="Shape 1205"/>
        <p:cNvGrpSpPr/>
        <p:nvPr/>
      </p:nvGrpSpPr>
      <p:grpSpPr>
        <a:xfrm>
          <a:off x="0" y="0"/>
          <a:ext cx="0" cy="0"/>
          <a:chOff x="0" y="0"/>
          <a:chExt cx="0" cy="0"/>
        </a:xfrm>
      </p:grpSpPr>
      <p:sp>
        <p:nvSpPr>
          <p:cNvPr id="1206" name="Shape 1206"/>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Backup</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10" name="Shape 1210"/>
        <p:cNvGrpSpPr/>
        <p:nvPr/>
      </p:nvGrpSpPr>
      <p:grpSpPr>
        <a:xfrm>
          <a:off x="0" y="0"/>
          <a:ext cx="0" cy="0"/>
          <a:chOff x="0" y="0"/>
          <a:chExt cx="0" cy="0"/>
        </a:xfrm>
      </p:grpSpPr>
      <p:sp>
        <p:nvSpPr>
          <p:cNvPr id="1211" name="Shape 1211"/>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Community Metrics (Feb 2016)</a:t>
            </a:r>
          </a:p>
        </p:txBody>
      </p:sp>
      <p:sp>
        <p:nvSpPr>
          <p:cNvPr id="1212" name="Shape 1212"/>
          <p:cNvSpPr txBox="1"/>
          <p:nvPr>
            <p:ph idx="1" type="body"/>
          </p:nvPr>
        </p:nvSpPr>
        <p:spPr>
          <a:xfrm>
            <a:off x="457200" y="751498"/>
            <a:ext cx="8229600" cy="3989400"/>
          </a:xfrm>
          <a:prstGeom prst="rect">
            <a:avLst/>
          </a:prstGeom>
        </p:spPr>
        <p:txBody>
          <a:bodyPr anchorCtr="0" anchor="t" bIns="91425" lIns="91425" rIns="91425" tIns="91425">
            <a:noAutofit/>
          </a:bodyPr>
          <a:lstStyle/>
          <a:p>
            <a:pPr indent="-228600" lvl="0" marL="457200" rtl="0">
              <a:spcBef>
                <a:spcPts val="0"/>
              </a:spcBef>
            </a:pPr>
            <a:r>
              <a:rPr lang="en"/>
              <a:t>13 partners</a:t>
            </a:r>
          </a:p>
          <a:p>
            <a:pPr indent="-228600" lvl="1" marL="914400" rtl="0">
              <a:spcBef>
                <a:spcPts val="0"/>
              </a:spcBef>
            </a:pPr>
            <a:r>
              <a:rPr lang="en"/>
              <a:t>5 service providers (up from 1 a year ago)</a:t>
            </a:r>
          </a:p>
          <a:p>
            <a:pPr indent="-228600" lvl="1" marL="914400" rtl="0">
              <a:spcBef>
                <a:spcPts val="0"/>
              </a:spcBef>
            </a:pPr>
            <a:r>
              <a:rPr lang="en"/>
              <a:t>8 vendors (up from 6 a year ago)</a:t>
            </a:r>
          </a:p>
          <a:p>
            <a:pPr indent="-228600" lvl="0" marL="457200" rtl="0">
              <a:spcBef>
                <a:spcPts val="0"/>
              </a:spcBef>
            </a:pPr>
            <a:r>
              <a:rPr lang="en"/>
              <a:t>40+ collaborators (up from just a few a year ago)</a:t>
            </a:r>
          </a:p>
          <a:p>
            <a:pPr indent="-228600" lvl="0" marL="457200" rtl="0">
              <a:spcBef>
                <a:spcPts val="0"/>
              </a:spcBef>
            </a:pPr>
            <a:r>
              <a:rPr lang="en"/>
              <a:t>950 ONOS registered</a:t>
            </a:r>
          </a:p>
          <a:p>
            <a:pPr indent="-228600" lvl="0" marL="457200" rtl="0">
              <a:spcBef>
                <a:spcPts val="0"/>
              </a:spcBef>
            </a:pPr>
            <a:r>
              <a:rPr lang="en"/>
              <a:t>250+ code contributors</a:t>
            </a:r>
          </a:p>
          <a:p>
            <a:pPr indent="-228600" lvl="1" marL="914400" rtl="0">
              <a:spcBef>
                <a:spcPts val="0"/>
              </a:spcBef>
            </a:pPr>
            <a:r>
              <a:rPr lang="en"/>
              <a:t>ON.Lab 44%, but declining rapidly with onboarding of community</a:t>
            </a:r>
          </a:p>
          <a:p>
            <a:pPr indent="-228600" lvl="1" marL="914400" rtl="0">
              <a:spcBef>
                <a:spcPts val="0"/>
              </a:spcBef>
            </a:pPr>
            <a:r>
              <a:rPr lang="en"/>
              <a:t>Huawei 19%</a:t>
            </a:r>
          </a:p>
          <a:p>
            <a:pPr indent="-228600" lvl="1" marL="914400" rtl="0">
              <a:spcBef>
                <a:spcPts val="0"/>
              </a:spcBef>
            </a:pPr>
            <a:r>
              <a:rPr lang="en"/>
              <a:t>Fujitsu, NEC, SK Telecom, ONF, Create-Net, Ericsson, BTI (1-5% ea)</a:t>
            </a:r>
          </a:p>
          <a:p>
            <a:pPr indent="-228600" lvl="1" marL="914400" rtl="0">
              <a:spcBef>
                <a:spcPts val="0"/>
              </a:spcBef>
            </a:pPr>
            <a:r>
              <a:rPr lang="en"/>
              <a:t>15 others (.2-1% ea)</a:t>
            </a:r>
          </a:p>
          <a:p>
            <a:pPr indent="-228600" lvl="1" marL="914400">
              <a:spcBef>
                <a:spcPts val="0"/>
              </a:spcBef>
            </a:pPr>
            <a:r>
              <a:rPr lang="en"/>
              <a:t>unknown org/independent 12%</a:t>
            </a:r>
          </a:p>
        </p:txBody>
      </p:sp>
      <p:sp>
        <p:nvSpPr>
          <p:cNvPr id="1213" name="Shape 1213"/>
          <p:cNvSpPr txBox="1"/>
          <p:nvPr/>
        </p:nvSpPr>
        <p:spPr>
          <a:xfrm>
            <a:off x="380575" y="4405425"/>
            <a:ext cx="6642600" cy="774900"/>
          </a:xfrm>
          <a:prstGeom prst="rect">
            <a:avLst/>
          </a:prstGeom>
          <a:noFill/>
          <a:ln>
            <a:noFill/>
          </a:ln>
        </p:spPr>
        <p:txBody>
          <a:bodyPr anchorCtr="0" anchor="t" bIns="91425" lIns="91425" rIns="91425" tIns="91425">
            <a:noAutofit/>
          </a:bodyPr>
          <a:lstStyle/>
          <a:p>
            <a:pPr lvl="0">
              <a:spcBef>
                <a:spcPts val="0"/>
              </a:spcBef>
              <a:buNone/>
            </a:pPr>
            <a:r>
              <a:rPr lang="en"/>
              <a:t>Full blog post with more detail: </a:t>
            </a:r>
            <a:r>
              <a:rPr lang="en" sz="1200"/>
              <a:t>http://onosproject.org/2016/02/19/how-has-the-onos-community-changed-in-its-first-year/</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17" name="Shape 1217"/>
        <p:cNvGrpSpPr/>
        <p:nvPr/>
      </p:nvGrpSpPr>
      <p:grpSpPr>
        <a:xfrm>
          <a:off x="0" y="0"/>
          <a:ext cx="0" cy="0"/>
          <a:chOff x="0" y="0"/>
          <a:chExt cx="0" cy="0"/>
        </a:xfrm>
      </p:grpSpPr>
      <p:sp>
        <p:nvSpPr>
          <p:cNvPr id="1218" name="Shape 1218"/>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NREN development/deployment</a:t>
            </a:r>
          </a:p>
        </p:txBody>
      </p:sp>
      <p:sp>
        <p:nvSpPr>
          <p:cNvPr id="1219" name="Shape 1219"/>
          <p:cNvSpPr txBox="1"/>
          <p:nvPr>
            <p:ph idx="1" type="body"/>
          </p:nvPr>
        </p:nvSpPr>
        <p:spPr>
          <a:xfrm>
            <a:off x="457200" y="980098"/>
            <a:ext cx="8229600" cy="3989400"/>
          </a:xfrm>
          <a:prstGeom prst="rect">
            <a:avLst/>
          </a:prstGeom>
        </p:spPr>
        <p:txBody>
          <a:bodyPr anchorCtr="0" anchor="t" bIns="91425" lIns="91425" rIns="91425" tIns="91425">
            <a:noAutofit/>
          </a:bodyPr>
          <a:lstStyle/>
          <a:p>
            <a:pPr lvl="0" algn="just">
              <a:lnSpc>
                <a:spcPct val="115000"/>
              </a:lnSpc>
              <a:spcBef>
                <a:spcPts val="0"/>
              </a:spcBef>
              <a:buClr>
                <a:schemeClr val="dk1"/>
              </a:buClr>
              <a:buSzPct val="78571"/>
              <a:buFont typeface="Arial"/>
              <a:buNone/>
            </a:pPr>
            <a:r>
              <a:rPr b="1" lang="en" sz="1400"/>
              <a:t>   Castor</a:t>
            </a:r>
          </a:p>
          <a:p>
            <a:pPr lvl="0" algn="just">
              <a:lnSpc>
                <a:spcPct val="115000"/>
              </a:lnSpc>
              <a:spcBef>
                <a:spcPts val="0"/>
              </a:spcBef>
              <a:buClr>
                <a:schemeClr val="dk1"/>
              </a:buClr>
              <a:buSzPct val="78571"/>
              <a:buFont typeface="Arial"/>
              <a:buNone/>
            </a:pPr>
            <a:r>
              <a:rPr lang="en" sz="1400"/>
              <a:t>•  Provides L2/L3 connectivity for SDXs</a:t>
            </a:r>
          </a:p>
          <a:p>
            <a:pPr lvl="0" rtl="0" algn="just">
              <a:lnSpc>
                <a:spcPct val="115000"/>
              </a:lnSpc>
              <a:spcBef>
                <a:spcPts val="0"/>
              </a:spcBef>
              <a:buClr>
                <a:schemeClr val="dk1"/>
              </a:buClr>
              <a:buSzPct val="78571"/>
              <a:buFont typeface="Arial"/>
              <a:buNone/>
            </a:pPr>
            <a:r>
              <a:rPr lang="en" sz="1400"/>
              <a:t>•  Developed and deployed in AARNET</a:t>
            </a:r>
          </a:p>
          <a:p>
            <a:pPr lvl="0" algn="just">
              <a:lnSpc>
                <a:spcPct val="115000"/>
              </a:lnSpc>
              <a:spcBef>
                <a:spcPts val="0"/>
              </a:spcBef>
              <a:buClr>
                <a:schemeClr val="dk1"/>
              </a:buClr>
              <a:buSzPct val="122222"/>
              <a:buFont typeface="Arial"/>
              <a:buNone/>
            </a:pPr>
            <a:r>
              <a:t/>
            </a:r>
            <a:endParaRPr sz="900"/>
          </a:p>
          <a:p>
            <a:pPr lvl="0" algn="just">
              <a:lnSpc>
                <a:spcPct val="115000"/>
              </a:lnSpc>
              <a:spcBef>
                <a:spcPts val="0"/>
              </a:spcBef>
              <a:buClr>
                <a:schemeClr val="dk1"/>
              </a:buClr>
              <a:buSzPct val="78571"/>
              <a:buFont typeface="Arial"/>
              <a:buNone/>
            </a:pPr>
            <a:r>
              <a:rPr b="1" lang="en" sz="1400"/>
              <a:t>   SDN-IP</a:t>
            </a:r>
          </a:p>
          <a:p>
            <a:pPr lvl="0" algn="just">
              <a:lnSpc>
                <a:spcPct val="115000"/>
              </a:lnSpc>
              <a:spcBef>
                <a:spcPts val="0"/>
              </a:spcBef>
              <a:buClr>
                <a:schemeClr val="dk1"/>
              </a:buClr>
              <a:buSzPct val="78571"/>
              <a:buFont typeface="Arial"/>
              <a:buNone/>
            </a:pPr>
            <a:r>
              <a:rPr lang="en" sz="1400"/>
              <a:t>•  Transforms a SDN into a transit IP network</a:t>
            </a:r>
          </a:p>
          <a:p>
            <a:pPr lvl="0" algn="just">
              <a:lnSpc>
                <a:spcPct val="115000"/>
              </a:lnSpc>
              <a:spcBef>
                <a:spcPts val="0"/>
              </a:spcBef>
              <a:buClr>
                <a:schemeClr val="dk1"/>
              </a:buClr>
              <a:buSzPct val="78571"/>
              <a:buFont typeface="Arial"/>
              <a:buNone/>
            </a:pPr>
            <a:r>
              <a:rPr lang="en" sz="1400"/>
              <a:t>•  SDN AS uses BGP to communicate with neighbors</a:t>
            </a:r>
          </a:p>
          <a:p>
            <a:pPr lvl="0" algn="just">
              <a:lnSpc>
                <a:spcPct val="115000"/>
              </a:lnSpc>
              <a:spcBef>
                <a:spcPts val="0"/>
              </a:spcBef>
              <a:buClr>
                <a:schemeClr val="dk1"/>
              </a:buClr>
              <a:buSzPct val="78571"/>
              <a:buFont typeface="Arial"/>
              <a:buNone/>
            </a:pPr>
            <a:r>
              <a:rPr lang="en" sz="1400"/>
              <a:t>•  L3 connectivity without legacy routers</a:t>
            </a:r>
          </a:p>
          <a:p>
            <a:pPr lvl="0" rtl="0" algn="just">
              <a:lnSpc>
                <a:spcPct val="115000"/>
              </a:lnSpc>
              <a:spcBef>
                <a:spcPts val="0"/>
              </a:spcBef>
              <a:buClr>
                <a:schemeClr val="dk1"/>
              </a:buClr>
              <a:buSzPct val="78571"/>
              <a:buFont typeface="Arial"/>
              <a:buNone/>
            </a:pPr>
            <a:r>
              <a:rPr lang="en" sz="1400"/>
              <a:t>•  Deployed by AmLight, Internet2 (upgrading), KREONET, NCTU</a:t>
            </a:r>
          </a:p>
          <a:p>
            <a:pPr lvl="0" algn="just">
              <a:lnSpc>
                <a:spcPct val="115000"/>
              </a:lnSpc>
              <a:spcBef>
                <a:spcPts val="0"/>
              </a:spcBef>
              <a:buClr>
                <a:schemeClr val="dk1"/>
              </a:buClr>
              <a:buSzPct val="122222"/>
              <a:buFont typeface="Arial"/>
              <a:buNone/>
            </a:pPr>
            <a:r>
              <a:t/>
            </a:r>
            <a:endParaRPr sz="900"/>
          </a:p>
          <a:p>
            <a:pPr lvl="0" algn="just">
              <a:lnSpc>
                <a:spcPct val="115000"/>
              </a:lnSpc>
              <a:spcBef>
                <a:spcPts val="0"/>
              </a:spcBef>
              <a:buClr>
                <a:schemeClr val="dk1"/>
              </a:buClr>
              <a:buSzPct val="78571"/>
              <a:buFont typeface="Arial"/>
              <a:buNone/>
            </a:pPr>
            <a:r>
              <a:rPr lang="en" sz="1400"/>
              <a:t>   </a:t>
            </a:r>
            <a:r>
              <a:rPr b="1" lang="en" sz="1400"/>
              <a:t>SDX L2/L3</a:t>
            </a:r>
          </a:p>
          <a:p>
            <a:pPr lvl="0" algn="just">
              <a:lnSpc>
                <a:spcPct val="115000"/>
              </a:lnSpc>
              <a:spcBef>
                <a:spcPts val="0"/>
              </a:spcBef>
              <a:buClr>
                <a:schemeClr val="dk1"/>
              </a:buClr>
              <a:buSzPct val="78571"/>
              <a:buFont typeface="Arial"/>
              <a:buNone/>
            </a:pPr>
            <a:r>
              <a:rPr lang="en" sz="1400"/>
              <a:t>•  Provides L2/L3 connectivity for SDXs</a:t>
            </a:r>
          </a:p>
          <a:p>
            <a:pPr lvl="0" rtl="0" algn="just">
              <a:lnSpc>
                <a:spcPct val="115000"/>
              </a:lnSpc>
              <a:spcBef>
                <a:spcPts val="0"/>
              </a:spcBef>
              <a:buClr>
                <a:schemeClr val="dk1"/>
              </a:buClr>
              <a:buSzPct val="78571"/>
              <a:buFont typeface="Arial"/>
              <a:buNone/>
            </a:pPr>
            <a:r>
              <a:rPr lang="en" sz="1400"/>
              <a:t>•</a:t>
            </a:r>
            <a:r>
              <a:rPr b="1" lang="en" sz="1400"/>
              <a:t>  </a:t>
            </a:r>
            <a:r>
              <a:rPr lang="en" sz="1400"/>
              <a:t>Developed and deployed by GEANT</a:t>
            </a:r>
          </a:p>
          <a:p>
            <a:pPr lvl="0" algn="just">
              <a:lnSpc>
                <a:spcPct val="115000"/>
              </a:lnSpc>
              <a:spcBef>
                <a:spcPts val="0"/>
              </a:spcBef>
              <a:buClr>
                <a:schemeClr val="dk1"/>
              </a:buClr>
              <a:buSzPct val="122222"/>
              <a:buFont typeface="Arial"/>
              <a:buNone/>
            </a:pPr>
            <a:r>
              <a:t/>
            </a:r>
            <a:endParaRPr sz="900"/>
          </a:p>
          <a:p>
            <a:pPr lvl="0" algn="just">
              <a:lnSpc>
                <a:spcPct val="115000"/>
              </a:lnSpc>
              <a:spcBef>
                <a:spcPts val="0"/>
              </a:spcBef>
              <a:buClr>
                <a:schemeClr val="dk1"/>
              </a:buClr>
              <a:buSzPct val="78571"/>
              <a:buFont typeface="Arial"/>
              <a:buNone/>
            </a:pPr>
            <a:r>
              <a:rPr lang="en" sz="1400"/>
              <a:t>   </a:t>
            </a:r>
            <a:r>
              <a:rPr b="1" lang="en" sz="1400"/>
              <a:t>VPLS</a:t>
            </a:r>
          </a:p>
          <a:p>
            <a:pPr lvl="0" algn="just">
              <a:lnSpc>
                <a:spcPct val="115000"/>
              </a:lnSpc>
              <a:spcBef>
                <a:spcPts val="0"/>
              </a:spcBef>
              <a:buClr>
                <a:schemeClr val="dk1"/>
              </a:buClr>
              <a:buSzPct val="78571"/>
              <a:buFont typeface="Arial"/>
              <a:buNone/>
            </a:pPr>
            <a:r>
              <a:rPr lang="en" sz="1400"/>
              <a:t>•  L2 broadcast overlay networks on demand</a:t>
            </a:r>
          </a:p>
          <a:p>
            <a:pPr lvl="0" algn="just">
              <a:lnSpc>
                <a:spcPct val="115000"/>
              </a:lnSpc>
              <a:spcBef>
                <a:spcPts val="0"/>
              </a:spcBef>
              <a:buClr>
                <a:schemeClr val="dk1"/>
              </a:buClr>
              <a:buSzPct val="78571"/>
              <a:buFont typeface="Arial"/>
              <a:buNone/>
            </a:pPr>
            <a:r>
              <a:rPr lang="en" sz="1400"/>
              <a:t>•  Ready to be deployed at AmLight</a:t>
            </a:r>
          </a:p>
          <a:p>
            <a:pPr lvl="0">
              <a:spcBef>
                <a:spcPts val="0"/>
              </a:spcBef>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NOS">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NOS">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NOS">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ONLAB)">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NOS-color">
      <a:dk1>
        <a:srgbClr val="000000"/>
      </a:dk1>
      <a:lt1>
        <a:srgbClr val="FFFFFF"/>
      </a:lt1>
      <a:dk2>
        <a:srgbClr val="333333"/>
      </a:dk2>
      <a:lt2>
        <a:srgbClr val="CCCCCC"/>
      </a:lt2>
      <a:accent1>
        <a:srgbClr val="7F0002"/>
      </a:accent1>
      <a:accent2>
        <a:srgbClr val="39182D"/>
      </a:accent2>
      <a:accent3>
        <a:srgbClr val="AD0004"/>
      </a:accent3>
      <a:accent4>
        <a:srgbClr val="0C3366"/>
      </a:accent4>
      <a:accent5>
        <a:srgbClr val="0E47B1"/>
      </a:accent5>
      <a:accent6>
        <a:srgbClr val="666666"/>
      </a:accent6>
      <a:hlink>
        <a:srgbClr val="AD0004"/>
      </a:hlink>
      <a:folHlink>
        <a:srgbClr val="E6682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CORD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