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slideLayouts/slideLayout34.xml" ContentType="application/vnd.openxmlformats-officedocument.presentationml.slideLayout+xml"/>
  <Override PartName="/ppt/theme/theme5.xml" ContentType="application/vnd.openxmlformats-officedocument.theme+xml"/>
  <Override PartName="/ppt/slideLayouts/slideLayout35.xml" ContentType="application/vnd.openxmlformats-officedocument.presentationml.slideLayout+xml"/>
  <Override PartName="/ppt/theme/theme6.xml" ContentType="application/vnd.openxmlformats-officedocument.theme+xml"/>
  <Override PartName="/ppt/slideLayouts/slideLayout3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 id="2147483833" r:id="rId2"/>
    <p:sldMasterId id="2147483798" r:id="rId3"/>
    <p:sldMasterId id="2147483847" r:id="rId4"/>
    <p:sldMasterId id="2147483826" r:id="rId5"/>
    <p:sldMasterId id="2147483812" r:id="rId6"/>
    <p:sldMasterId id="2147483824" r:id="rId7"/>
  </p:sldMasterIdLst>
  <p:notesMasterIdLst>
    <p:notesMasterId r:id="rId21"/>
  </p:notesMasterIdLst>
  <p:handoutMasterIdLst>
    <p:handoutMasterId r:id="rId22"/>
  </p:handoutMasterIdLst>
  <p:sldIdLst>
    <p:sldId id="371" r:id="rId8"/>
    <p:sldId id="494" r:id="rId9"/>
    <p:sldId id="496" r:id="rId10"/>
    <p:sldId id="495" r:id="rId11"/>
    <p:sldId id="500" r:id="rId12"/>
    <p:sldId id="506" r:id="rId13"/>
    <p:sldId id="499" r:id="rId14"/>
    <p:sldId id="498" r:id="rId15"/>
    <p:sldId id="497" r:id="rId16"/>
    <p:sldId id="501" r:id="rId17"/>
    <p:sldId id="503" r:id="rId18"/>
    <p:sldId id="505" r:id="rId19"/>
    <p:sldId id="415" r:id="rId20"/>
  </p:sldIdLst>
  <p:sldSz cx="9144000" cy="5143500" type="screen16x9"/>
  <p:notesSz cx="6794500" cy="9906000"/>
  <p:defaultTextStyle>
    <a:defPPr>
      <a:defRPr lang="en-GB"/>
    </a:defPPr>
    <a:lvl1pPr algn="l" defTabSz="457200" rtl="0" fontAlgn="base">
      <a:spcBef>
        <a:spcPct val="0"/>
      </a:spcBef>
      <a:spcAft>
        <a:spcPct val="0"/>
      </a:spcAft>
      <a:defRPr kern="1200">
        <a:solidFill>
          <a:schemeClr val="tx1"/>
        </a:solidFill>
        <a:latin typeface="Arial" charset="0"/>
        <a:ea typeface="ヒラギノ角ゴ Pro W3"/>
        <a:cs typeface="ヒラギノ角ゴ Pro W3"/>
      </a:defRPr>
    </a:lvl1pPr>
    <a:lvl2pPr marL="457200" algn="l" defTabSz="457200" rtl="0" fontAlgn="base">
      <a:spcBef>
        <a:spcPct val="0"/>
      </a:spcBef>
      <a:spcAft>
        <a:spcPct val="0"/>
      </a:spcAft>
      <a:defRPr kern="1200">
        <a:solidFill>
          <a:schemeClr val="tx1"/>
        </a:solidFill>
        <a:latin typeface="Arial" charset="0"/>
        <a:ea typeface="ヒラギノ角ゴ Pro W3"/>
        <a:cs typeface="ヒラギノ角ゴ Pro W3"/>
      </a:defRPr>
    </a:lvl2pPr>
    <a:lvl3pPr marL="914400" algn="l" defTabSz="457200" rtl="0" fontAlgn="base">
      <a:spcBef>
        <a:spcPct val="0"/>
      </a:spcBef>
      <a:spcAft>
        <a:spcPct val="0"/>
      </a:spcAft>
      <a:defRPr kern="1200">
        <a:solidFill>
          <a:schemeClr val="tx1"/>
        </a:solidFill>
        <a:latin typeface="Arial" charset="0"/>
        <a:ea typeface="ヒラギノ角ゴ Pro W3"/>
        <a:cs typeface="ヒラギノ角ゴ Pro W3"/>
      </a:defRPr>
    </a:lvl3pPr>
    <a:lvl4pPr marL="1371600" algn="l" defTabSz="457200" rtl="0" fontAlgn="base">
      <a:spcBef>
        <a:spcPct val="0"/>
      </a:spcBef>
      <a:spcAft>
        <a:spcPct val="0"/>
      </a:spcAft>
      <a:defRPr kern="1200">
        <a:solidFill>
          <a:schemeClr val="tx1"/>
        </a:solidFill>
        <a:latin typeface="Arial" charset="0"/>
        <a:ea typeface="ヒラギノ角ゴ Pro W3"/>
        <a:cs typeface="ヒラギノ角ゴ Pro W3"/>
      </a:defRPr>
    </a:lvl4pPr>
    <a:lvl5pPr marL="1828800" algn="l" defTabSz="457200" rtl="0" fontAlgn="base">
      <a:spcBef>
        <a:spcPct val="0"/>
      </a:spcBef>
      <a:spcAft>
        <a:spcPct val="0"/>
      </a:spcAft>
      <a:defRPr kern="1200">
        <a:solidFill>
          <a:schemeClr val="tx1"/>
        </a:solidFill>
        <a:latin typeface="Arial" charset="0"/>
        <a:ea typeface="ヒラギノ角ゴ Pro W3"/>
        <a:cs typeface="ヒラギノ角ゴ Pro W3"/>
      </a:defRPr>
    </a:lvl5pPr>
    <a:lvl6pPr marL="2286000" algn="l" defTabSz="914400" rtl="0" eaLnBrk="1" latinLnBrk="0" hangingPunct="1">
      <a:defRPr kern="1200">
        <a:solidFill>
          <a:schemeClr val="tx1"/>
        </a:solidFill>
        <a:latin typeface="Arial" charset="0"/>
        <a:ea typeface="ヒラギノ角ゴ Pro W3"/>
        <a:cs typeface="ヒラギノ角ゴ Pro W3"/>
      </a:defRPr>
    </a:lvl6pPr>
    <a:lvl7pPr marL="2743200" algn="l" defTabSz="914400" rtl="0" eaLnBrk="1" latinLnBrk="0" hangingPunct="1">
      <a:defRPr kern="1200">
        <a:solidFill>
          <a:schemeClr val="tx1"/>
        </a:solidFill>
        <a:latin typeface="Arial" charset="0"/>
        <a:ea typeface="ヒラギノ角ゴ Pro W3"/>
        <a:cs typeface="ヒラギノ角ゴ Pro W3"/>
      </a:defRPr>
    </a:lvl7pPr>
    <a:lvl8pPr marL="3200400" algn="l" defTabSz="914400" rtl="0" eaLnBrk="1" latinLnBrk="0" hangingPunct="1">
      <a:defRPr kern="1200">
        <a:solidFill>
          <a:schemeClr val="tx1"/>
        </a:solidFill>
        <a:latin typeface="Arial" charset="0"/>
        <a:ea typeface="ヒラギノ角ゴ Pro W3"/>
        <a:cs typeface="ヒラギノ角ゴ Pro W3"/>
      </a:defRPr>
    </a:lvl8pPr>
    <a:lvl9pPr marL="3657600" algn="l" defTabSz="914400" rtl="0" eaLnBrk="1" latinLnBrk="0" hangingPunct="1">
      <a:defRPr kern="1200">
        <a:solidFill>
          <a:schemeClr val="tx1"/>
        </a:solidFill>
        <a:latin typeface="Arial" charset="0"/>
        <a:ea typeface="ヒラギノ角ゴ Pro W3"/>
        <a:cs typeface="ヒラギノ角ゴ Pro W3"/>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96" userDrawn="1">
          <p15:clr>
            <a:srgbClr val="A4A3A4"/>
          </p15:clr>
        </p15:guide>
        <p15:guide id="2" pos="2180" userDrawn="1">
          <p15:clr>
            <a:srgbClr val="A4A3A4"/>
          </p15:clr>
        </p15:guide>
        <p15:guide id="3" orient="horz" pos="3150" userDrawn="1">
          <p15:clr>
            <a:srgbClr val="A4A3A4"/>
          </p15:clr>
        </p15:guide>
        <p15:guide id="4" pos="2165" userDrawn="1">
          <p15:clr>
            <a:srgbClr val="A4A3A4"/>
          </p15:clr>
        </p15:guide>
        <p15:guide id="5" orient="horz" pos="2875" userDrawn="1">
          <p15:clr>
            <a:srgbClr val="A4A3A4"/>
          </p15:clr>
        </p15:guide>
        <p15:guide id="6" orient="horz" pos="3127" userDrawn="1">
          <p15:clr>
            <a:srgbClr val="A4A3A4"/>
          </p15:clr>
        </p15:guide>
        <p15:guide id="7" pos="2156" userDrawn="1">
          <p15:clr>
            <a:srgbClr val="A4A3A4"/>
          </p15:clr>
        </p15:guide>
        <p15:guide id="8" pos="2142" userDrawn="1">
          <p15:clr>
            <a:srgbClr val="A4A3A4"/>
          </p15:clr>
        </p15:guide>
        <p15:guide id="9" orient="horz" pos="2890">
          <p15:clr>
            <a:srgbClr val="A4A3A4"/>
          </p15:clr>
        </p15:guide>
        <p15:guide id="10" orient="horz" pos="3143">
          <p15:clr>
            <a:srgbClr val="A4A3A4"/>
          </p15:clr>
        </p15:guide>
        <p15:guide id="11" orient="horz" pos="2869">
          <p15:clr>
            <a:srgbClr val="A4A3A4"/>
          </p15:clr>
        </p15:guide>
        <p15:guide id="12" orient="horz" pos="3120">
          <p15:clr>
            <a:srgbClr val="A4A3A4"/>
          </p15:clr>
        </p15:guide>
        <p15:guide id="13" pos="2179">
          <p15:clr>
            <a:srgbClr val="A4A3A4"/>
          </p15:clr>
        </p15:guide>
        <p15:guide id="14" pos="2164">
          <p15:clr>
            <a:srgbClr val="A4A3A4"/>
          </p15:clr>
        </p15:guide>
        <p15:guide id="15" pos="2155">
          <p15:clr>
            <a:srgbClr val="A4A3A4"/>
          </p15:clr>
        </p15:guide>
        <p15:guide id="16"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530D"/>
    <a:srgbClr val="532476"/>
    <a:srgbClr val="660066"/>
    <a:srgbClr val="990099"/>
    <a:srgbClr val="F9C4D4"/>
    <a:srgbClr val="FF9933"/>
    <a:srgbClr val="000000"/>
    <a:srgbClr val="9900CC"/>
    <a:srgbClr val="00549F"/>
    <a:srgbClr val="CF00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034" autoAdjust="0"/>
    <p:restoredTop sz="79718" autoAdjust="0"/>
  </p:normalViewPr>
  <p:slideViewPr>
    <p:cSldViewPr snapToGrid="0">
      <p:cViewPr varScale="1">
        <p:scale>
          <a:sx n="68" d="100"/>
          <a:sy n="68" d="100"/>
        </p:scale>
        <p:origin x="1373" y="53"/>
      </p:cViewPr>
      <p:guideLst>
        <p:guide orient="horz" pos="1620"/>
        <p:guide pos="2880"/>
      </p:guideLst>
    </p:cSldViewPr>
  </p:slideViewPr>
  <p:outlineViewPr>
    <p:cViewPr>
      <p:scale>
        <a:sx n="33" d="100"/>
        <a:sy n="33" d="100"/>
      </p:scale>
      <p:origin x="0" y="0"/>
    </p:cViewPr>
  </p:outlineViewPr>
  <p:notesTextViewPr>
    <p:cViewPr>
      <p:scale>
        <a:sx n="66" d="100"/>
        <a:sy n="66" d="100"/>
      </p:scale>
      <p:origin x="0" y="0"/>
    </p:cViewPr>
  </p:notesTextViewPr>
  <p:sorterViewPr>
    <p:cViewPr varScale="1">
      <p:scale>
        <a:sx n="1" d="1"/>
        <a:sy n="1" d="1"/>
      </p:scale>
      <p:origin x="0" y="-1531"/>
    </p:cViewPr>
  </p:sorterViewPr>
  <p:notesViewPr>
    <p:cSldViewPr snapToGrid="0">
      <p:cViewPr varScale="1">
        <p:scale>
          <a:sx n="82" d="100"/>
          <a:sy n="82" d="100"/>
        </p:scale>
        <p:origin x="3972" y="84"/>
      </p:cViewPr>
      <p:guideLst>
        <p:guide orient="horz" pos="2896"/>
        <p:guide pos="2180"/>
        <p:guide orient="horz" pos="3150"/>
        <p:guide pos="2165"/>
        <p:guide orient="horz" pos="2875"/>
        <p:guide orient="horz" pos="3127"/>
        <p:guide pos="2156"/>
        <p:guide pos="2142"/>
        <p:guide orient="horz" pos="2890"/>
        <p:guide orient="horz" pos="3143"/>
        <p:guide orient="horz" pos="2869"/>
        <p:guide orient="horz" pos="3120"/>
        <p:guide pos="2179"/>
        <p:guide pos="2164"/>
        <p:guide pos="2155"/>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handoutMaster" Target="handoutMasters/handout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NETCONF control session establishment time (seconds)</a:t>
            </a:r>
          </a:p>
        </c:rich>
      </c:tx>
      <c:layout>
        <c:manualLayout>
          <c:xMode val="edge"/>
          <c:yMode val="edge"/>
          <c:x val="6.4681163224503319E-2"/>
          <c:y val="4.281875528912774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Average</c:v>
                </c:pt>
              </c:strCache>
            </c:strRef>
          </c:tx>
          <c:spPr>
            <a:solidFill>
              <a:schemeClr val="accent1"/>
            </a:solidFill>
            <a:ln>
              <a:noFill/>
            </a:ln>
            <a:effectLst/>
          </c:spPr>
          <c:invertIfNegative val="0"/>
          <c:cat>
            <c:numRef>
              <c:f>Sheet1!$A$2:$A$6</c:f>
              <c:numCache>
                <c:formatCode>General</c:formatCode>
                <c:ptCount val="5"/>
                <c:pt idx="0">
                  <c:v>100</c:v>
                </c:pt>
                <c:pt idx="1">
                  <c:v>200</c:v>
                </c:pt>
                <c:pt idx="2">
                  <c:v>300</c:v>
                </c:pt>
                <c:pt idx="3">
                  <c:v>400</c:v>
                </c:pt>
                <c:pt idx="4">
                  <c:v>500</c:v>
                </c:pt>
              </c:numCache>
            </c:numRef>
          </c:cat>
          <c:val>
            <c:numRef>
              <c:f>Sheet1!$B$2:$B$6</c:f>
              <c:numCache>
                <c:formatCode>General</c:formatCode>
                <c:ptCount val="5"/>
                <c:pt idx="0">
                  <c:v>12.84</c:v>
                </c:pt>
                <c:pt idx="1">
                  <c:v>24.64</c:v>
                </c:pt>
                <c:pt idx="2">
                  <c:v>35.92</c:v>
                </c:pt>
                <c:pt idx="3">
                  <c:v>47.09</c:v>
                </c:pt>
                <c:pt idx="4">
                  <c:v>62.78</c:v>
                </c:pt>
              </c:numCache>
            </c:numRef>
          </c:val>
          <c:extLst>
            <c:ext xmlns:c16="http://schemas.microsoft.com/office/drawing/2014/chart" uri="{C3380CC4-5D6E-409C-BE32-E72D297353CC}">
              <c16:uniqueId val="{00000000-B1D0-4473-A50B-E283742F7FEE}"/>
            </c:ext>
          </c:extLst>
        </c:ser>
        <c:dLbls>
          <c:showLegendKey val="0"/>
          <c:showVal val="0"/>
          <c:showCatName val="0"/>
          <c:showSerName val="0"/>
          <c:showPercent val="0"/>
          <c:showBubbleSize val="0"/>
        </c:dLbls>
        <c:gapWidth val="219"/>
        <c:overlap val="-27"/>
        <c:axId val="-1313304752"/>
        <c:axId val="-1313305840"/>
      </c:barChart>
      <c:catAx>
        <c:axId val="-1313304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305840"/>
        <c:crosses val="autoZero"/>
        <c:auto val="1"/>
        <c:lblAlgn val="ctr"/>
        <c:lblOffset val="100"/>
        <c:noMultiLvlLbl val="0"/>
      </c:catAx>
      <c:valAx>
        <c:axId val="-1313305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304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CPU and RAM utilization (%)</a:t>
            </a:r>
          </a:p>
          <a:p>
            <a:pPr>
              <a:defRPr/>
            </a:pPr>
            <a:r>
              <a:rPr lang="en-US" sz="1400" dirty="0"/>
              <a:t>Polling rate:  0.1 </a:t>
            </a:r>
            <a:r>
              <a:rPr lang="en-US" sz="1400" dirty="0" err="1"/>
              <a:t>msg</a:t>
            </a:r>
            <a:r>
              <a:rPr lang="en-US" sz="1400" dirty="0"/>
              <a:t>/sec.</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CPU</c:v>
                </c:pt>
              </c:strCache>
            </c:strRef>
          </c:tx>
          <c:spPr>
            <a:solidFill>
              <a:schemeClr val="accent1"/>
            </a:solidFill>
            <a:ln>
              <a:noFill/>
            </a:ln>
            <a:effectLst/>
          </c:spPr>
          <c:invertIfNegative val="0"/>
          <c:cat>
            <c:numRef>
              <c:f>Sheet1!$A$2:$A$6</c:f>
              <c:numCache>
                <c:formatCode>General</c:formatCode>
                <c:ptCount val="5"/>
                <c:pt idx="0">
                  <c:v>100</c:v>
                </c:pt>
                <c:pt idx="1">
                  <c:v>200</c:v>
                </c:pt>
                <c:pt idx="2">
                  <c:v>300</c:v>
                </c:pt>
                <c:pt idx="3">
                  <c:v>400</c:v>
                </c:pt>
                <c:pt idx="4">
                  <c:v>500</c:v>
                </c:pt>
              </c:numCache>
            </c:numRef>
          </c:cat>
          <c:val>
            <c:numRef>
              <c:f>Sheet1!$B$2:$B$6</c:f>
              <c:numCache>
                <c:formatCode>General</c:formatCode>
                <c:ptCount val="5"/>
                <c:pt idx="0">
                  <c:v>22.7</c:v>
                </c:pt>
                <c:pt idx="1">
                  <c:v>26.5</c:v>
                </c:pt>
                <c:pt idx="2">
                  <c:v>27.8</c:v>
                </c:pt>
                <c:pt idx="3">
                  <c:v>30.3</c:v>
                </c:pt>
                <c:pt idx="4">
                  <c:v>34.200000000000003</c:v>
                </c:pt>
              </c:numCache>
            </c:numRef>
          </c:val>
          <c:extLst>
            <c:ext xmlns:c16="http://schemas.microsoft.com/office/drawing/2014/chart" uri="{C3380CC4-5D6E-409C-BE32-E72D297353CC}">
              <c16:uniqueId val="{00000000-890E-410A-9DBE-9BF7CD99CA67}"/>
            </c:ext>
          </c:extLst>
        </c:ser>
        <c:ser>
          <c:idx val="1"/>
          <c:order val="1"/>
          <c:tx>
            <c:strRef>
              <c:f>Sheet1!$C$1</c:f>
              <c:strCache>
                <c:ptCount val="1"/>
                <c:pt idx="0">
                  <c:v>RAM</c:v>
                </c:pt>
              </c:strCache>
            </c:strRef>
          </c:tx>
          <c:spPr>
            <a:solidFill>
              <a:schemeClr val="accent3"/>
            </a:solidFill>
            <a:ln>
              <a:noFill/>
            </a:ln>
            <a:effectLst/>
          </c:spPr>
          <c:invertIfNegative val="0"/>
          <c:cat>
            <c:numRef>
              <c:f>Sheet1!$A$2:$A$6</c:f>
              <c:numCache>
                <c:formatCode>General</c:formatCode>
                <c:ptCount val="5"/>
                <c:pt idx="0">
                  <c:v>100</c:v>
                </c:pt>
                <c:pt idx="1">
                  <c:v>200</c:v>
                </c:pt>
                <c:pt idx="2">
                  <c:v>300</c:v>
                </c:pt>
                <c:pt idx="3">
                  <c:v>400</c:v>
                </c:pt>
                <c:pt idx="4">
                  <c:v>500</c:v>
                </c:pt>
              </c:numCache>
            </c:numRef>
          </c:cat>
          <c:val>
            <c:numRef>
              <c:f>Sheet1!$C$2:$C$6</c:f>
              <c:numCache>
                <c:formatCode>General</c:formatCode>
                <c:ptCount val="5"/>
                <c:pt idx="0">
                  <c:v>47.8</c:v>
                </c:pt>
                <c:pt idx="1">
                  <c:v>51.8</c:v>
                </c:pt>
                <c:pt idx="2">
                  <c:v>53.6</c:v>
                </c:pt>
                <c:pt idx="3">
                  <c:v>56.6</c:v>
                </c:pt>
                <c:pt idx="4">
                  <c:v>58.9</c:v>
                </c:pt>
              </c:numCache>
            </c:numRef>
          </c:val>
          <c:extLst>
            <c:ext xmlns:c16="http://schemas.microsoft.com/office/drawing/2014/chart" uri="{C3380CC4-5D6E-409C-BE32-E72D297353CC}">
              <c16:uniqueId val="{00000001-890E-410A-9DBE-9BF7CD99CA67}"/>
            </c:ext>
          </c:extLst>
        </c:ser>
        <c:dLbls>
          <c:showLegendKey val="0"/>
          <c:showVal val="0"/>
          <c:showCatName val="0"/>
          <c:showSerName val="0"/>
          <c:showPercent val="0"/>
          <c:showBubbleSize val="0"/>
        </c:dLbls>
        <c:gapWidth val="219"/>
        <c:axId val="-1313295504"/>
        <c:axId val="-1313307472"/>
      </c:barChart>
      <c:catAx>
        <c:axId val="-1313295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307472"/>
        <c:crosses val="autoZero"/>
        <c:auto val="1"/>
        <c:lblAlgn val="ctr"/>
        <c:lblOffset val="100"/>
        <c:noMultiLvlLbl val="0"/>
      </c:catAx>
      <c:valAx>
        <c:axId val="-1313307472"/>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295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862" b="0" i="0" u="none" strike="noStrike" kern="1200" spc="0" baseline="0">
                <a:solidFill>
                  <a:srgbClr val="124191">
                    <a:lumMod val="65000"/>
                    <a:lumOff val="35000"/>
                  </a:srgbClr>
                </a:solidFill>
                <a:latin typeface="+mn-lt"/>
                <a:ea typeface="+mn-ea"/>
                <a:cs typeface="+mn-cs"/>
              </a:defRPr>
            </a:pPr>
            <a:r>
              <a:rPr lang="en-US" sz="1400" b="0" i="0" baseline="0" dirty="0">
                <a:effectLst/>
              </a:rPr>
              <a:t>CPU and RAM utilization (%)</a:t>
            </a:r>
            <a:endParaRPr lang="en-US" sz="1400" dirty="0">
              <a:effectLst/>
            </a:endParaRPr>
          </a:p>
          <a:p>
            <a:pPr algn="ctr" rtl="0">
              <a:defRPr>
                <a:solidFill>
                  <a:srgbClr val="124191">
                    <a:lumMod val="65000"/>
                    <a:lumOff val="35000"/>
                  </a:srgbClr>
                </a:solidFill>
              </a:defRPr>
            </a:pPr>
            <a:r>
              <a:rPr lang="en-US" sz="1400" b="0" i="0" baseline="0" dirty="0">
                <a:effectLst/>
              </a:rPr>
              <a:t>Polling rate:  0.2 </a:t>
            </a:r>
            <a:r>
              <a:rPr lang="en-US" sz="1400" b="0" i="0" baseline="0" dirty="0" err="1">
                <a:effectLst/>
              </a:rPr>
              <a:t>msg</a:t>
            </a:r>
            <a:r>
              <a:rPr lang="en-US" sz="1400" b="0" i="0" baseline="0" dirty="0">
                <a:effectLst/>
              </a:rPr>
              <a:t>/sec.</a:t>
            </a:r>
          </a:p>
        </c:rich>
      </c:tx>
      <c:overlay val="0"/>
      <c:spPr>
        <a:noFill/>
        <a:ln>
          <a:noFill/>
        </a:ln>
        <a:effectLst/>
      </c:spPr>
      <c:txPr>
        <a:bodyPr rot="0" spcFirstLastPara="1" vertOverflow="ellipsis" vert="horz" wrap="square" anchor="ctr" anchorCtr="1"/>
        <a:lstStyle/>
        <a:p>
          <a:pPr algn="ctr" rtl="0">
            <a:defRPr sz="1862" b="0" i="0" u="none" strike="noStrike" kern="1200" spc="0" baseline="0">
              <a:solidFill>
                <a:srgbClr val="124191">
                  <a:lumMod val="65000"/>
                  <a:lumOff val="35000"/>
                </a:srgb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CPU</c:v>
                </c:pt>
              </c:strCache>
            </c:strRef>
          </c:tx>
          <c:spPr>
            <a:solidFill>
              <a:schemeClr val="accent1"/>
            </a:solidFill>
            <a:ln>
              <a:noFill/>
            </a:ln>
            <a:effectLst/>
          </c:spPr>
          <c:invertIfNegative val="0"/>
          <c:cat>
            <c:numRef>
              <c:f>Sheet1!$A$2:$A$6</c:f>
              <c:numCache>
                <c:formatCode>General</c:formatCode>
                <c:ptCount val="5"/>
                <c:pt idx="0">
                  <c:v>100</c:v>
                </c:pt>
                <c:pt idx="1">
                  <c:v>200</c:v>
                </c:pt>
                <c:pt idx="2">
                  <c:v>300</c:v>
                </c:pt>
                <c:pt idx="3">
                  <c:v>400</c:v>
                </c:pt>
                <c:pt idx="4">
                  <c:v>500</c:v>
                </c:pt>
              </c:numCache>
            </c:numRef>
          </c:cat>
          <c:val>
            <c:numRef>
              <c:f>Sheet1!$B$2:$B$6</c:f>
              <c:numCache>
                <c:formatCode>General</c:formatCode>
                <c:ptCount val="5"/>
                <c:pt idx="0">
                  <c:v>23.3</c:v>
                </c:pt>
                <c:pt idx="1">
                  <c:v>25.4</c:v>
                </c:pt>
                <c:pt idx="2">
                  <c:v>28.4</c:v>
                </c:pt>
                <c:pt idx="3">
                  <c:v>30.1</c:v>
                </c:pt>
                <c:pt idx="4">
                  <c:v>33.700000000000003</c:v>
                </c:pt>
              </c:numCache>
            </c:numRef>
          </c:val>
          <c:extLst>
            <c:ext xmlns:c16="http://schemas.microsoft.com/office/drawing/2014/chart" uri="{C3380CC4-5D6E-409C-BE32-E72D297353CC}">
              <c16:uniqueId val="{00000000-8798-43F1-B81B-AC59A7FEC82D}"/>
            </c:ext>
          </c:extLst>
        </c:ser>
        <c:ser>
          <c:idx val="1"/>
          <c:order val="1"/>
          <c:tx>
            <c:strRef>
              <c:f>Sheet1!$C$1</c:f>
              <c:strCache>
                <c:ptCount val="1"/>
                <c:pt idx="0">
                  <c:v>RAM</c:v>
                </c:pt>
              </c:strCache>
            </c:strRef>
          </c:tx>
          <c:spPr>
            <a:solidFill>
              <a:schemeClr val="accent3"/>
            </a:solidFill>
            <a:ln>
              <a:noFill/>
            </a:ln>
            <a:effectLst/>
          </c:spPr>
          <c:invertIfNegative val="0"/>
          <c:cat>
            <c:numRef>
              <c:f>Sheet1!$A$2:$A$6</c:f>
              <c:numCache>
                <c:formatCode>General</c:formatCode>
                <c:ptCount val="5"/>
                <c:pt idx="0">
                  <c:v>100</c:v>
                </c:pt>
                <c:pt idx="1">
                  <c:v>200</c:v>
                </c:pt>
                <c:pt idx="2">
                  <c:v>300</c:v>
                </c:pt>
                <c:pt idx="3">
                  <c:v>400</c:v>
                </c:pt>
                <c:pt idx="4">
                  <c:v>500</c:v>
                </c:pt>
              </c:numCache>
            </c:numRef>
          </c:cat>
          <c:val>
            <c:numRef>
              <c:f>Sheet1!$C$2:$C$6</c:f>
              <c:numCache>
                <c:formatCode>General</c:formatCode>
                <c:ptCount val="5"/>
                <c:pt idx="0">
                  <c:v>47.9</c:v>
                </c:pt>
                <c:pt idx="1">
                  <c:v>50.8</c:v>
                </c:pt>
                <c:pt idx="2">
                  <c:v>52.6</c:v>
                </c:pt>
                <c:pt idx="3">
                  <c:v>55.4</c:v>
                </c:pt>
                <c:pt idx="4">
                  <c:v>58.7</c:v>
                </c:pt>
              </c:numCache>
            </c:numRef>
          </c:val>
          <c:extLst>
            <c:ext xmlns:c16="http://schemas.microsoft.com/office/drawing/2014/chart" uri="{C3380CC4-5D6E-409C-BE32-E72D297353CC}">
              <c16:uniqueId val="{00000003-8798-43F1-B81B-AC59A7FEC82D}"/>
            </c:ext>
          </c:extLst>
        </c:ser>
        <c:dLbls>
          <c:showLegendKey val="0"/>
          <c:showVal val="0"/>
          <c:showCatName val="0"/>
          <c:showSerName val="0"/>
          <c:showPercent val="0"/>
          <c:showBubbleSize val="0"/>
        </c:dLbls>
        <c:gapWidth val="219"/>
        <c:overlap val="-27"/>
        <c:axId val="-1313299312"/>
        <c:axId val="-1313303664"/>
      </c:barChart>
      <c:catAx>
        <c:axId val="-131329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303664"/>
        <c:crosses val="autoZero"/>
        <c:auto val="1"/>
        <c:lblAlgn val="ctr"/>
        <c:lblOffset val="100"/>
        <c:noMultiLvlLbl val="0"/>
      </c:catAx>
      <c:valAx>
        <c:axId val="-1313303664"/>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299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0" i="0" baseline="0" dirty="0">
                <a:effectLst/>
              </a:rPr>
              <a:t>CPU and RAM utilization (%)</a:t>
            </a:r>
            <a:endParaRPr lang="en-US" sz="1400" dirty="0">
              <a:effectLst/>
            </a:endParaRPr>
          </a:p>
          <a:p>
            <a:pPr>
              <a:defRPr/>
            </a:pPr>
            <a:r>
              <a:rPr lang="en-US" sz="1400" b="0" i="0" baseline="0" dirty="0">
                <a:effectLst/>
              </a:rPr>
              <a:t>Polling rate:  1 </a:t>
            </a:r>
            <a:r>
              <a:rPr lang="en-US" sz="1400" b="0" i="0" baseline="0" dirty="0" err="1">
                <a:effectLst/>
              </a:rPr>
              <a:t>msg</a:t>
            </a:r>
            <a:r>
              <a:rPr lang="en-US" sz="1400" b="0" i="0" baseline="0" dirty="0">
                <a:effectLst/>
              </a:rPr>
              <a:t>/sec.</a:t>
            </a:r>
            <a:endParaRPr lang="en-US" sz="1400" dirty="0">
              <a:effectLst/>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CPU</c:v>
                </c:pt>
              </c:strCache>
            </c:strRef>
          </c:tx>
          <c:spPr>
            <a:solidFill>
              <a:schemeClr val="accent1"/>
            </a:solidFill>
            <a:ln>
              <a:noFill/>
            </a:ln>
            <a:effectLst/>
          </c:spPr>
          <c:invertIfNegative val="0"/>
          <c:cat>
            <c:numRef>
              <c:f>Sheet1!$A$2:$A$6</c:f>
              <c:numCache>
                <c:formatCode>General</c:formatCode>
                <c:ptCount val="5"/>
                <c:pt idx="0">
                  <c:v>100</c:v>
                </c:pt>
                <c:pt idx="1">
                  <c:v>200</c:v>
                </c:pt>
                <c:pt idx="2">
                  <c:v>300</c:v>
                </c:pt>
                <c:pt idx="3">
                  <c:v>400</c:v>
                </c:pt>
                <c:pt idx="4">
                  <c:v>500</c:v>
                </c:pt>
              </c:numCache>
            </c:numRef>
          </c:cat>
          <c:val>
            <c:numRef>
              <c:f>Sheet1!$B$2:$B$6</c:f>
              <c:numCache>
                <c:formatCode>General</c:formatCode>
                <c:ptCount val="5"/>
                <c:pt idx="0">
                  <c:v>38.6</c:v>
                </c:pt>
                <c:pt idx="1">
                  <c:v>41.5</c:v>
                </c:pt>
                <c:pt idx="2">
                  <c:v>44.2</c:v>
                </c:pt>
                <c:pt idx="3">
                  <c:v>45.5</c:v>
                </c:pt>
                <c:pt idx="4">
                  <c:v>51.6</c:v>
                </c:pt>
              </c:numCache>
            </c:numRef>
          </c:val>
          <c:extLst>
            <c:ext xmlns:c16="http://schemas.microsoft.com/office/drawing/2014/chart" uri="{C3380CC4-5D6E-409C-BE32-E72D297353CC}">
              <c16:uniqueId val="{00000000-9C63-45E2-85D1-C3645008EC84}"/>
            </c:ext>
          </c:extLst>
        </c:ser>
        <c:ser>
          <c:idx val="1"/>
          <c:order val="1"/>
          <c:tx>
            <c:strRef>
              <c:f>Sheet1!$C$1</c:f>
              <c:strCache>
                <c:ptCount val="1"/>
                <c:pt idx="0">
                  <c:v>RAM</c:v>
                </c:pt>
              </c:strCache>
            </c:strRef>
          </c:tx>
          <c:spPr>
            <a:solidFill>
              <a:schemeClr val="accent3"/>
            </a:solidFill>
            <a:ln>
              <a:noFill/>
            </a:ln>
            <a:effectLst/>
          </c:spPr>
          <c:invertIfNegative val="0"/>
          <c:cat>
            <c:numRef>
              <c:f>Sheet1!$A$2:$A$6</c:f>
              <c:numCache>
                <c:formatCode>General</c:formatCode>
                <c:ptCount val="5"/>
                <c:pt idx="0">
                  <c:v>100</c:v>
                </c:pt>
                <c:pt idx="1">
                  <c:v>200</c:v>
                </c:pt>
                <c:pt idx="2">
                  <c:v>300</c:v>
                </c:pt>
                <c:pt idx="3">
                  <c:v>400</c:v>
                </c:pt>
                <c:pt idx="4">
                  <c:v>500</c:v>
                </c:pt>
              </c:numCache>
            </c:numRef>
          </c:cat>
          <c:val>
            <c:numRef>
              <c:f>Sheet1!$C$2:$C$6</c:f>
              <c:numCache>
                <c:formatCode>General</c:formatCode>
                <c:ptCount val="5"/>
                <c:pt idx="0">
                  <c:v>49.3</c:v>
                </c:pt>
                <c:pt idx="1">
                  <c:v>51</c:v>
                </c:pt>
                <c:pt idx="2">
                  <c:v>54.6</c:v>
                </c:pt>
                <c:pt idx="3">
                  <c:v>56.2</c:v>
                </c:pt>
                <c:pt idx="4">
                  <c:v>60.7</c:v>
                </c:pt>
              </c:numCache>
            </c:numRef>
          </c:val>
          <c:extLst>
            <c:ext xmlns:c16="http://schemas.microsoft.com/office/drawing/2014/chart" uri="{C3380CC4-5D6E-409C-BE32-E72D297353CC}">
              <c16:uniqueId val="{00000001-9C63-45E2-85D1-C3645008EC84}"/>
            </c:ext>
          </c:extLst>
        </c:ser>
        <c:dLbls>
          <c:showLegendKey val="0"/>
          <c:showVal val="0"/>
          <c:showCatName val="0"/>
          <c:showSerName val="0"/>
          <c:showPercent val="0"/>
          <c:showBubbleSize val="0"/>
        </c:dLbls>
        <c:gapWidth val="219"/>
        <c:overlap val="-27"/>
        <c:axId val="-1313293872"/>
        <c:axId val="-1313297680"/>
      </c:barChart>
      <c:catAx>
        <c:axId val="-1313293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297680"/>
        <c:crosses val="autoZero"/>
        <c:auto val="1"/>
        <c:lblAlgn val="ctr"/>
        <c:lblOffset val="100"/>
        <c:noMultiLvlLbl val="0"/>
      </c:catAx>
      <c:valAx>
        <c:axId val="-1313297680"/>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2938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4284" cy="495300"/>
          </a:xfrm>
          <a:prstGeom prst="rect">
            <a:avLst/>
          </a:prstGeom>
        </p:spPr>
        <p:txBody>
          <a:bodyPr vert="horz" lIns="91131" tIns="45567" rIns="91131" bIns="45567"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sz="quarter" idx="1"/>
          </p:nvPr>
        </p:nvSpPr>
        <p:spPr>
          <a:xfrm>
            <a:off x="3848645" y="1"/>
            <a:ext cx="2944284" cy="495300"/>
          </a:xfrm>
          <a:prstGeom prst="rect">
            <a:avLst/>
          </a:prstGeom>
        </p:spPr>
        <p:txBody>
          <a:bodyPr vert="horz" lIns="91131" tIns="45567" rIns="91131" bIns="45567" rtlCol="0"/>
          <a:lstStyle>
            <a:lvl1pPr algn="r" fontAlgn="auto">
              <a:spcBef>
                <a:spcPts val="0"/>
              </a:spcBef>
              <a:spcAft>
                <a:spcPts val="0"/>
              </a:spcAft>
              <a:defRPr sz="1200">
                <a:latin typeface="+mn-lt"/>
                <a:ea typeface="+mn-ea"/>
                <a:cs typeface="+mn-cs"/>
              </a:defRPr>
            </a:lvl1pPr>
          </a:lstStyle>
          <a:p>
            <a:pPr>
              <a:defRPr/>
            </a:pPr>
            <a:fld id="{E3A1A956-FBA6-4D44-9717-88B588F88EA2}" type="datetimeFigureOut">
              <a:rPr lang="en-US"/>
              <a:pPr>
                <a:defRPr/>
              </a:pPr>
              <a:t>4/17/2018</a:t>
            </a:fld>
            <a:endParaRPr lang="en-US" dirty="0"/>
          </a:p>
        </p:txBody>
      </p:sp>
      <p:sp>
        <p:nvSpPr>
          <p:cNvPr id="4" name="Footer Placeholder 3"/>
          <p:cNvSpPr>
            <a:spLocks noGrp="1"/>
          </p:cNvSpPr>
          <p:nvPr>
            <p:ph type="ftr" sz="quarter" idx="2"/>
          </p:nvPr>
        </p:nvSpPr>
        <p:spPr>
          <a:xfrm>
            <a:off x="0" y="9408983"/>
            <a:ext cx="2944284" cy="495300"/>
          </a:xfrm>
          <a:prstGeom prst="rect">
            <a:avLst/>
          </a:prstGeom>
        </p:spPr>
        <p:txBody>
          <a:bodyPr vert="horz" lIns="91131" tIns="45567" rIns="91131" bIns="45567"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5" name="Slide Number Placeholder 4"/>
          <p:cNvSpPr>
            <a:spLocks noGrp="1"/>
          </p:cNvSpPr>
          <p:nvPr>
            <p:ph type="sldNum" sz="quarter" idx="3"/>
          </p:nvPr>
        </p:nvSpPr>
        <p:spPr>
          <a:xfrm>
            <a:off x="3848645" y="9408983"/>
            <a:ext cx="2944284" cy="495300"/>
          </a:xfrm>
          <a:prstGeom prst="rect">
            <a:avLst/>
          </a:prstGeom>
        </p:spPr>
        <p:txBody>
          <a:bodyPr vert="horz" lIns="91131" tIns="45567" rIns="91131" bIns="45567" rtlCol="0" anchor="b"/>
          <a:lstStyle>
            <a:lvl1pPr algn="r" fontAlgn="auto">
              <a:spcBef>
                <a:spcPts val="0"/>
              </a:spcBef>
              <a:spcAft>
                <a:spcPts val="0"/>
              </a:spcAft>
              <a:defRPr sz="1200">
                <a:latin typeface="+mn-lt"/>
                <a:ea typeface="+mn-ea"/>
                <a:cs typeface="+mn-cs"/>
              </a:defRPr>
            </a:lvl1pPr>
          </a:lstStyle>
          <a:p>
            <a:pPr>
              <a:defRPr/>
            </a:pPr>
            <a:fld id="{6EB7DA75-3119-461F-BBD9-15CADFA283A7}" type="slidenum">
              <a:rPr lang="en-US"/>
              <a:pPr>
                <a:defRPr/>
              </a:pPr>
              <a:t>‹#›</a:t>
            </a:fld>
            <a:endParaRPr lang="en-US" dirty="0"/>
          </a:p>
        </p:txBody>
      </p:sp>
    </p:spTree>
    <p:extLst>
      <p:ext uri="{BB962C8B-B14F-4D97-AF65-F5344CB8AC3E}">
        <p14:creationId xmlns:p14="http://schemas.microsoft.com/office/powerpoint/2010/main" val="38675986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4284" cy="495300"/>
          </a:xfrm>
          <a:prstGeom prst="rect">
            <a:avLst/>
          </a:prstGeom>
        </p:spPr>
        <p:txBody>
          <a:bodyPr vert="horz" lIns="91131" tIns="45567" rIns="91131" bIns="45567"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48645" y="1"/>
            <a:ext cx="2944284" cy="495300"/>
          </a:xfrm>
          <a:prstGeom prst="rect">
            <a:avLst/>
          </a:prstGeom>
        </p:spPr>
        <p:txBody>
          <a:bodyPr vert="horz" lIns="91131" tIns="45567" rIns="91131" bIns="45567" rtlCol="0"/>
          <a:lstStyle>
            <a:lvl1pPr algn="r" fontAlgn="auto">
              <a:spcBef>
                <a:spcPts val="0"/>
              </a:spcBef>
              <a:spcAft>
                <a:spcPts val="0"/>
              </a:spcAft>
              <a:defRPr sz="1200">
                <a:latin typeface="+mn-lt"/>
                <a:ea typeface="+mn-ea"/>
                <a:cs typeface="+mn-cs"/>
              </a:defRPr>
            </a:lvl1pPr>
          </a:lstStyle>
          <a:p>
            <a:pPr>
              <a:defRPr/>
            </a:pPr>
            <a:fld id="{32CF6B7E-5EE0-4686-A335-20EF82FA6D28}" type="datetimeFigureOut">
              <a:rPr lang="en-US"/>
              <a:pPr>
                <a:defRPr/>
              </a:pPr>
              <a:t>4/17/2018</a:t>
            </a:fld>
            <a:endParaRPr lang="en-US" dirty="0"/>
          </a:p>
        </p:txBody>
      </p:sp>
      <p:sp>
        <p:nvSpPr>
          <p:cNvPr id="4" name="Slide Image Placeholder 3"/>
          <p:cNvSpPr>
            <a:spLocks noGrp="1" noRot="1" noChangeAspect="1"/>
          </p:cNvSpPr>
          <p:nvPr>
            <p:ph type="sldImg" idx="2"/>
          </p:nvPr>
        </p:nvSpPr>
        <p:spPr>
          <a:xfrm>
            <a:off x="95250" y="742950"/>
            <a:ext cx="6604000" cy="3714750"/>
          </a:xfrm>
          <a:prstGeom prst="rect">
            <a:avLst/>
          </a:prstGeom>
          <a:noFill/>
          <a:ln w="12700">
            <a:solidFill>
              <a:prstClr val="black"/>
            </a:solidFill>
          </a:ln>
        </p:spPr>
        <p:txBody>
          <a:bodyPr vert="horz" lIns="91131" tIns="45567" rIns="91131" bIns="45567" rtlCol="0" anchor="ctr"/>
          <a:lstStyle/>
          <a:p>
            <a:pPr lvl="0"/>
            <a:endParaRPr lang="en-US" noProof="0" dirty="0"/>
          </a:p>
        </p:txBody>
      </p:sp>
      <p:sp>
        <p:nvSpPr>
          <p:cNvPr id="5" name="Notes Placeholder 4"/>
          <p:cNvSpPr>
            <a:spLocks noGrp="1"/>
          </p:cNvSpPr>
          <p:nvPr>
            <p:ph type="body" sz="quarter" idx="3"/>
          </p:nvPr>
        </p:nvSpPr>
        <p:spPr>
          <a:xfrm>
            <a:off x="679450" y="4705351"/>
            <a:ext cx="5435600" cy="4457700"/>
          </a:xfrm>
          <a:prstGeom prst="rect">
            <a:avLst/>
          </a:prstGeom>
        </p:spPr>
        <p:txBody>
          <a:bodyPr vert="horz" wrap="square" lIns="91131" tIns="45567" rIns="91131" bIns="45567"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Footer Placeholder 5"/>
          <p:cNvSpPr>
            <a:spLocks noGrp="1"/>
          </p:cNvSpPr>
          <p:nvPr>
            <p:ph type="ftr" sz="quarter" idx="4"/>
          </p:nvPr>
        </p:nvSpPr>
        <p:spPr>
          <a:xfrm>
            <a:off x="0" y="9408983"/>
            <a:ext cx="2944284" cy="495300"/>
          </a:xfrm>
          <a:prstGeom prst="rect">
            <a:avLst/>
          </a:prstGeom>
        </p:spPr>
        <p:txBody>
          <a:bodyPr vert="horz" lIns="91131" tIns="45567" rIns="91131" bIns="45567"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48645" y="9408983"/>
            <a:ext cx="2944284" cy="495300"/>
          </a:xfrm>
          <a:prstGeom prst="rect">
            <a:avLst/>
          </a:prstGeom>
        </p:spPr>
        <p:txBody>
          <a:bodyPr vert="horz" lIns="91131" tIns="45567" rIns="91131" bIns="45567" rtlCol="0" anchor="b"/>
          <a:lstStyle>
            <a:lvl1pPr algn="r" fontAlgn="auto">
              <a:spcBef>
                <a:spcPts val="0"/>
              </a:spcBef>
              <a:spcAft>
                <a:spcPts val="0"/>
              </a:spcAft>
              <a:defRPr sz="1200">
                <a:latin typeface="+mn-lt"/>
                <a:ea typeface="+mn-ea"/>
                <a:cs typeface="+mn-cs"/>
              </a:defRPr>
            </a:lvl1pPr>
          </a:lstStyle>
          <a:p>
            <a:pPr>
              <a:defRPr/>
            </a:pPr>
            <a:fld id="{26C2616F-011D-47B3-A2C1-4E16F11993E6}" type="slidenum">
              <a:rPr lang="en-US"/>
              <a:pPr>
                <a:defRPr/>
              </a:pPr>
              <a:t>‹#›</a:t>
            </a:fld>
            <a:endParaRPr lang="en-US" dirty="0"/>
          </a:p>
        </p:txBody>
      </p:sp>
    </p:spTree>
    <p:extLst>
      <p:ext uri="{BB962C8B-B14F-4D97-AF65-F5344CB8AC3E}">
        <p14:creationId xmlns:p14="http://schemas.microsoft.com/office/powerpoint/2010/main" val="977992471"/>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ヒラギノ角ゴ Pro W3" charset="0"/>
        <a:cs typeface="ヒラギノ角ゴ Pro W3" charset="0"/>
      </a:defRPr>
    </a:lvl1pPr>
    <a:lvl2pPr marL="457200" algn="l" defTabSz="457200" rtl="0" eaLnBrk="0" fontAlgn="base" hangingPunct="0">
      <a:spcBef>
        <a:spcPct val="30000"/>
      </a:spcBef>
      <a:spcAft>
        <a:spcPct val="0"/>
      </a:spcAft>
      <a:defRPr sz="1200" kern="1200">
        <a:solidFill>
          <a:schemeClr val="tx1"/>
        </a:solidFill>
        <a:latin typeface="+mn-lt"/>
        <a:ea typeface="ヒラギノ角ゴ Pro W3" charset="0"/>
        <a:cs typeface="ヒラギノ角ゴ Pro W3"/>
      </a:defRPr>
    </a:lvl2pPr>
    <a:lvl3pPr marL="914400" algn="l" defTabSz="457200" rtl="0" eaLnBrk="0" fontAlgn="base" hangingPunct="0">
      <a:spcBef>
        <a:spcPct val="30000"/>
      </a:spcBef>
      <a:spcAft>
        <a:spcPct val="0"/>
      </a:spcAft>
      <a:defRPr sz="1200" kern="1200">
        <a:solidFill>
          <a:schemeClr val="tx1"/>
        </a:solidFill>
        <a:latin typeface="+mn-lt"/>
        <a:ea typeface="ヒラギノ角ゴ Pro W3" charset="0"/>
        <a:cs typeface="ヒラギノ角ゴ Pro W3"/>
      </a:defRPr>
    </a:lvl3pPr>
    <a:lvl4pPr marL="1371600" algn="l" defTabSz="457200" rtl="0" eaLnBrk="0" fontAlgn="base" hangingPunct="0">
      <a:spcBef>
        <a:spcPct val="30000"/>
      </a:spcBef>
      <a:spcAft>
        <a:spcPct val="0"/>
      </a:spcAft>
      <a:defRPr sz="1200" kern="1200">
        <a:solidFill>
          <a:schemeClr val="tx1"/>
        </a:solidFill>
        <a:latin typeface="+mn-lt"/>
        <a:ea typeface="ヒラギノ角ゴ Pro W3" charset="0"/>
        <a:cs typeface="ヒラギノ角ゴ Pro W3"/>
      </a:defRPr>
    </a:lvl4pPr>
    <a:lvl5pPr marL="1828800" algn="l" defTabSz="457200" rtl="0" eaLnBrk="0" fontAlgn="base" hangingPunct="0">
      <a:spcBef>
        <a:spcPct val="30000"/>
      </a:spcBef>
      <a:spcAft>
        <a:spcPct val="0"/>
      </a:spcAft>
      <a:defRPr sz="1200" kern="1200">
        <a:solidFill>
          <a:schemeClr val="tx1"/>
        </a:solidFill>
        <a:latin typeface="+mn-lt"/>
        <a:ea typeface="ヒラギノ角ゴ Pro W3" charset="0"/>
        <a:cs typeface="ヒラギノ角ゴ Pro W3"/>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dirty="0"/>
              <a:t>*****A NETCONF session is the logical connection between a network administrator or network configuration application (the client) and a network device (the server)</a:t>
            </a:r>
          </a:p>
          <a:p>
            <a:pPr marL="0" marR="0" lvl="0" indent="0" algn="l" defTabSz="457200" rtl="0" eaLnBrk="0" fontAlgn="base" latinLnBrk="0" hangingPunct="0">
              <a:lnSpc>
                <a:spcPct val="100000"/>
              </a:lnSpc>
              <a:spcBef>
                <a:spcPct val="30000"/>
              </a:spcBef>
              <a:spcAft>
                <a:spcPct val="0"/>
              </a:spcAft>
              <a:buClrTx/>
              <a:buSzTx/>
              <a:buFontTx/>
              <a:buNone/>
              <a:tabLst/>
              <a:defRPr/>
            </a:pPr>
            <a:r>
              <a:rPr lang="en-US" dirty="0"/>
              <a:t>A client encodes an RPC in XML and sends it to a server using a secure, connection-oriented session.  The server responds with a reply encoded in XML.  The contents of both the request and the response are fully described in XML DTDs or XML schemas, or both, allowing both parties to recognize the syntax constraints imposed on the exchange.*****</a:t>
            </a:r>
          </a:p>
          <a:p>
            <a:endParaRPr lang="en-US" dirty="0"/>
          </a:p>
          <a:p>
            <a:r>
              <a:rPr lang="en-US" dirty="0"/>
              <a:t>[BRIDGE]</a:t>
            </a:r>
          </a:p>
          <a:p>
            <a:r>
              <a:rPr lang="en-US" dirty="0"/>
              <a:t>We performed two experiments on ONOS.</a:t>
            </a:r>
          </a:p>
          <a:p>
            <a:r>
              <a:rPr lang="en-US" dirty="0"/>
              <a:t>The first experiment is to evaluate the NETCONF connection establishment time between ONOS and NETCONF network devices.</a:t>
            </a:r>
          </a:p>
          <a:p>
            <a:r>
              <a:rPr lang="en-US" dirty="0"/>
              <a:t>The second one observes the CPU and memory utilization of ONOS when it retrieves the configuration between different interval through the NETCONF GET operation.</a:t>
            </a:r>
          </a:p>
          <a:p>
            <a:endParaRPr lang="en-US" dirty="0"/>
          </a:p>
        </p:txBody>
      </p:sp>
      <p:sp>
        <p:nvSpPr>
          <p:cNvPr id="4" name="Slide Number Placeholder 3"/>
          <p:cNvSpPr>
            <a:spLocks noGrp="1"/>
          </p:cNvSpPr>
          <p:nvPr>
            <p:ph type="sldNum" sz="quarter" idx="10"/>
          </p:nvPr>
        </p:nvSpPr>
        <p:spPr/>
        <p:txBody>
          <a:bodyPr/>
          <a:lstStyle/>
          <a:p>
            <a:pPr>
              <a:defRPr/>
            </a:pPr>
            <a:fld id="{26C2616F-011D-47B3-A2C1-4E16F11993E6}" type="slidenum">
              <a:rPr lang="en-US" smtClean="0"/>
              <a:pPr>
                <a:defRPr/>
              </a:pPr>
              <a:t>2</a:t>
            </a:fld>
            <a:endParaRPr lang="en-US" dirty="0"/>
          </a:p>
        </p:txBody>
      </p:sp>
    </p:spTree>
    <p:extLst>
      <p:ext uri="{BB962C8B-B14F-4D97-AF65-F5344CB8AC3E}">
        <p14:creationId xmlns:p14="http://schemas.microsoft.com/office/powerpoint/2010/main" val="1753393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test-bed has two parts the control plane and data plane.</a:t>
            </a:r>
          </a:p>
          <a:p>
            <a:r>
              <a:rPr lang="en-US" dirty="0"/>
              <a:t>On the control plane, ONOS controller runs on a machine. </a:t>
            </a:r>
          </a:p>
          <a:p>
            <a:r>
              <a:rPr lang="en-US" dirty="0"/>
              <a:t>On the data plane, multiple NETCONF devices are emulated by LINC switches, which is a software written in Erlang functioning language. Each LINC switch is </a:t>
            </a:r>
            <a:r>
              <a:rPr lang="en-US" dirty="0" err="1"/>
              <a:t>dockerized</a:t>
            </a:r>
            <a:r>
              <a:rPr lang="en-US" dirty="0"/>
              <a:t> in a Docker container so that it can be easy to be deployed on another machine.</a:t>
            </a:r>
          </a:p>
        </p:txBody>
      </p:sp>
      <p:sp>
        <p:nvSpPr>
          <p:cNvPr id="4" name="Slide Number Placeholder 3"/>
          <p:cNvSpPr>
            <a:spLocks noGrp="1"/>
          </p:cNvSpPr>
          <p:nvPr>
            <p:ph type="sldNum" sz="quarter" idx="10"/>
          </p:nvPr>
        </p:nvSpPr>
        <p:spPr/>
        <p:txBody>
          <a:bodyPr/>
          <a:lstStyle/>
          <a:p>
            <a:pPr>
              <a:defRPr/>
            </a:pPr>
            <a:fld id="{26C2616F-011D-47B3-A2C1-4E16F11993E6}" type="slidenum">
              <a:rPr lang="en-US" smtClean="0"/>
              <a:pPr>
                <a:defRPr/>
              </a:pPr>
              <a:t>3</a:t>
            </a:fld>
            <a:endParaRPr lang="en-US" dirty="0"/>
          </a:p>
        </p:txBody>
      </p:sp>
    </p:spTree>
    <p:extLst>
      <p:ext uri="{BB962C8B-B14F-4D97-AF65-F5344CB8AC3E}">
        <p14:creationId xmlns:p14="http://schemas.microsoft.com/office/powerpoint/2010/main" val="2681442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interested in the performance of ONOS with the minimum specification of 2 CPU and 2 GB of RAM</a:t>
            </a:r>
          </a:p>
        </p:txBody>
      </p:sp>
      <p:sp>
        <p:nvSpPr>
          <p:cNvPr id="4" name="Slide Number Placeholder 3"/>
          <p:cNvSpPr>
            <a:spLocks noGrp="1"/>
          </p:cNvSpPr>
          <p:nvPr>
            <p:ph type="sldNum" sz="quarter" idx="10"/>
          </p:nvPr>
        </p:nvSpPr>
        <p:spPr/>
        <p:txBody>
          <a:bodyPr/>
          <a:lstStyle/>
          <a:p>
            <a:pPr>
              <a:defRPr/>
            </a:pPr>
            <a:fld id="{26C2616F-011D-47B3-A2C1-4E16F11993E6}" type="slidenum">
              <a:rPr lang="en-US" smtClean="0"/>
              <a:pPr>
                <a:defRPr/>
              </a:pPr>
              <a:t>4</a:t>
            </a:fld>
            <a:endParaRPr lang="en-US" dirty="0"/>
          </a:p>
        </p:txBody>
      </p:sp>
    </p:spTree>
    <p:extLst>
      <p:ext uri="{BB962C8B-B14F-4D97-AF65-F5344CB8AC3E}">
        <p14:creationId xmlns:p14="http://schemas.microsoft.com/office/powerpoint/2010/main" val="300731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perform the first test to calculate the establishment time of NETCONF connections with a given number of network devices.</a:t>
            </a:r>
          </a:p>
          <a:p>
            <a:pPr marL="228600" indent="-228600">
              <a:buAutoNum type="arabicPeriod"/>
            </a:pPr>
            <a:r>
              <a:rPr lang="en-US" dirty="0"/>
              <a:t>Configure the IP address and port of network devices</a:t>
            </a:r>
          </a:p>
          <a:p>
            <a:pPr marL="0" indent="0">
              <a:buNone/>
            </a:pPr>
            <a:r>
              <a:rPr lang="en-US" dirty="0"/>
              <a:t>3. The configuration file in </a:t>
            </a:r>
            <a:r>
              <a:rPr lang="en-US" dirty="0" err="1"/>
              <a:t>json</a:t>
            </a:r>
            <a:r>
              <a:rPr lang="en-US" dirty="0"/>
              <a:t> format which specifies the ID, IP address, ports and other parameters of network devices.</a:t>
            </a:r>
          </a:p>
          <a:p>
            <a:pPr marL="0" indent="0">
              <a:buNone/>
            </a:pPr>
            <a:r>
              <a:rPr lang="en-US" dirty="0"/>
              <a:t>4. The connection establishment time is calculated from the time the configuration file is uploaded to the time the last device is connected to ONOS</a:t>
            </a:r>
          </a:p>
        </p:txBody>
      </p:sp>
      <p:sp>
        <p:nvSpPr>
          <p:cNvPr id="4" name="Slide Number Placeholder 3"/>
          <p:cNvSpPr>
            <a:spLocks noGrp="1"/>
          </p:cNvSpPr>
          <p:nvPr>
            <p:ph type="sldNum" sz="quarter" idx="10"/>
          </p:nvPr>
        </p:nvSpPr>
        <p:spPr/>
        <p:txBody>
          <a:bodyPr/>
          <a:lstStyle/>
          <a:p>
            <a:pPr>
              <a:defRPr/>
            </a:pPr>
            <a:fld id="{26C2616F-011D-47B3-A2C1-4E16F11993E6}" type="slidenum">
              <a:rPr lang="en-US" smtClean="0"/>
              <a:pPr>
                <a:defRPr/>
              </a:pPr>
              <a:t>5</a:t>
            </a:fld>
            <a:endParaRPr lang="en-US" dirty="0"/>
          </a:p>
        </p:txBody>
      </p:sp>
    </p:spTree>
    <p:extLst>
      <p:ext uri="{BB962C8B-B14F-4D97-AF65-F5344CB8AC3E}">
        <p14:creationId xmlns:p14="http://schemas.microsoft.com/office/powerpoint/2010/main" val="42337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all devices are successfully connected to ONOS, they will appear on the Web GUI like this.</a:t>
            </a:r>
          </a:p>
        </p:txBody>
      </p:sp>
      <p:sp>
        <p:nvSpPr>
          <p:cNvPr id="4" name="Slide Number Placeholder 3"/>
          <p:cNvSpPr>
            <a:spLocks noGrp="1"/>
          </p:cNvSpPr>
          <p:nvPr>
            <p:ph type="sldNum" sz="quarter" idx="10"/>
          </p:nvPr>
        </p:nvSpPr>
        <p:spPr/>
        <p:txBody>
          <a:bodyPr/>
          <a:lstStyle/>
          <a:p>
            <a:pPr>
              <a:defRPr/>
            </a:pPr>
            <a:fld id="{26C2616F-011D-47B3-A2C1-4E16F11993E6}" type="slidenum">
              <a:rPr lang="en-US" smtClean="0"/>
              <a:pPr>
                <a:defRPr/>
              </a:pPr>
              <a:t>7</a:t>
            </a:fld>
            <a:endParaRPr lang="en-US" dirty="0"/>
          </a:p>
        </p:txBody>
      </p:sp>
    </p:spTree>
    <p:extLst>
      <p:ext uri="{BB962C8B-B14F-4D97-AF65-F5344CB8AC3E}">
        <p14:creationId xmlns:p14="http://schemas.microsoft.com/office/powerpoint/2010/main" val="2240707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connection establishment time is linearly increase with the number of devices</a:t>
            </a:r>
          </a:p>
        </p:txBody>
      </p:sp>
      <p:sp>
        <p:nvSpPr>
          <p:cNvPr id="4" name="Slide Number Placeholder 3"/>
          <p:cNvSpPr>
            <a:spLocks noGrp="1"/>
          </p:cNvSpPr>
          <p:nvPr>
            <p:ph type="sldNum" sz="quarter" idx="10"/>
          </p:nvPr>
        </p:nvSpPr>
        <p:spPr/>
        <p:txBody>
          <a:bodyPr/>
          <a:lstStyle/>
          <a:p>
            <a:pPr>
              <a:defRPr/>
            </a:pPr>
            <a:fld id="{26C2616F-011D-47B3-A2C1-4E16F11993E6}" type="slidenum">
              <a:rPr lang="en-US" smtClean="0"/>
              <a:pPr>
                <a:defRPr/>
              </a:pPr>
              <a:t>8</a:t>
            </a:fld>
            <a:endParaRPr lang="en-US" dirty="0"/>
          </a:p>
        </p:txBody>
      </p:sp>
    </p:spTree>
    <p:extLst>
      <p:ext uri="{BB962C8B-B14F-4D97-AF65-F5344CB8AC3E}">
        <p14:creationId xmlns:p14="http://schemas.microsoft.com/office/powerpoint/2010/main" val="1991995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modified the codes so that we can send the </a:t>
            </a:r>
            <a:r>
              <a:rPr lang="en-US" dirty="0" err="1"/>
              <a:t>netconf</a:t>
            </a:r>
            <a:r>
              <a:rPr lang="en-US" dirty="0"/>
              <a:t>-get command automatically and simultaneously to all devices.</a:t>
            </a:r>
          </a:p>
        </p:txBody>
      </p:sp>
      <p:sp>
        <p:nvSpPr>
          <p:cNvPr id="4" name="Slide Number Placeholder 3"/>
          <p:cNvSpPr>
            <a:spLocks noGrp="1"/>
          </p:cNvSpPr>
          <p:nvPr>
            <p:ph type="sldNum" sz="quarter" idx="10"/>
          </p:nvPr>
        </p:nvSpPr>
        <p:spPr/>
        <p:txBody>
          <a:bodyPr/>
          <a:lstStyle/>
          <a:p>
            <a:pPr>
              <a:defRPr/>
            </a:pPr>
            <a:fld id="{26C2616F-011D-47B3-A2C1-4E16F11993E6}" type="slidenum">
              <a:rPr lang="en-US" smtClean="0"/>
              <a:pPr>
                <a:defRPr/>
              </a:pPr>
              <a:t>10</a:t>
            </a:fld>
            <a:endParaRPr lang="en-US" dirty="0"/>
          </a:p>
        </p:txBody>
      </p:sp>
    </p:spTree>
    <p:extLst>
      <p:ext uri="{BB962C8B-B14F-4D97-AF65-F5344CB8AC3E}">
        <p14:creationId xmlns:p14="http://schemas.microsoft.com/office/powerpoint/2010/main" val="2552260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okia White 0">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8"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3"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okia White 1">
    <p:spTree>
      <p:nvGrpSpPr>
        <p:cNvPr id="1" name=""/>
        <p:cNvGrpSpPr/>
        <p:nvPr/>
      </p:nvGrpSpPr>
      <p:grpSpPr>
        <a:xfrm>
          <a:off x="0" y="0"/>
          <a:ext cx="0" cy="0"/>
          <a:chOff x="0" y="0"/>
          <a:chExt cx="0" cy="0"/>
        </a:xfrm>
      </p:grpSpPr>
      <p:sp>
        <p:nvSpPr>
          <p:cNvPr id="8" name="Text Placeholder 10"/>
          <p:cNvSpPr>
            <a:spLocks noGrp="1"/>
          </p:cNvSpPr>
          <p:nvPr>
            <p:ph type="body" sz="quarter" idx="16"/>
          </p:nvPr>
        </p:nvSpPr>
        <p:spPr>
          <a:xfrm>
            <a:off x="417598" y="1080000"/>
            <a:ext cx="83088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fr-FR"/>
              <a:t>Cliquez pour modifier les styles du texte du masque</a:t>
            </a:r>
          </a:p>
        </p:txBody>
      </p:sp>
      <p:sp>
        <p:nvSpPr>
          <p:cNvPr id="6"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10"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1"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Nokia White 1">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418118" y="1080000"/>
            <a:ext cx="8308800" cy="3560400"/>
          </a:xfrm>
          <a:prstGeom prst="rect">
            <a:avLst/>
          </a:prstGeom>
        </p:spPr>
        <p:txBody>
          <a:bodyPr lIns="0" tIns="0" rIns="0" bIns="0"/>
          <a:lstStyle>
            <a:lvl1pPr algn="l">
              <a:defRPr sz="1600">
                <a:solidFill>
                  <a:schemeClr val="tx2"/>
                </a:solidFill>
              </a:defRPr>
            </a:lvl1pPr>
            <a:lvl2pPr marL="460800" algn="l">
              <a:defRPr sz="1400">
                <a:solidFill>
                  <a:schemeClr val="tx2"/>
                </a:solidFill>
              </a:defRPr>
            </a:lvl2pPr>
            <a:lvl3pPr marL="691200" indent="-230400" algn="l">
              <a:defRPr sz="1200">
                <a:solidFill>
                  <a:schemeClr val="tx2"/>
                </a:solidFill>
              </a:defRPr>
            </a:lvl3pPr>
            <a:lvl4pPr marL="921600" algn="l">
              <a:defRPr sz="1000">
                <a:solidFill>
                  <a:schemeClr val="tx2"/>
                </a:solidFill>
              </a:defRPr>
            </a:lvl4pPr>
            <a:lvl5pPr marL="1152000" algn="l">
              <a:defRPr sz="800">
                <a:solidFill>
                  <a:schemeClr val="tx2"/>
                </a:solidFill>
              </a:defRPr>
            </a:lvl5pPr>
          </a:lstStyle>
          <a:p>
            <a:pPr lvl="0"/>
            <a:r>
              <a:rPr lang="fr-FR" noProof="0" dirty="0"/>
              <a:t>Cliquez pour modifier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endParaRPr lang="en-GB" noProof="0" dirty="0"/>
          </a:p>
        </p:txBody>
      </p:sp>
      <p:sp>
        <p:nvSpPr>
          <p:cNvPr id="6"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GB">
                <a:cs typeface="Arial" panose="020B0604020202020204" pitchFamily="34" charset="0"/>
              </a:rPr>
              <a:t>Confidential</a:t>
            </a:r>
            <a:endParaRPr lang="en-GB" dirty="0">
              <a:cs typeface="Arial" panose="020B0604020202020204" pitchFamily="34" charset="0"/>
            </a:endParaRPr>
          </a:p>
        </p:txBody>
      </p:sp>
      <p:sp>
        <p:nvSpPr>
          <p:cNvPr id="9"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0"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32333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okia White 2">
    <p:spTree>
      <p:nvGrpSpPr>
        <p:cNvPr id="1" name=""/>
        <p:cNvGrpSpPr/>
        <p:nvPr/>
      </p:nvGrpSpPr>
      <p:grpSpPr>
        <a:xfrm>
          <a:off x="0" y="0"/>
          <a:ext cx="0" cy="0"/>
          <a:chOff x="0" y="0"/>
          <a:chExt cx="0" cy="0"/>
        </a:xfrm>
      </p:grpSpPr>
      <p:sp>
        <p:nvSpPr>
          <p:cNvPr id="12" name="Text Placeholder 10"/>
          <p:cNvSpPr>
            <a:spLocks noGrp="1"/>
          </p:cNvSpPr>
          <p:nvPr>
            <p:ph type="body" sz="quarter" idx="16"/>
          </p:nvPr>
        </p:nvSpPr>
        <p:spPr>
          <a:xfrm>
            <a:off x="417600" y="1080000"/>
            <a:ext cx="40104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fr-FR" noProof="0"/>
              <a:t>Cliquez pour modifier les styles du texte du masque</a:t>
            </a:r>
          </a:p>
        </p:txBody>
      </p:sp>
      <p:sp>
        <p:nvSpPr>
          <p:cNvPr id="14" name="Text Placeholder 10"/>
          <p:cNvSpPr>
            <a:spLocks noGrp="1"/>
          </p:cNvSpPr>
          <p:nvPr>
            <p:ph type="body" sz="quarter" idx="17"/>
          </p:nvPr>
        </p:nvSpPr>
        <p:spPr>
          <a:xfrm>
            <a:off x="4716000" y="1080000"/>
            <a:ext cx="4010400" cy="3560400"/>
          </a:xfrm>
          <a:prstGeom prst="rect">
            <a:avLst/>
          </a:prstGeom>
        </p:spPr>
        <p:txBody>
          <a:bodyPr lIns="0" tIns="0" rIns="0" bIns="0"/>
          <a:lstStyle>
            <a:lvl1pPr marL="0" indent="0">
              <a:spcAft>
                <a:spcPts val="600"/>
              </a:spcAft>
              <a:buNone/>
              <a:defRPr sz="1400" baseline="0">
                <a:solidFill>
                  <a:schemeClr val="tx2"/>
                </a:solidFill>
              </a:defRPr>
            </a:lvl1pPr>
            <a:lvl2pPr marL="0" indent="0">
              <a:spcAft>
                <a:spcPts val="600"/>
              </a:spcAft>
              <a:buNone/>
              <a:defRPr sz="1400">
                <a:solidFill>
                  <a:schemeClr val="tx2"/>
                </a:solidFill>
              </a:defRPr>
            </a:lvl2pPr>
            <a:lvl3pPr>
              <a:buNone/>
              <a:defRPr/>
            </a:lvl3pPr>
            <a:lvl4pPr>
              <a:buNone/>
              <a:defRPr/>
            </a:lvl4pPr>
            <a:lvl5pPr>
              <a:buNone/>
              <a:defRPr/>
            </a:lvl5pPr>
          </a:lstStyle>
          <a:p>
            <a:pPr lvl="0"/>
            <a:r>
              <a:rPr lang="fr-FR" noProof="0"/>
              <a:t>Cliquez pour modifier les styles du texte du masque</a:t>
            </a:r>
          </a:p>
        </p:txBody>
      </p:sp>
      <p:sp>
        <p:nvSpPr>
          <p:cNvPr id="7"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10"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1"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Nokia White 2">
    <p:spTree>
      <p:nvGrpSpPr>
        <p:cNvPr id="1" name=""/>
        <p:cNvGrpSpPr/>
        <p:nvPr/>
      </p:nvGrpSpPr>
      <p:grpSpPr>
        <a:xfrm>
          <a:off x="0" y="0"/>
          <a:ext cx="0" cy="0"/>
          <a:chOff x="0" y="0"/>
          <a:chExt cx="0" cy="0"/>
        </a:xfrm>
      </p:grpSpPr>
      <p:sp>
        <p:nvSpPr>
          <p:cNvPr id="8" name="Content Placeholder 2"/>
          <p:cNvSpPr>
            <a:spLocks noGrp="1"/>
          </p:cNvSpPr>
          <p:nvPr>
            <p:ph sz="quarter" idx="15"/>
          </p:nvPr>
        </p:nvSpPr>
        <p:spPr>
          <a:xfrm>
            <a:off x="418119" y="1080000"/>
            <a:ext cx="40104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10" name="Content Placeholder 2"/>
          <p:cNvSpPr>
            <a:spLocks noGrp="1"/>
          </p:cNvSpPr>
          <p:nvPr>
            <p:ph sz="quarter" idx="19"/>
          </p:nvPr>
        </p:nvSpPr>
        <p:spPr>
          <a:xfrm>
            <a:off x="4716000" y="1080000"/>
            <a:ext cx="4010400" cy="3560400"/>
          </a:xfrm>
          <a:prstGeom prst="rect">
            <a:avLst/>
          </a:prstGeom>
        </p:spPr>
        <p:txBody>
          <a:bodyPr lIns="0" tIns="0" rIns="0" bIns="0"/>
          <a:lstStyle>
            <a:lvl1pPr>
              <a:defRPr sz="1600">
                <a:solidFill>
                  <a:schemeClr val="tx2"/>
                </a:solidFill>
              </a:defRPr>
            </a:lvl1pPr>
            <a:lvl2pPr marL="460800">
              <a:defRPr sz="1400"/>
            </a:lvl2pPr>
            <a:lvl3pPr marL="691200" indent="-230400">
              <a:defRPr sz="1200"/>
            </a:lvl3pPr>
            <a:lvl4pPr marL="921600">
              <a:defRPr sz="1000"/>
            </a:lvl4pPr>
            <a:lvl5pPr marL="1152000">
              <a:defRPr sz="800"/>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7"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12"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3"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1226600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okia White 3">
    <p:spTree>
      <p:nvGrpSpPr>
        <p:cNvPr id="1" name=""/>
        <p:cNvGrpSpPr/>
        <p:nvPr/>
      </p:nvGrpSpPr>
      <p:grpSpPr>
        <a:xfrm>
          <a:off x="0" y="0"/>
          <a:ext cx="0" cy="0"/>
          <a:chOff x="0" y="0"/>
          <a:chExt cx="0" cy="0"/>
        </a:xfrm>
      </p:grpSpPr>
      <p:sp>
        <p:nvSpPr>
          <p:cNvPr id="12" name="Text Placeholder 10"/>
          <p:cNvSpPr>
            <a:spLocks noGrp="1"/>
          </p:cNvSpPr>
          <p:nvPr>
            <p:ph type="body" sz="quarter" idx="16"/>
          </p:nvPr>
        </p:nvSpPr>
        <p:spPr>
          <a:xfrm>
            <a:off x="417600" y="1080000"/>
            <a:ext cx="25920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fr-FR" noProof="0"/>
              <a:t>Cliquez pour modifier les styles du texte du masque</a:t>
            </a:r>
          </a:p>
        </p:txBody>
      </p:sp>
      <p:sp>
        <p:nvSpPr>
          <p:cNvPr id="14" name="Text Placeholder 10"/>
          <p:cNvSpPr>
            <a:spLocks noGrp="1"/>
          </p:cNvSpPr>
          <p:nvPr>
            <p:ph type="body" sz="quarter" idx="17"/>
          </p:nvPr>
        </p:nvSpPr>
        <p:spPr>
          <a:xfrm>
            <a:off x="6120000" y="1080000"/>
            <a:ext cx="2592000" cy="3560400"/>
          </a:xfrm>
          <a:prstGeom prst="rect">
            <a:avLst/>
          </a:prstGeom>
        </p:spPr>
        <p:txBody>
          <a:bodyPr lIns="0" tIns="0" rIns="0" bIns="0"/>
          <a:lstStyle>
            <a:lvl1pPr marL="0" indent="0">
              <a:spcAft>
                <a:spcPts val="600"/>
              </a:spcAft>
              <a:buNone/>
              <a:defRPr sz="1400" baseline="0">
                <a:solidFill>
                  <a:schemeClr val="tx2"/>
                </a:solidFill>
              </a:defRPr>
            </a:lvl1pPr>
            <a:lvl2pPr marL="0" indent="0">
              <a:spcAft>
                <a:spcPts val="600"/>
              </a:spcAft>
              <a:buNone/>
              <a:defRPr sz="1400">
                <a:solidFill>
                  <a:schemeClr val="tx2"/>
                </a:solidFill>
              </a:defRPr>
            </a:lvl2pPr>
            <a:lvl3pPr>
              <a:buNone/>
              <a:defRPr/>
            </a:lvl3pPr>
            <a:lvl4pPr>
              <a:buNone/>
              <a:defRPr/>
            </a:lvl4pPr>
            <a:lvl5pPr>
              <a:buNone/>
              <a:defRPr/>
            </a:lvl5pPr>
          </a:lstStyle>
          <a:p>
            <a:pPr lvl="0"/>
            <a:r>
              <a:rPr lang="fr-FR" noProof="0"/>
              <a:t>Cliquez pour modifier les styles du texte du masque</a:t>
            </a:r>
          </a:p>
        </p:txBody>
      </p:sp>
      <p:sp>
        <p:nvSpPr>
          <p:cNvPr id="8" name="Text Placeholder 10"/>
          <p:cNvSpPr>
            <a:spLocks noGrp="1"/>
          </p:cNvSpPr>
          <p:nvPr>
            <p:ph type="body" sz="quarter" idx="19"/>
          </p:nvPr>
        </p:nvSpPr>
        <p:spPr>
          <a:xfrm>
            <a:off x="3261600" y="1080000"/>
            <a:ext cx="25920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fr-FR" noProof="0"/>
              <a:t>Cliquez pour modifier les styles du texte du masque</a:t>
            </a:r>
          </a:p>
        </p:txBody>
      </p:sp>
      <p:sp>
        <p:nvSpPr>
          <p:cNvPr id="9"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13"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5"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1960463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Nokia White 3">
    <p:spTree>
      <p:nvGrpSpPr>
        <p:cNvPr id="1" name=""/>
        <p:cNvGrpSpPr/>
        <p:nvPr/>
      </p:nvGrpSpPr>
      <p:grpSpPr>
        <a:xfrm>
          <a:off x="0" y="0"/>
          <a:ext cx="0" cy="0"/>
          <a:chOff x="0" y="0"/>
          <a:chExt cx="0" cy="0"/>
        </a:xfrm>
      </p:grpSpPr>
      <p:sp>
        <p:nvSpPr>
          <p:cNvPr id="10" name="Content Placeholder 2"/>
          <p:cNvSpPr>
            <a:spLocks noGrp="1"/>
          </p:cNvSpPr>
          <p:nvPr>
            <p:ph sz="quarter" idx="15"/>
          </p:nvPr>
        </p:nvSpPr>
        <p:spPr>
          <a:xfrm>
            <a:off x="418119" y="1080000"/>
            <a:ext cx="2592000" cy="3560400"/>
          </a:xfrm>
          <a:prstGeom prst="rect">
            <a:avLst/>
          </a:prstGeom>
        </p:spPr>
        <p:txBody>
          <a:bodyPr lIns="0" tIns="0" rIns="0" bIns="0"/>
          <a:lstStyle>
            <a:lvl1pPr>
              <a:defRPr sz="1600">
                <a:solidFill>
                  <a:schemeClr val="tx2"/>
                </a:solidFill>
              </a:defRPr>
            </a:lvl1pPr>
            <a:lvl2pPr marL="460800">
              <a:defRPr sz="1400"/>
            </a:lvl2pPr>
            <a:lvl3pPr marL="691200" indent="-230400">
              <a:defRPr sz="1200"/>
            </a:lvl3pPr>
            <a:lvl4pPr marL="921600">
              <a:defRPr sz="1000"/>
            </a:lvl4pPr>
            <a:lvl5pPr marL="1152000">
              <a:defRPr sz="800"/>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11" name="Content Placeholder 2"/>
          <p:cNvSpPr>
            <a:spLocks noGrp="1"/>
          </p:cNvSpPr>
          <p:nvPr>
            <p:ph sz="quarter" idx="19"/>
          </p:nvPr>
        </p:nvSpPr>
        <p:spPr>
          <a:xfrm>
            <a:off x="3261600" y="1080000"/>
            <a:ext cx="2592000" cy="3560400"/>
          </a:xfrm>
          <a:prstGeom prst="rect">
            <a:avLst/>
          </a:prstGeom>
        </p:spPr>
        <p:txBody>
          <a:bodyPr lIns="0" tIns="0" rIns="0" bIns="0"/>
          <a:lstStyle>
            <a:lvl1pPr>
              <a:defRPr sz="1600">
                <a:solidFill>
                  <a:schemeClr val="tx2"/>
                </a:solidFill>
              </a:defRPr>
            </a:lvl1pPr>
            <a:lvl2pPr marL="460800">
              <a:defRPr sz="1400"/>
            </a:lvl2pPr>
            <a:lvl3pPr marL="691200" indent="-230400">
              <a:defRPr sz="1200"/>
            </a:lvl3pPr>
            <a:lvl4pPr marL="921600">
              <a:defRPr sz="1000"/>
            </a:lvl4pPr>
            <a:lvl5pPr marL="1152000">
              <a:defRPr sz="800"/>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13" name="Content Placeholder 2"/>
          <p:cNvSpPr>
            <a:spLocks noGrp="1"/>
          </p:cNvSpPr>
          <p:nvPr>
            <p:ph sz="quarter" idx="20"/>
          </p:nvPr>
        </p:nvSpPr>
        <p:spPr>
          <a:xfrm>
            <a:off x="6120000" y="1080000"/>
            <a:ext cx="2592000" cy="3560400"/>
          </a:xfrm>
          <a:prstGeom prst="rect">
            <a:avLst/>
          </a:prstGeom>
        </p:spPr>
        <p:txBody>
          <a:bodyPr lIns="0" tIns="0" rIns="0" bIns="0"/>
          <a:lstStyle>
            <a:lvl1pPr>
              <a:defRPr sz="1600">
                <a:solidFill>
                  <a:schemeClr val="tx2"/>
                </a:solidFill>
              </a:defRPr>
            </a:lvl1pPr>
            <a:lvl2pPr marL="460800">
              <a:defRPr sz="1400"/>
            </a:lvl2pPr>
            <a:lvl3pPr marL="691200" indent="-230400">
              <a:defRPr sz="1200"/>
            </a:lvl3pPr>
            <a:lvl4pPr marL="921600">
              <a:defRPr sz="1000"/>
            </a:lvl4pPr>
            <a:lvl5pPr marL="1152000">
              <a:defRPr sz="800"/>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9"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12"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5"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228201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okia White 4">
    <p:spTree>
      <p:nvGrpSpPr>
        <p:cNvPr id="1" name=""/>
        <p:cNvGrpSpPr/>
        <p:nvPr/>
      </p:nvGrpSpPr>
      <p:grpSpPr>
        <a:xfrm>
          <a:off x="0" y="0"/>
          <a:ext cx="0" cy="0"/>
          <a:chOff x="0" y="0"/>
          <a:chExt cx="0" cy="0"/>
        </a:xfrm>
      </p:grpSpPr>
      <p:sp>
        <p:nvSpPr>
          <p:cNvPr id="12" name="Text Placeholder 10"/>
          <p:cNvSpPr>
            <a:spLocks noGrp="1"/>
          </p:cNvSpPr>
          <p:nvPr>
            <p:ph type="body" sz="quarter" idx="16"/>
          </p:nvPr>
        </p:nvSpPr>
        <p:spPr>
          <a:xfrm>
            <a:off x="417600" y="1080000"/>
            <a:ext cx="18936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fr-FR"/>
              <a:t>Cliquez pour modifier les styles du texte du masque</a:t>
            </a:r>
          </a:p>
        </p:txBody>
      </p:sp>
      <p:sp>
        <p:nvSpPr>
          <p:cNvPr id="14" name="Text Placeholder 10"/>
          <p:cNvSpPr>
            <a:spLocks noGrp="1"/>
          </p:cNvSpPr>
          <p:nvPr>
            <p:ph type="body" sz="quarter" idx="17"/>
          </p:nvPr>
        </p:nvSpPr>
        <p:spPr>
          <a:xfrm>
            <a:off x="4694400" y="1080000"/>
            <a:ext cx="1893600" cy="3560400"/>
          </a:xfrm>
          <a:prstGeom prst="rect">
            <a:avLst/>
          </a:prstGeom>
        </p:spPr>
        <p:txBody>
          <a:bodyPr lIns="0" tIns="0" rIns="0" bIns="0"/>
          <a:lstStyle>
            <a:lvl1pPr marL="0" indent="0">
              <a:spcAft>
                <a:spcPts val="600"/>
              </a:spcAft>
              <a:buNone/>
              <a:defRPr sz="1400" baseline="0">
                <a:solidFill>
                  <a:schemeClr val="tx2"/>
                </a:solidFill>
              </a:defRPr>
            </a:lvl1pPr>
            <a:lvl2pPr marL="0" indent="0">
              <a:spcAft>
                <a:spcPts val="600"/>
              </a:spcAft>
              <a:buNone/>
              <a:defRPr sz="1400">
                <a:solidFill>
                  <a:schemeClr val="tx2"/>
                </a:solidFill>
              </a:defRPr>
            </a:lvl2pPr>
            <a:lvl3pPr>
              <a:buNone/>
              <a:defRPr/>
            </a:lvl3pPr>
            <a:lvl4pPr>
              <a:buNone/>
              <a:defRPr/>
            </a:lvl4pPr>
            <a:lvl5pPr>
              <a:buNone/>
              <a:defRPr/>
            </a:lvl5pPr>
          </a:lstStyle>
          <a:p>
            <a:pPr lvl="0"/>
            <a:r>
              <a:rPr lang="fr-FR"/>
              <a:t>Cliquez pour modifier les styles du texte du masque</a:t>
            </a:r>
          </a:p>
        </p:txBody>
      </p:sp>
      <p:sp>
        <p:nvSpPr>
          <p:cNvPr id="8" name="Text Placeholder 10"/>
          <p:cNvSpPr>
            <a:spLocks noGrp="1"/>
          </p:cNvSpPr>
          <p:nvPr>
            <p:ph type="body" sz="quarter" idx="19"/>
          </p:nvPr>
        </p:nvSpPr>
        <p:spPr>
          <a:xfrm>
            <a:off x="2556000" y="1080000"/>
            <a:ext cx="18936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fr-FR"/>
              <a:t>Cliquez pour modifier les styles du texte du masque</a:t>
            </a:r>
          </a:p>
        </p:txBody>
      </p:sp>
      <p:sp>
        <p:nvSpPr>
          <p:cNvPr id="15" name="Text Placeholder 10"/>
          <p:cNvSpPr>
            <a:spLocks noGrp="1"/>
          </p:cNvSpPr>
          <p:nvPr>
            <p:ph type="body" sz="quarter" idx="20"/>
          </p:nvPr>
        </p:nvSpPr>
        <p:spPr>
          <a:xfrm>
            <a:off x="6832800" y="1080000"/>
            <a:ext cx="1893600" cy="3560400"/>
          </a:xfrm>
          <a:prstGeom prst="rect">
            <a:avLst/>
          </a:prstGeom>
        </p:spPr>
        <p:txBody>
          <a:bodyPr lIns="0" tIns="0" rIns="0" bIns="0"/>
          <a:lstStyle>
            <a:lvl1pPr marL="0" indent="0">
              <a:spcAft>
                <a:spcPts val="600"/>
              </a:spcAft>
              <a:buNone/>
              <a:defRPr sz="1400" baseline="0">
                <a:solidFill>
                  <a:schemeClr val="tx2"/>
                </a:solidFill>
              </a:defRPr>
            </a:lvl1pPr>
            <a:lvl2pPr marL="0" indent="0">
              <a:spcAft>
                <a:spcPts val="600"/>
              </a:spcAft>
              <a:buNone/>
              <a:defRPr sz="1400">
                <a:solidFill>
                  <a:schemeClr val="tx2"/>
                </a:solidFill>
              </a:defRPr>
            </a:lvl2pPr>
            <a:lvl3pPr>
              <a:buNone/>
              <a:defRPr/>
            </a:lvl3pPr>
            <a:lvl4pPr>
              <a:buNone/>
              <a:defRPr/>
            </a:lvl4pPr>
            <a:lvl5pPr>
              <a:buNone/>
              <a:defRPr/>
            </a:lvl5pPr>
          </a:lstStyle>
          <a:p>
            <a:pPr lvl="0"/>
            <a:r>
              <a:rPr lang="fr-FR"/>
              <a:t>Cliquez pour modifier les styles du texte du masque</a:t>
            </a:r>
          </a:p>
        </p:txBody>
      </p:sp>
      <p:sp>
        <p:nvSpPr>
          <p:cNvPr id="9"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11"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6"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192089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Nokia White 4">
    <p:spTree>
      <p:nvGrpSpPr>
        <p:cNvPr id="1" name=""/>
        <p:cNvGrpSpPr/>
        <p:nvPr/>
      </p:nvGrpSpPr>
      <p:grpSpPr>
        <a:xfrm>
          <a:off x="0" y="0"/>
          <a:ext cx="0" cy="0"/>
          <a:chOff x="0" y="0"/>
          <a:chExt cx="0" cy="0"/>
        </a:xfrm>
      </p:grpSpPr>
      <p:sp>
        <p:nvSpPr>
          <p:cNvPr id="10" name="Content Placeholder 2"/>
          <p:cNvSpPr>
            <a:spLocks noGrp="1"/>
          </p:cNvSpPr>
          <p:nvPr>
            <p:ph sz="quarter" idx="15"/>
          </p:nvPr>
        </p:nvSpPr>
        <p:spPr>
          <a:xfrm>
            <a:off x="418119" y="1080000"/>
            <a:ext cx="18936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fr-FR" noProof="0" dirty="0"/>
              <a:t>Cliquez pour modifier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endParaRPr lang="en-US" noProof="0" dirty="0"/>
          </a:p>
        </p:txBody>
      </p:sp>
      <p:sp>
        <p:nvSpPr>
          <p:cNvPr id="11" name="Content Placeholder 2"/>
          <p:cNvSpPr>
            <a:spLocks noGrp="1"/>
          </p:cNvSpPr>
          <p:nvPr>
            <p:ph sz="quarter" idx="19"/>
          </p:nvPr>
        </p:nvSpPr>
        <p:spPr>
          <a:xfrm>
            <a:off x="2556000" y="1080000"/>
            <a:ext cx="18936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13" name="Content Placeholder 2"/>
          <p:cNvSpPr>
            <a:spLocks noGrp="1"/>
          </p:cNvSpPr>
          <p:nvPr>
            <p:ph sz="quarter" idx="20"/>
          </p:nvPr>
        </p:nvSpPr>
        <p:spPr>
          <a:xfrm>
            <a:off x="4694400" y="1080000"/>
            <a:ext cx="18936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16" name="Content Placeholder 2"/>
          <p:cNvSpPr>
            <a:spLocks noGrp="1"/>
          </p:cNvSpPr>
          <p:nvPr>
            <p:ph sz="quarter" idx="21"/>
          </p:nvPr>
        </p:nvSpPr>
        <p:spPr>
          <a:xfrm>
            <a:off x="6832800" y="1080000"/>
            <a:ext cx="18936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9"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14"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7"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2005999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Trebuchet MS" pitchFamily="34" charset="0"/>
              </a:defRPr>
            </a:lvl1pPr>
          </a:lstStyle>
          <a:p>
            <a:r>
              <a:rPr lang="en-US"/>
              <a:t>CLICK TO EDIT MASTER TITLE STYLE</a:t>
            </a:r>
          </a:p>
        </p:txBody>
      </p:sp>
      <p:sp>
        <p:nvSpPr>
          <p:cNvPr id="1027" name="AutoShape 3"/>
          <p:cNvSpPr>
            <a:spLocks noChangeAspect="1" noChangeArrowheads="1" noTextEdit="1"/>
          </p:cNvSpPr>
          <p:nvPr userDrawn="1"/>
        </p:nvSpPr>
        <p:spPr bwMode="auto">
          <a:xfrm>
            <a:off x="251558" y="4720829"/>
            <a:ext cx="9144000" cy="29765"/>
          </a:xfrm>
          <a:prstGeom prst="rect">
            <a:avLst/>
          </a:prstGeom>
          <a:noFill/>
          <a:ln w="9525">
            <a:noFill/>
            <a:miter lim="800000"/>
            <a:headEnd/>
            <a:tailEnd/>
          </a:ln>
        </p:spPr>
        <p:txBody>
          <a:bodyPr vert="horz" wrap="square" lIns="69686" tIns="34843" rIns="69686" bIns="34843" numCol="1" anchor="t" anchorCtr="0" compatLnSpc="1">
            <a:prstTxWarp prst="textNoShape">
              <a:avLst/>
            </a:prstTxWarp>
          </a:bodyPr>
          <a:lstStyle/>
          <a:p>
            <a:endParaRPr lang="en-US"/>
          </a:p>
        </p:txBody>
      </p:sp>
    </p:spTree>
    <p:extLst>
      <p:ext uri="{BB962C8B-B14F-4D97-AF65-F5344CB8AC3E}">
        <p14:creationId xmlns:p14="http://schemas.microsoft.com/office/powerpoint/2010/main" val="1303733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okia White 0">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8" name="Footer Placeholder 27"/>
          <p:cNvSpPr>
            <a:spLocks noGrp="1"/>
          </p:cNvSpPr>
          <p:nvPr>
            <p:ph type="ftr" sz="quarter" idx="3"/>
          </p:nvPr>
        </p:nvSpPr>
        <p:spPr>
          <a:xfrm>
            <a:off x="2794112" y="4685758"/>
            <a:ext cx="3555600" cy="133520"/>
          </a:xfrm>
          <a:prstGeom prst="rect">
            <a:avLst/>
          </a:prstGeom>
        </p:spPr>
        <p:txBody>
          <a:bodyPr vert="horz" lIns="0" tIns="0" rIns="0" bIns="0" rtlCol="0" anchor="b"/>
          <a:lstStyle>
            <a:lvl1pPr algn="l">
              <a:defRPr sz="800">
                <a:solidFill>
                  <a:schemeClr val="tx2"/>
                </a:solidFill>
                <a:latin typeface="+mn-lt"/>
              </a:defRPr>
            </a:lvl1pPr>
          </a:lstStyle>
          <a:p>
            <a:pPr algn="ctr"/>
            <a:r>
              <a:rPr lang="en-GB" dirty="0">
                <a:cs typeface="Arial" charset="0"/>
              </a:rPr>
              <a:t>© Nokia 2018</a:t>
            </a:r>
            <a:endParaRPr lang="en-US" dirty="0">
              <a:cs typeface="Arial" panose="020B0604020202020204" pitchFamily="34" charset="0"/>
            </a:endParaRPr>
          </a:p>
        </p:txBody>
      </p:sp>
      <p:sp>
        <p:nvSpPr>
          <p:cNvPr id="3"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41361556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okia White 1">
    <p:spTree>
      <p:nvGrpSpPr>
        <p:cNvPr id="1" name=""/>
        <p:cNvGrpSpPr/>
        <p:nvPr/>
      </p:nvGrpSpPr>
      <p:grpSpPr>
        <a:xfrm>
          <a:off x="0" y="0"/>
          <a:ext cx="0" cy="0"/>
          <a:chOff x="0" y="0"/>
          <a:chExt cx="0" cy="0"/>
        </a:xfrm>
      </p:grpSpPr>
      <p:sp>
        <p:nvSpPr>
          <p:cNvPr id="8" name="Text Placeholder 10"/>
          <p:cNvSpPr>
            <a:spLocks noGrp="1"/>
          </p:cNvSpPr>
          <p:nvPr>
            <p:ph type="body" sz="quarter" idx="16" hasCustomPrompt="1"/>
          </p:nvPr>
        </p:nvSpPr>
        <p:spPr>
          <a:xfrm>
            <a:off x="417598" y="1080000"/>
            <a:ext cx="83088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sz="1200"/>
            </a:lvl2pPr>
            <a:lvl3pPr>
              <a:buNone/>
              <a:defRPr sz="1000"/>
            </a:lvl3pPr>
            <a:lvl4pPr>
              <a:buNone/>
              <a:defRPr/>
            </a:lvl4pPr>
            <a:lvl5pPr>
              <a:buNone/>
              <a:defRPr/>
            </a:lvl5pPr>
          </a:lstStyle>
          <a:p>
            <a:pPr lvl="0"/>
            <a:r>
              <a:rPr lang="en-US" dirty="0"/>
              <a:t>Click to edit Master text styles</a:t>
            </a:r>
          </a:p>
          <a:p>
            <a:pPr lvl="1"/>
            <a:endParaRPr lang="en-US" dirty="0"/>
          </a:p>
          <a:p>
            <a:pPr lvl="2"/>
            <a:endParaRPr lang="en-US" dirty="0"/>
          </a:p>
        </p:txBody>
      </p:sp>
      <p:sp>
        <p:nvSpPr>
          <p:cNvPr id="6" name="Footer Placeholder 27"/>
          <p:cNvSpPr>
            <a:spLocks noGrp="1"/>
          </p:cNvSpPr>
          <p:nvPr>
            <p:ph type="ftr" sz="quarter" idx="3"/>
          </p:nvPr>
        </p:nvSpPr>
        <p:spPr>
          <a:xfrm>
            <a:off x="3271920" y="4815840"/>
            <a:ext cx="3525120" cy="123360"/>
          </a:xfrm>
          <a:prstGeom prst="rect">
            <a:avLst/>
          </a:prstGeom>
        </p:spPr>
        <p:txBody>
          <a:bodyPr vert="horz" lIns="0" tIns="0" rIns="0" bIns="0" rtlCol="0" anchor="b"/>
          <a:lstStyle>
            <a:lvl1pPr algn="l">
              <a:defRPr sz="800">
                <a:solidFill>
                  <a:schemeClr val="tx2"/>
                </a:solidFill>
                <a:latin typeface="+mn-lt"/>
              </a:defRPr>
            </a:lvl1pPr>
          </a:lstStyle>
          <a:p>
            <a:r>
              <a:rPr lang="en-US" dirty="0">
                <a:cs typeface="Arial" panose="020B0604020202020204" pitchFamily="34" charset="0"/>
              </a:rPr>
              <a:t>&lt;Change information classification in footer&gt; </a:t>
            </a:r>
            <a:r>
              <a:rPr lang="en-GB" dirty="0">
                <a:cs typeface="Arial" charset="0"/>
              </a:rPr>
              <a:t>© Nokia 2018</a:t>
            </a:r>
            <a:endParaRPr lang="en-US" dirty="0">
              <a:cs typeface="Arial" panose="020B0604020202020204" pitchFamily="34" charset="0"/>
            </a:endParaRPr>
          </a:p>
        </p:txBody>
      </p:sp>
      <p:sp>
        <p:nvSpPr>
          <p:cNvPr id="10"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1"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3344537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Nokia White 1">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418118" y="1080000"/>
            <a:ext cx="8308800" cy="3560400"/>
          </a:xfrm>
          <a:prstGeom prst="rect">
            <a:avLst/>
          </a:prstGeom>
        </p:spPr>
        <p:txBody>
          <a:bodyPr lIns="0" tIns="0" rIns="0" bIns="0"/>
          <a:lstStyle>
            <a:lvl1pPr algn="l">
              <a:defRPr sz="1600">
                <a:solidFill>
                  <a:schemeClr val="tx2"/>
                </a:solidFill>
              </a:defRPr>
            </a:lvl1pPr>
            <a:lvl2pPr marL="460800" algn="l">
              <a:defRPr sz="1400">
                <a:solidFill>
                  <a:schemeClr val="tx2"/>
                </a:solidFill>
              </a:defRPr>
            </a:lvl2pPr>
            <a:lvl3pPr marL="691200" indent="-230400" algn="l">
              <a:defRPr sz="1200">
                <a:solidFill>
                  <a:schemeClr val="tx2"/>
                </a:solidFill>
              </a:defRPr>
            </a:lvl3pPr>
            <a:lvl4pPr marL="921600" algn="l">
              <a:defRPr sz="1000">
                <a:solidFill>
                  <a:schemeClr val="tx2"/>
                </a:solidFill>
              </a:defRPr>
            </a:lvl4pPr>
            <a:lvl5pPr marL="1152000" algn="l">
              <a:defRPr sz="800">
                <a:solidFill>
                  <a:schemeClr val="tx2"/>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Footer Placeholder 27"/>
          <p:cNvSpPr>
            <a:spLocks noGrp="1"/>
          </p:cNvSpPr>
          <p:nvPr>
            <p:ph type="ftr" sz="quarter" idx="3"/>
          </p:nvPr>
        </p:nvSpPr>
        <p:spPr>
          <a:xfrm>
            <a:off x="3058560" y="4816800"/>
            <a:ext cx="3768960" cy="161600"/>
          </a:xfrm>
          <a:prstGeom prst="rect">
            <a:avLst/>
          </a:prstGeom>
        </p:spPr>
        <p:txBody>
          <a:bodyPr vert="horz" lIns="0" tIns="0" rIns="0" bIns="0" rtlCol="0" anchor="b"/>
          <a:lstStyle>
            <a:lvl1pPr algn="l">
              <a:defRPr sz="800">
                <a:solidFill>
                  <a:schemeClr val="tx2"/>
                </a:solidFill>
                <a:latin typeface="+mn-lt"/>
              </a:defRPr>
            </a:lvl1pPr>
          </a:lstStyle>
          <a:p>
            <a:r>
              <a:rPr lang="en-GB" dirty="0">
                <a:cs typeface="Arial" panose="020B0604020202020204" pitchFamily="34" charset="0"/>
              </a:rPr>
              <a:t>&lt;Change information classification in footer&gt; </a:t>
            </a:r>
            <a:r>
              <a:rPr lang="en-GB" dirty="0">
                <a:cs typeface="Arial" charset="0"/>
              </a:rPr>
              <a:t>© Nokia 2018</a:t>
            </a:r>
            <a:endParaRPr lang="en-GB" dirty="0">
              <a:cs typeface="Arial" panose="020B0604020202020204" pitchFamily="34" charset="0"/>
            </a:endParaRPr>
          </a:p>
        </p:txBody>
      </p:sp>
      <p:sp>
        <p:nvSpPr>
          <p:cNvPr id="9"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0"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3344503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okia White 2">
    <p:spTree>
      <p:nvGrpSpPr>
        <p:cNvPr id="1" name=""/>
        <p:cNvGrpSpPr/>
        <p:nvPr/>
      </p:nvGrpSpPr>
      <p:grpSpPr>
        <a:xfrm>
          <a:off x="0" y="0"/>
          <a:ext cx="0" cy="0"/>
          <a:chOff x="0" y="0"/>
          <a:chExt cx="0" cy="0"/>
        </a:xfrm>
      </p:grpSpPr>
      <p:sp>
        <p:nvSpPr>
          <p:cNvPr id="12" name="Text Placeholder 10"/>
          <p:cNvSpPr>
            <a:spLocks noGrp="1"/>
          </p:cNvSpPr>
          <p:nvPr>
            <p:ph type="body" sz="quarter" idx="16"/>
          </p:nvPr>
        </p:nvSpPr>
        <p:spPr>
          <a:xfrm>
            <a:off x="417600" y="1080000"/>
            <a:ext cx="40104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en-US" noProof="0"/>
              <a:t>Click to edit Master text styles</a:t>
            </a:r>
          </a:p>
        </p:txBody>
      </p:sp>
      <p:sp>
        <p:nvSpPr>
          <p:cNvPr id="14" name="Text Placeholder 10"/>
          <p:cNvSpPr>
            <a:spLocks noGrp="1"/>
          </p:cNvSpPr>
          <p:nvPr>
            <p:ph type="body" sz="quarter" idx="17"/>
          </p:nvPr>
        </p:nvSpPr>
        <p:spPr>
          <a:xfrm>
            <a:off x="4716000" y="1080000"/>
            <a:ext cx="4010400" cy="3560400"/>
          </a:xfrm>
          <a:prstGeom prst="rect">
            <a:avLst/>
          </a:prstGeom>
        </p:spPr>
        <p:txBody>
          <a:bodyPr lIns="0" tIns="0" rIns="0" bIns="0"/>
          <a:lstStyle>
            <a:lvl1pPr marL="0" indent="0">
              <a:spcAft>
                <a:spcPts val="600"/>
              </a:spcAft>
              <a:buNone/>
              <a:defRPr sz="1400" baseline="0">
                <a:solidFill>
                  <a:schemeClr val="tx2"/>
                </a:solidFill>
              </a:defRPr>
            </a:lvl1pPr>
            <a:lvl2pPr marL="0" indent="0">
              <a:spcAft>
                <a:spcPts val="600"/>
              </a:spcAft>
              <a:buNone/>
              <a:defRPr sz="1400">
                <a:solidFill>
                  <a:schemeClr val="tx2"/>
                </a:solidFill>
              </a:defRPr>
            </a:lvl2pPr>
            <a:lvl3pPr>
              <a:buNone/>
              <a:defRPr/>
            </a:lvl3pPr>
            <a:lvl4pPr>
              <a:buNone/>
              <a:defRPr/>
            </a:lvl4pPr>
            <a:lvl5pPr>
              <a:buNone/>
              <a:defRPr/>
            </a:lvl5pPr>
          </a:lstStyle>
          <a:p>
            <a:pPr lvl="0"/>
            <a:r>
              <a:rPr lang="en-US" noProof="0"/>
              <a:t>Click to edit Master text styles</a:t>
            </a:r>
          </a:p>
        </p:txBody>
      </p:sp>
      <p:sp>
        <p:nvSpPr>
          <p:cNvPr id="10"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1"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
        <p:nvSpPr>
          <p:cNvPr id="8" name="Footer Placeholder 27"/>
          <p:cNvSpPr txBox="1">
            <a:spLocks/>
          </p:cNvSpPr>
          <p:nvPr userDrawn="1"/>
        </p:nvSpPr>
        <p:spPr>
          <a:xfrm>
            <a:off x="2946800" y="4704080"/>
            <a:ext cx="3525120" cy="123360"/>
          </a:xfrm>
          <a:prstGeom prst="rect">
            <a:avLst/>
          </a:prstGeom>
        </p:spPr>
        <p:txBody>
          <a:bodyPr vert="horz" lIns="0" tIns="0" rIns="0" bIns="0" rtlCol="0" anchor="b"/>
          <a:lstStyle>
            <a:lvl1pPr algn="l">
              <a:defRPr sz="800">
                <a:solidFill>
                  <a:schemeClr val="tx2"/>
                </a:solidFill>
                <a:latin typeface="+mn-lt"/>
              </a:defRPr>
            </a:lvl1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rPr>
              <a:t>&lt;Change information classification in footer&gt; </a:t>
            </a:r>
            <a:r>
              <a:rPr kumimoji="0" lang="en-GB" sz="800" b="0" i="0" u="none" strike="noStrike" kern="1200" cap="none" spc="0" normalizeH="0" baseline="0" noProof="0" dirty="0">
                <a:ln>
                  <a:noFill/>
                </a:ln>
                <a:solidFill>
                  <a:schemeClr val="tx2"/>
                </a:solidFill>
                <a:effectLst/>
                <a:uLnTx/>
                <a:uFillTx/>
                <a:latin typeface="+mn-lt"/>
                <a:ea typeface="ヒラギノ角ゴ Pro W3"/>
                <a:cs typeface="Arial" charset="0"/>
              </a:rPr>
              <a:t>© Nokia 2018</a:t>
            </a:r>
            <a:endPar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endParaRPr>
          </a:p>
        </p:txBody>
      </p:sp>
    </p:spTree>
    <p:extLst>
      <p:ext uri="{BB962C8B-B14F-4D97-AF65-F5344CB8AC3E}">
        <p14:creationId xmlns:p14="http://schemas.microsoft.com/office/powerpoint/2010/main" val="3004431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Nokia White 2">
    <p:spTree>
      <p:nvGrpSpPr>
        <p:cNvPr id="1" name=""/>
        <p:cNvGrpSpPr/>
        <p:nvPr/>
      </p:nvGrpSpPr>
      <p:grpSpPr>
        <a:xfrm>
          <a:off x="0" y="0"/>
          <a:ext cx="0" cy="0"/>
          <a:chOff x="0" y="0"/>
          <a:chExt cx="0" cy="0"/>
        </a:xfrm>
      </p:grpSpPr>
      <p:sp>
        <p:nvSpPr>
          <p:cNvPr id="8" name="Content Placeholder 2"/>
          <p:cNvSpPr>
            <a:spLocks noGrp="1"/>
          </p:cNvSpPr>
          <p:nvPr>
            <p:ph sz="quarter" idx="15"/>
          </p:nvPr>
        </p:nvSpPr>
        <p:spPr>
          <a:xfrm>
            <a:off x="418119" y="1080000"/>
            <a:ext cx="40104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Content Placeholder 2"/>
          <p:cNvSpPr>
            <a:spLocks noGrp="1"/>
          </p:cNvSpPr>
          <p:nvPr>
            <p:ph sz="quarter" idx="19"/>
          </p:nvPr>
        </p:nvSpPr>
        <p:spPr>
          <a:xfrm>
            <a:off x="4716000" y="1080000"/>
            <a:ext cx="4010400" cy="3560400"/>
          </a:xfrm>
          <a:prstGeom prst="rect">
            <a:avLst/>
          </a:prstGeom>
        </p:spPr>
        <p:txBody>
          <a:bodyPr lIns="0" tIns="0" rIns="0" bIns="0"/>
          <a:lstStyle>
            <a:lvl1pPr>
              <a:defRPr sz="1600">
                <a:solidFill>
                  <a:schemeClr val="tx2"/>
                </a:solidFill>
              </a:defRPr>
            </a:lvl1pPr>
            <a:lvl2pPr marL="460800">
              <a:defRPr sz="1400"/>
            </a:lvl2pPr>
            <a:lvl3pPr marL="691200" indent="-230400">
              <a:defRPr sz="1200"/>
            </a:lvl3pPr>
            <a:lvl4pPr marL="921600">
              <a:defRPr sz="1000"/>
            </a:lvl4pPr>
            <a:lvl5pPr marL="1152000">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3"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
        <p:nvSpPr>
          <p:cNvPr id="9" name="Footer Placeholder 27"/>
          <p:cNvSpPr txBox="1">
            <a:spLocks/>
          </p:cNvSpPr>
          <p:nvPr userDrawn="1"/>
        </p:nvSpPr>
        <p:spPr>
          <a:xfrm>
            <a:off x="3271920" y="4815840"/>
            <a:ext cx="3525120" cy="123360"/>
          </a:xfrm>
          <a:prstGeom prst="rect">
            <a:avLst/>
          </a:prstGeom>
        </p:spPr>
        <p:txBody>
          <a:bodyPr vert="horz" lIns="0" tIns="0" rIns="0" bIns="0" rtlCol="0" anchor="b"/>
          <a:lstStyle>
            <a:lvl1pPr algn="l">
              <a:defRPr sz="800">
                <a:solidFill>
                  <a:schemeClr val="tx2"/>
                </a:solidFill>
                <a:latin typeface="+mn-lt"/>
              </a:defRPr>
            </a:lvl1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rPr>
              <a:t>&lt;Change information classification in footer&gt; </a:t>
            </a:r>
            <a:r>
              <a:rPr kumimoji="0" lang="en-GB" sz="800" b="0" i="0" u="none" strike="noStrike" kern="1200" cap="none" spc="0" normalizeH="0" baseline="0" noProof="0" dirty="0">
                <a:ln>
                  <a:noFill/>
                </a:ln>
                <a:solidFill>
                  <a:schemeClr val="tx2"/>
                </a:solidFill>
                <a:effectLst/>
                <a:uLnTx/>
                <a:uFillTx/>
                <a:latin typeface="+mn-lt"/>
                <a:ea typeface="ヒラギノ角ゴ Pro W3"/>
                <a:cs typeface="Arial" charset="0"/>
              </a:rPr>
              <a:t>© Nokia 2018</a:t>
            </a:r>
            <a:endPar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endParaRPr>
          </a:p>
        </p:txBody>
      </p:sp>
    </p:spTree>
    <p:extLst>
      <p:ext uri="{BB962C8B-B14F-4D97-AF65-F5344CB8AC3E}">
        <p14:creationId xmlns:p14="http://schemas.microsoft.com/office/powerpoint/2010/main" val="2573162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okia White 3">
    <p:spTree>
      <p:nvGrpSpPr>
        <p:cNvPr id="1" name=""/>
        <p:cNvGrpSpPr/>
        <p:nvPr/>
      </p:nvGrpSpPr>
      <p:grpSpPr>
        <a:xfrm>
          <a:off x="0" y="0"/>
          <a:ext cx="0" cy="0"/>
          <a:chOff x="0" y="0"/>
          <a:chExt cx="0" cy="0"/>
        </a:xfrm>
      </p:grpSpPr>
      <p:sp>
        <p:nvSpPr>
          <p:cNvPr id="12" name="Text Placeholder 10"/>
          <p:cNvSpPr>
            <a:spLocks noGrp="1"/>
          </p:cNvSpPr>
          <p:nvPr>
            <p:ph type="body" sz="quarter" idx="16"/>
          </p:nvPr>
        </p:nvSpPr>
        <p:spPr>
          <a:xfrm>
            <a:off x="417600" y="1080000"/>
            <a:ext cx="25920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en-US" noProof="0"/>
              <a:t>Click to edit Master text styles</a:t>
            </a:r>
          </a:p>
        </p:txBody>
      </p:sp>
      <p:sp>
        <p:nvSpPr>
          <p:cNvPr id="14" name="Text Placeholder 10"/>
          <p:cNvSpPr>
            <a:spLocks noGrp="1"/>
          </p:cNvSpPr>
          <p:nvPr>
            <p:ph type="body" sz="quarter" idx="17"/>
          </p:nvPr>
        </p:nvSpPr>
        <p:spPr>
          <a:xfrm>
            <a:off x="6120000" y="1080000"/>
            <a:ext cx="2592000" cy="3560400"/>
          </a:xfrm>
          <a:prstGeom prst="rect">
            <a:avLst/>
          </a:prstGeom>
        </p:spPr>
        <p:txBody>
          <a:bodyPr lIns="0" tIns="0" rIns="0" bIns="0"/>
          <a:lstStyle>
            <a:lvl1pPr marL="0" indent="0">
              <a:spcAft>
                <a:spcPts val="600"/>
              </a:spcAft>
              <a:buNone/>
              <a:defRPr sz="1400" baseline="0">
                <a:solidFill>
                  <a:schemeClr val="tx2"/>
                </a:solidFill>
              </a:defRPr>
            </a:lvl1pPr>
            <a:lvl2pPr marL="0" indent="0">
              <a:spcAft>
                <a:spcPts val="600"/>
              </a:spcAft>
              <a:buNone/>
              <a:defRPr sz="1400">
                <a:solidFill>
                  <a:schemeClr val="tx2"/>
                </a:solidFill>
              </a:defRPr>
            </a:lvl2pPr>
            <a:lvl3pPr>
              <a:buNone/>
              <a:defRPr/>
            </a:lvl3pPr>
            <a:lvl4pPr>
              <a:buNone/>
              <a:defRPr/>
            </a:lvl4pPr>
            <a:lvl5pPr>
              <a:buNone/>
              <a:defRPr/>
            </a:lvl5pPr>
          </a:lstStyle>
          <a:p>
            <a:pPr lvl="0"/>
            <a:r>
              <a:rPr lang="en-US" noProof="0"/>
              <a:t>Click to edit Master text styles</a:t>
            </a:r>
          </a:p>
        </p:txBody>
      </p:sp>
      <p:sp>
        <p:nvSpPr>
          <p:cNvPr id="8" name="Text Placeholder 10"/>
          <p:cNvSpPr>
            <a:spLocks noGrp="1"/>
          </p:cNvSpPr>
          <p:nvPr>
            <p:ph type="body" sz="quarter" idx="19"/>
          </p:nvPr>
        </p:nvSpPr>
        <p:spPr>
          <a:xfrm>
            <a:off x="3261600" y="1080000"/>
            <a:ext cx="25920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en-US" noProof="0"/>
              <a:t>Click to edit Master text styles</a:t>
            </a:r>
          </a:p>
        </p:txBody>
      </p:sp>
      <p:sp>
        <p:nvSpPr>
          <p:cNvPr id="13"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5"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
        <p:nvSpPr>
          <p:cNvPr id="10" name="Footer Placeholder 27"/>
          <p:cNvSpPr txBox="1">
            <a:spLocks/>
          </p:cNvSpPr>
          <p:nvPr userDrawn="1"/>
        </p:nvSpPr>
        <p:spPr>
          <a:xfrm>
            <a:off x="3271920" y="4815840"/>
            <a:ext cx="3525120" cy="123360"/>
          </a:xfrm>
          <a:prstGeom prst="rect">
            <a:avLst/>
          </a:prstGeom>
        </p:spPr>
        <p:txBody>
          <a:bodyPr vert="horz" lIns="0" tIns="0" rIns="0" bIns="0" rtlCol="0" anchor="b"/>
          <a:lstStyle>
            <a:lvl1pPr algn="l">
              <a:defRPr sz="800">
                <a:solidFill>
                  <a:schemeClr val="tx2"/>
                </a:solidFill>
                <a:latin typeface="+mn-lt"/>
              </a:defRPr>
            </a:lvl1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rPr>
              <a:t>&lt;Change information classification in footer&gt; </a:t>
            </a:r>
            <a:r>
              <a:rPr kumimoji="0" lang="en-GB" sz="800" b="0" i="0" u="none" strike="noStrike" kern="1200" cap="none" spc="0" normalizeH="0" baseline="0" noProof="0" dirty="0">
                <a:ln>
                  <a:noFill/>
                </a:ln>
                <a:solidFill>
                  <a:schemeClr val="tx2"/>
                </a:solidFill>
                <a:effectLst/>
                <a:uLnTx/>
                <a:uFillTx/>
                <a:latin typeface="+mn-lt"/>
                <a:ea typeface="ヒラギノ角ゴ Pro W3"/>
                <a:cs typeface="Arial" charset="0"/>
              </a:rPr>
              <a:t>© Nokia 2018</a:t>
            </a:r>
            <a:endPar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endParaRPr>
          </a:p>
        </p:txBody>
      </p:sp>
    </p:spTree>
    <p:extLst>
      <p:ext uri="{BB962C8B-B14F-4D97-AF65-F5344CB8AC3E}">
        <p14:creationId xmlns:p14="http://schemas.microsoft.com/office/powerpoint/2010/main" val="856290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Nokia White 3">
    <p:spTree>
      <p:nvGrpSpPr>
        <p:cNvPr id="1" name=""/>
        <p:cNvGrpSpPr/>
        <p:nvPr/>
      </p:nvGrpSpPr>
      <p:grpSpPr>
        <a:xfrm>
          <a:off x="0" y="0"/>
          <a:ext cx="0" cy="0"/>
          <a:chOff x="0" y="0"/>
          <a:chExt cx="0" cy="0"/>
        </a:xfrm>
      </p:grpSpPr>
      <p:sp>
        <p:nvSpPr>
          <p:cNvPr id="10" name="Content Placeholder 2"/>
          <p:cNvSpPr>
            <a:spLocks noGrp="1"/>
          </p:cNvSpPr>
          <p:nvPr>
            <p:ph sz="quarter" idx="15"/>
          </p:nvPr>
        </p:nvSpPr>
        <p:spPr>
          <a:xfrm>
            <a:off x="418119" y="1080000"/>
            <a:ext cx="2592000" cy="3560400"/>
          </a:xfrm>
          <a:prstGeom prst="rect">
            <a:avLst/>
          </a:prstGeom>
        </p:spPr>
        <p:txBody>
          <a:bodyPr lIns="0" tIns="0" rIns="0" bIns="0"/>
          <a:lstStyle>
            <a:lvl1pPr>
              <a:defRPr sz="1600">
                <a:solidFill>
                  <a:schemeClr val="tx2"/>
                </a:solidFill>
              </a:defRPr>
            </a:lvl1pPr>
            <a:lvl2pPr marL="460800">
              <a:defRPr sz="1400"/>
            </a:lvl2pPr>
            <a:lvl3pPr marL="691200" indent="-230400">
              <a:defRPr sz="1200"/>
            </a:lvl3pPr>
            <a:lvl4pPr marL="921600">
              <a:defRPr sz="1000"/>
            </a:lvl4pPr>
            <a:lvl5pPr marL="1152000">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Content Placeholder 2"/>
          <p:cNvSpPr>
            <a:spLocks noGrp="1"/>
          </p:cNvSpPr>
          <p:nvPr>
            <p:ph sz="quarter" idx="19"/>
          </p:nvPr>
        </p:nvSpPr>
        <p:spPr>
          <a:xfrm>
            <a:off x="3261600" y="1080000"/>
            <a:ext cx="2592000" cy="3560400"/>
          </a:xfrm>
          <a:prstGeom prst="rect">
            <a:avLst/>
          </a:prstGeom>
        </p:spPr>
        <p:txBody>
          <a:bodyPr lIns="0" tIns="0" rIns="0" bIns="0"/>
          <a:lstStyle>
            <a:lvl1pPr>
              <a:defRPr sz="1600">
                <a:solidFill>
                  <a:schemeClr val="tx2"/>
                </a:solidFill>
              </a:defRPr>
            </a:lvl1pPr>
            <a:lvl2pPr marL="460800">
              <a:defRPr sz="1400"/>
            </a:lvl2pPr>
            <a:lvl3pPr marL="691200" indent="-230400">
              <a:defRPr sz="1200"/>
            </a:lvl3pPr>
            <a:lvl4pPr marL="921600">
              <a:defRPr sz="1000"/>
            </a:lvl4pPr>
            <a:lvl5pPr marL="1152000">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2"/>
          <p:cNvSpPr>
            <a:spLocks noGrp="1"/>
          </p:cNvSpPr>
          <p:nvPr>
            <p:ph sz="quarter" idx="20"/>
          </p:nvPr>
        </p:nvSpPr>
        <p:spPr>
          <a:xfrm>
            <a:off x="6120000" y="1080000"/>
            <a:ext cx="2592000" cy="3560400"/>
          </a:xfrm>
          <a:prstGeom prst="rect">
            <a:avLst/>
          </a:prstGeom>
        </p:spPr>
        <p:txBody>
          <a:bodyPr lIns="0" tIns="0" rIns="0" bIns="0"/>
          <a:lstStyle>
            <a:lvl1pPr>
              <a:defRPr sz="1600">
                <a:solidFill>
                  <a:schemeClr val="tx2"/>
                </a:solidFill>
              </a:defRPr>
            </a:lvl1pPr>
            <a:lvl2pPr marL="460800">
              <a:defRPr sz="1400"/>
            </a:lvl2pPr>
            <a:lvl3pPr marL="691200" indent="-230400">
              <a:defRPr sz="1200"/>
            </a:lvl3pPr>
            <a:lvl4pPr marL="921600">
              <a:defRPr sz="1000"/>
            </a:lvl4pPr>
            <a:lvl5pPr marL="1152000">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5"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
        <p:nvSpPr>
          <p:cNvPr id="8" name="Footer Placeholder 27"/>
          <p:cNvSpPr txBox="1">
            <a:spLocks/>
          </p:cNvSpPr>
          <p:nvPr userDrawn="1"/>
        </p:nvSpPr>
        <p:spPr>
          <a:xfrm>
            <a:off x="3271920" y="4815840"/>
            <a:ext cx="3525120" cy="123360"/>
          </a:xfrm>
          <a:prstGeom prst="rect">
            <a:avLst/>
          </a:prstGeom>
        </p:spPr>
        <p:txBody>
          <a:bodyPr vert="horz" lIns="0" tIns="0" rIns="0" bIns="0" rtlCol="0" anchor="b"/>
          <a:lstStyle>
            <a:lvl1pPr algn="l">
              <a:defRPr sz="800">
                <a:solidFill>
                  <a:schemeClr val="tx2"/>
                </a:solidFill>
                <a:latin typeface="+mn-lt"/>
              </a:defRPr>
            </a:lvl1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rPr>
              <a:t>&lt;Change information classification in footer&gt; </a:t>
            </a:r>
            <a:r>
              <a:rPr kumimoji="0" lang="en-GB" sz="800" b="0" i="0" u="none" strike="noStrike" kern="1200" cap="none" spc="0" normalizeH="0" baseline="0" noProof="0" dirty="0">
                <a:ln>
                  <a:noFill/>
                </a:ln>
                <a:solidFill>
                  <a:schemeClr val="tx2"/>
                </a:solidFill>
                <a:effectLst/>
                <a:uLnTx/>
                <a:uFillTx/>
                <a:latin typeface="+mn-lt"/>
                <a:ea typeface="ヒラギノ角ゴ Pro W3"/>
                <a:cs typeface="Arial" charset="0"/>
              </a:rPr>
              <a:t>© Nokia 2018</a:t>
            </a:r>
          </a:p>
        </p:txBody>
      </p:sp>
    </p:spTree>
    <p:extLst>
      <p:ext uri="{BB962C8B-B14F-4D97-AF65-F5344CB8AC3E}">
        <p14:creationId xmlns:p14="http://schemas.microsoft.com/office/powerpoint/2010/main" val="14636990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okia White 4">
    <p:spTree>
      <p:nvGrpSpPr>
        <p:cNvPr id="1" name=""/>
        <p:cNvGrpSpPr/>
        <p:nvPr/>
      </p:nvGrpSpPr>
      <p:grpSpPr>
        <a:xfrm>
          <a:off x="0" y="0"/>
          <a:ext cx="0" cy="0"/>
          <a:chOff x="0" y="0"/>
          <a:chExt cx="0" cy="0"/>
        </a:xfrm>
      </p:grpSpPr>
      <p:sp>
        <p:nvSpPr>
          <p:cNvPr id="12" name="Text Placeholder 10"/>
          <p:cNvSpPr>
            <a:spLocks noGrp="1"/>
          </p:cNvSpPr>
          <p:nvPr>
            <p:ph type="body" sz="quarter" idx="16"/>
          </p:nvPr>
        </p:nvSpPr>
        <p:spPr>
          <a:xfrm>
            <a:off x="417600" y="1080000"/>
            <a:ext cx="18936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14" name="Text Placeholder 10"/>
          <p:cNvSpPr>
            <a:spLocks noGrp="1"/>
          </p:cNvSpPr>
          <p:nvPr>
            <p:ph type="body" sz="quarter" idx="17"/>
          </p:nvPr>
        </p:nvSpPr>
        <p:spPr>
          <a:xfrm>
            <a:off x="4694400" y="1080000"/>
            <a:ext cx="1893600" cy="3560400"/>
          </a:xfrm>
          <a:prstGeom prst="rect">
            <a:avLst/>
          </a:prstGeom>
        </p:spPr>
        <p:txBody>
          <a:bodyPr lIns="0" tIns="0" rIns="0" bIns="0"/>
          <a:lstStyle>
            <a:lvl1pPr marL="0" indent="0">
              <a:spcAft>
                <a:spcPts val="600"/>
              </a:spcAft>
              <a:buNone/>
              <a:defRPr sz="1400" baseline="0">
                <a:solidFill>
                  <a:schemeClr val="tx2"/>
                </a:solidFill>
              </a:defRPr>
            </a:lvl1pPr>
            <a:lvl2pPr marL="0" indent="0">
              <a:spcAft>
                <a:spcPts val="600"/>
              </a:spcAft>
              <a:buNone/>
              <a:defRPr sz="1400">
                <a:solidFill>
                  <a:schemeClr val="tx2"/>
                </a:solidFill>
              </a:defRPr>
            </a:lvl2pPr>
            <a:lvl3pPr>
              <a:buNone/>
              <a:defRPr/>
            </a:lvl3pPr>
            <a:lvl4pPr>
              <a:buNone/>
              <a:defRPr/>
            </a:lvl4pPr>
            <a:lvl5pPr>
              <a:buNone/>
              <a:defRPr/>
            </a:lvl5pPr>
          </a:lstStyle>
          <a:p>
            <a:pPr lvl="0"/>
            <a:r>
              <a:rPr lang="en-US"/>
              <a:t>Click to edit Master text styles</a:t>
            </a:r>
          </a:p>
        </p:txBody>
      </p:sp>
      <p:sp>
        <p:nvSpPr>
          <p:cNvPr id="8" name="Text Placeholder 10"/>
          <p:cNvSpPr>
            <a:spLocks noGrp="1"/>
          </p:cNvSpPr>
          <p:nvPr>
            <p:ph type="body" sz="quarter" idx="19"/>
          </p:nvPr>
        </p:nvSpPr>
        <p:spPr>
          <a:xfrm>
            <a:off x="2556000" y="1080000"/>
            <a:ext cx="1893600" cy="3560400"/>
          </a:xfrm>
          <a:prstGeom prst="rect">
            <a:avLst/>
          </a:prstGeom>
        </p:spPr>
        <p:txBody>
          <a:bodyPr lIns="0" tIns="0" rIns="0" bIns="0"/>
          <a:lstStyle>
            <a:lvl1pPr marL="0" indent="0">
              <a:spcAft>
                <a:spcPts val="600"/>
              </a:spcAft>
              <a:buFont typeface="Arial" pitchFamily="34" charset="0"/>
              <a:buNone/>
              <a:defRPr sz="1400" baseline="0">
                <a:solidFill>
                  <a:schemeClr val="tx2"/>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15" name="Text Placeholder 10"/>
          <p:cNvSpPr>
            <a:spLocks noGrp="1"/>
          </p:cNvSpPr>
          <p:nvPr>
            <p:ph type="body" sz="quarter" idx="20"/>
          </p:nvPr>
        </p:nvSpPr>
        <p:spPr>
          <a:xfrm>
            <a:off x="6832800" y="1080000"/>
            <a:ext cx="1893600" cy="3560400"/>
          </a:xfrm>
          <a:prstGeom prst="rect">
            <a:avLst/>
          </a:prstGeom>
        </p:spPr>
        <p:txBody>
          <a:bodyPr lIns="0" tIns="0" rIns="0" bIns="0"/>
          <a:lstStyle>
            <a:lvl1pPr marL="0" indent="0">
              <a:spcAft>
                <a:spcPts val="600"/>
              </a:spcAft>
              <a:buNone/>
              <a:defRPr sz="1400" baseline="0">
                <a:solidFill>
                  <a:schemeClr val="tx2"/>
                </a:solidFill>
              </a:defRPr>
            </a:lvl1pPr>
            <a:lvl2pPr marL="0" indent="0">
              <a:spcAft>
                <a:spcPts val="600"/>
              </a:spcAft>
              <a:buNone/>
              <a:defRPr sz="1400">
                <a:solidFill>
                  <a:schemeClr val="tx2"/>
                </a:solidFill>
              </a:defRPr>
            </a:lvl2pPr>
            <a:lvl3pPr>
              <a:buNone/>
              <a:defRPr/>
            </a:lvl3pPr>
            <a:lvl4pPr>
              <a:buNone/>
              <a:defRPr/>
            </a:lvl4pPr>
            <a:lvl5pPr>
              <a:buNone/>
              <a:defRPr/>
            </a:lvl5pPr>
          </a:lstStyle>
          <a:p>
            <a:pPr lvl="0"/>
            <a:r>
              <a:rPr lang="en-US"/>
              <a:t>Click to edit Master text styles</a:t>
            </a:r>
          </a:p>
        </p:txBody>
      </p:sp>
      <p:sp>
        <p:nvSpPr>
          <p:cNvPr id="11"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6"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
        <p:nvSpPr>
          <p:cNvPr id="10" name="Footer Placeholder 27"/>
          <p:cNvSpPr txBox="1">
            <a:spLocks/>
          </p:cNvSpPr>
          <p:nvPr userDrawn="1"/>
        </p:nvSpPr>
        <p:spPr>
          <a:xfrm>
            <a:off x="3271920" y="4815840"/>
            <a:ext cx="3525120" cy="123360"/>
          </a:xfrm>
          <a:prstGeom prst="rect">
            <a:avLst/>
          </a:prstGeom>
        </p:spPr>
        <p:txBody>
          <a:bodyPr vert="horz" lIns="0" tIns="0" rIns="0" bIns="0" rtlCol="0" anchor="b"/>
          <a:lstStyle>
            <a:lvl1pPr algn="l">
              <a:defRPr sz="800">
                <a:solidFill>
                  <a:schemeClr val="tx2"/>
                </a:solidFill>
                <a:latin typeface="+mn-lt"/>
              </a:defRPr>
            </a:lvl1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rPr>
              <a:t>&lt;Change information classification in footer&gt; </a:t>
            </a:r>
            <a:r>
              <a:rPr kumimoji="0" lang="en-GB" sz="800" b="0" i="0" u="none" strike="noStrike" kern="1200" cap="none" spc="0" normalizeH="0" baseline="0" noProof="0" dirty="0">
                <a:ln>
                  <a:noFill/>
                </a:ln>
                <a:solidFill>
                  <a:schemeClr val="tx2"/>
                </a:solidFill>
                <a:effectLst/>
                <a:uLnTx/>
                <a:uFillTx/>
                <a:latin typeface="+mn-lt"/>
                <a:ea typeface="ヒラギノ角ゴ Pro W3"/>
                <a:cs typeface="Arial" charset="0"/>
              </a:rPr>
              <a:t>© Nokia 2018</a:t>
            </a:r>
            <a:endPar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endParaRPr>
          </a:p>
        </p:txBody>
      </p:sp>
    </p:spTree>
    <p:extLst>
      <p:ext uri="{BB962C8B-B14F-4D97-AF65-F5344CB8AC3E}">
        <p14:creationId xmlns:p14="http://schemas.microsoft.com/office/powerpoint/2010/main" val="19563130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Nokia White 4">
    <p:spTree>
      <p:nvGrpSpPr>
        <p:cNvPr id="1" name=""/>
        <p:cNvGrpSpPr/>
        <p:nvPr/>
      </p:nvGrpSpPr>
      <p:grpSpPr>
        <a:xfrm>
          <a:off x="0" y="0"/>
          <a:ext cx="0" cy="0"/>
          <a:chOff x="0" y="0"/>
          <a:chExt cx="0" cy="0"/>
        </a:xfrm>
      </p:grpSpPr>
      <p:sp>
        <p:nvSpPr>
          <p:cNvPr id="10" name="Content Placeholder 2"/>
          <p:cNvSpPr>
            <a:spLocks noGrp="1"/>
          </p:cNvSpPr>
          <p:nvPr>
            <p:ph sz="quarter" idx="15"/>
          </p:nvPr>
        </p:nvSpPr>
        <p:spPr>
          <a:xfrm>
            <a:off x="418119" y="1080000"/>
            <a:ext cx="18936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Content Placeholder 2"/>
          <p:cNvSpPr>
            <a:spLocks noGrp="1"/>
          </p:cNvSpPr>
          <p:nvPr>
            <p:ph sz="quarter" idx="19"/>
          </p:nvPr>
        </p:nvSpPr>
        <p:spPr>
          <a:xfrm>
            <a:off x="2556000" y="1080000"/>
            <a:ext cx="18936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2"/>
          <p:cNvSpPr>
            <a:spLocks noGrp="1"/>
          </p:cNvSpPr>
          <p:nvPr>
            <p:ph sz="quarter" idx="20"/>
          </p:nvPr>
        </p:nvSpPr>
        <p:spPr>
          <a:xfrm>
            <a:off x="4694400" y="1080000"/>
            <a:ext cx="18936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Content Placeholder 2"/>
          <p:cNvSpPr>
            <a:spLocks noGrp="1"/>
          </p:cNvSpPr>
          <p:nvPr>
            <p:ph sz="quarter" idx="21"/>
          </p:nvPr>
        </p:nvSpPr>
        <p:spPr>
          <a:xfrm>
            <a:off x="6832800" y="1080000"/>
            <a:ext cx="1893600" cy="3560400"/>
          </a:xfrm>
          <a:prstGeom prst="rect">
            <a:avLst/>
          </a:prstGeom>
        </p:spPr>
        <p:txBody>
          <a:bodyPr lIns="0" tIns="0" rIns="0" bIns="0"/>
          <a:lstStyle>
            <a:lvl1pPr>
              <a:defRPr sz="1600">
                <a:solidFill>
                  <a:schemeClr val="tx2"/>
                </a:solidFill>
              </a:defRPr>
            </a:lvl1pPr>
            <a:lvl2pPr marL="460800">
              <a:defRPr sz="1400">
                <a:solidFill>
                  <a:schemeClr val="tx2"/>
                </a:solidFill>
              </a:defRPr>
            </a:lvl2pPr>
            <a:lvl3pPr marL="691200" indent="-230400">
              <a:defRPr sz="1200">
                <a:solidFill>
                  <a:schemeClr val="tx2"/>
                </a:solidFill>
              </a:defRPr>
            </a:lvl3pPr>
            <a:lvl4pPr marL="921600">
              <a:defRPr sz="1000">
                <a:solidFill>
                  <a:schemeClr val="tx2"/>
                </a:solidFill>
              </a:defRPr>
            </a:lvl4pPr>
            <a:lvl5pPr marL="1152000">
              <a:defRPr sz="8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itle 1"/>
          <p:cNvSpPr>
            <a:spLocks noGrp="1"/>
          </p:cNvSpPr>
          <p:nvPr>
            <p:ph type="title" hasCustomPrompt="1"/>
          </p:nvPr>
        </p:nvSpPr>
        <p:spPr>
          <a:xfrm>
            <a:off x="417600" y="279249"/>
            <a:ext cx="8308800" cy="309600"/>
          </a:xfrm>
        </p:spPr>
        <p:txBody>
          <a:bodyPr/>
          <a:lstStyle>
            <a:lvl1pPr>
              <a:defRPr sz="2000" b="0">
                <a:solidFill>
                  <a:schemeClr val="tx1"/>
                </a:solidFill>
                <a:latin typeface="+mj-lt"/>
              </a:defRPr>
            </a:lvl1pPr>
          </a:lstStyle>
          <a:p>
            <a:r>
              <a:rPr lang="en-GB" dirty="0"/>
              <a:t>Click to edit headline</a:t>
            </a:r>
            <a:endParaRPr lang="en-US" dirty="0"/>
          </a:p>
        </p:txBody>
      </p:sp>
      <p:sp>
        <p:nvSpPr>
          <p:cNvPr id="17"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2"/>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
        <p:nvSpPr>
          <p:cNvPr id="12" name="Footer Placeholder 27"/>
          <p:cNvSpPr txBox="1">
            <a:spLocks/>
          </p:cNvSpPr>
          <p:nvPr userDrawn="1"/>
        </p:nvSpPr>
        <p:spPr>
          <a:xfrm>
            <a:off x="3271920" y="4815840"/>
            <a:ext cx="3525120" cy="123360"/>
          </a:xfrm>
          <a:prstGeom prst="rect">
            <a:avLst/>
          </a:prstGeom>
        </p:spPr>
        <p:txBody>
          <a:bodyPr vert="horz" lIns="0" tIns="0" rIns="0" bIns="0" rtlCol="0" anchor="b"/>
          <a:lstStyle>
            <a:lvl1pPr algn="l">
              <a:defRPr sz="800">
                <a:solidFill>
                  <a:schemeClr val="tx2"/>
                </a:solidFill>
                <a:latin typeface="+mn-lt"/>
              </a:defRPr>
            </a:lvl1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rPr>
              <a:t>&lt;Change information classification in footer&gt; </a:t>
            </a:r>
            <a:r>
              <a:rPr kumimoji="0" lang="en-GB" sz="800" b="0" i="0" u="none" strike="noStrike" kern="1200" cap="none" spc="0" normalizeH="0" baseline="0" noProof="0" dirty="0">
                <a:ln>
                  <a:noFill/>
                </a:ln>
                <a:solidFill>
                  <a:schemeClr val="tx2"/>
                </a:solidFill>
                <a:effectLst/>
                <a:uLnTx/>
                <a:uFillTx/>
                <a:latin typeface="+mn-lt"/>
                <a:ea typeface="ヒラギノ角ゴ Pro W3"/>
                <a:cs typeface="Arial" charset="0"/>
              </a:rPr>
              <a:t>© Nokia 2018</a:t>
            </a:r>
            <a:endParaRPr kumimoji="0" lang="en-US" sz="800" b="0" i="0" u="none" strike="noStrike" kern="1200" cap="none" spc="0" normalizeH="0" baseline="0" noProof="0" dirty="0">
              <a:ln>
                <a:noFill/>
              </a:ln>
              <a:solidFill>
                <a:schemeClr val="tx2"/>
              </a:solidFill>
              <a:effectLst/>
              <a:uLnTx/>
              <a:uFillTx/>
              <a:latin typeface="+mn-lt"/>
              <a:ea typeface="ヒラギノ角ゴ Pro W3"/>
              <a:cs typeface="Arial" panose="020B0604020202020204" pitchFamily="34" charset="0"/>
            </a:endParaRPr>
          </a:p>
        </p:txBody>
      </p:sp>
    </p:spTree>
    <p:extLst>
      <p:ext uri="{BB962C8B-B14F-4D97-AF65-F5344CB8AC3E}">
        <p14:creationId xmlns:p14="http://schemas.microsoft.com/office/powerpoint/2010/main" val="21944795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 White - plain with headlines">
    <p:spTree>
      <p:nvGrpSpPr>
        <p:cNvPr id="1" name=""/>
        <p:cNvGrpSpPr/>
        <p:nvPr/>
      </p:nvGrpSpPr>
      <p:grpSpPr>
        <a:xfrm>
          <a:off x="0" y="0"/>
          <a:ext cx="0" cy="0"/>
          <a:chOff x="0" y="0"/>
          <a:chExt cx="0" cy="0"/>
        </a:xfrm>
      </p:grpSpPr>
      <p:sp>
        <p:nvSpPr>
          <p:cNvPr id="13" name="Text Placeholder 12"/>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dirty="0"/>
              <a:t>Click to edit secondary headline</a:t>
            </a:r>
          </a:p>
        </p:txBody>
      </p:sp>
      <p:sp>
        <p:nvSpPr>
          <p:cNvPr id="68" name="Text Placeholder 42"/>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dirty="0"/>
              <a:t>Click to edit headline</a:t>
            </a:r>
          </a:p>
        </p:txBody>
      </p:sp>
      <p:sp>
        <p:nvSpPr>
          <p:cNvPr id="84"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tx2"/>
                </a:solidFill>
                <a:latin typeface="Nokia Pure Text" panose="020B0503020202020204" pitchFamily="34" charset="0"/>
                <a:ea typeface="Nokia Pure Text" panose="020B0503020202020204" pitchFamily="34" charset="0"/>
              </a:defRPr>
            </a:lvl1pPr>
          </a:lstStyle>
          <a:p>
            <a:r>
              <a:rPr lang="en-US">
                <a:cs typeface="Arial" panose="020B0604020202020204" pitchFamily="34" charset="0"/>
              </a:rPr>
              <a:t>Nokia Internal Use</a:t>
            </a:r>
            <a:endParaRPr lang="en-US" dirty="0">
              <a:cs typeface="Arial" panose="020B0604020202020204" pitchFamily="34" charset="0"/>
            </a:endParaRPr>
          </a:p>
        </p:txBody>
      </p:sp>
    </p:spTree>
    <p:extLst>
      <p:ext uri="{BB962C8B-B14F-4D97-AF65-F5344CB8AC3E}">
        <p14:creationId xmlns:p14="http://schemas.microsoft.com/office/powerpoint/2010/main" val="30045184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 White - one col tier text with headlines">
    <p:spTree>
      <p:nvGrpSpPr>
        <p:cNvPr id="1" name=""/>
        <p:cNvGrpSpPr/>
        <p:nvPr/>
      </p:nvGrpSpPr>
      <p:grpSpPr>
        <a:xfrm>
          <a:off x="0" y="0"/>
          <a:ext cx="0" cy="0"/>
          <a:chOff x="0" y="0"/>
          <a:chExt cx="0" cy="0"/>
        </a:xfrm>
      </p:grpSpPr>
      <p:sp>
        <p:nvSpPr>
          <p:cNvPr id="13" name="Text Placeholder 12"/>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dirty="0"/>
              <a:t>Click to edit secondary headline</a:t>
            </a:r>
          </a:p>
        </p:txBody>
      </p:sp>
      <p:sp>
        <p:nvSpPr>
          <p:cNvPr id="43" name="Text Placeholder 42"/>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dirty="0"/>
              <a:t>Click to edit headline</a:t>
            </a:r>
          </a:p>
        </p:txBody>
      </p:sp>
      <p:sp>
        <p:nvSpPr>
          <p:cNvPr id="8"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tx2"/>
                </a:solidFill>
                <a:latin typeface="+mn-lt"/>
              </a:defRPr>
            </a:lvl1pPr>
          </a:lstStyle>
          <a:p>
            <a:r>
              <a:rPr lang="en-US">
                <a:cs typeface="Arial" panose="020B0604020202020204" pitchFamily="34" charset="0"/>
              </a:rPr>
              <a:t>Nokia Internal Use</a:t>
            </a:r>
            <a:endParaRPr lang="en-US" dirty="0">
              <a:cs typeface="Arial" panose="020B0604020202020204" pitchFamily="34" charset="0"/>
            </a:endParaRPr>
          </a:p>
        </p:txBody>
      </p:sp>
      <p:sp>
        <p:nvSpPr>
          <p:cNvPr id="4" name="Text Placeholder 3"/>
          <p:cNvSpPr>
            <a:spLocks noGrp="1"/>
          </p:cNvSpPr>
          <p:nvPr>
            <p:ph type="body" sz="quarter" idx="12"/>
          </p:nvPr>
        </p:nvSpPr>
        <p:spPr>
          <a:xfrm>
            <a:off x="417600" y="1080000"/>
            <a:ext cx="8308800" cy="3560400"/>
          </a:xfrm>
          <a:prstGeom prst="rect">
            <a:avLst/>
          </a:prstGeom>
        </p:spPr>
        <p:txBody>
          <a:bodyPr lIns="0" tIns="0" rIns="0" bIns="0"/>
          <a:lstStyle>
            <a:lvl1pPr marL="230400" indent="-230400">
              <a:spcBef>
                <a:spcPts val="0"/>
              </a:spcBef>
              <a:spcAft>
                <a:spcPts val="600"/>
              </a:spcAft>
              <a:defRPr sz="1600">
                <a:solidFill>
                  <a:schemeClr val="tx2"/>
                </a:solidFill>
                <a:latin typeface="+mn-lt"/>
              </a:defRPr>
            </a:lvl1pPr>
            <a:lvl2pPr marL="460800" indent="-230400">
              <a:spcBef>
                <a:spcPts val="0"/>
              </a:spcBef>
              <a:spcAft>
                <a:spcPts val="600"/>
              </a:spcAft>
              <a:defRPr sz="1400">
                <a:solidFill>
                  <a:schemeClr val="tx2"/>
                </a:solidFill>
                <a:latin typeface="+mn-lt"/>
              </a:defRPr>
            </a:lvl2pPr>
            <a:lvl3pPr marL="691200">
              <a:spcBef>
                <a:spcPts val="0"/>
              </a:spcBef>
              <a:spcAft>
                <a:spcPts val="600"/>
              </a:spcAft>
              <a:defRPr sz="1200">
                <a:solidFill>
                  <a:schemeClr val="tx2"/>
                </a:solidFill>
                <a:latin typeface="+mn-lt"/>
              </a:defRPr>
            </a:lvl3pPr>
            <a:lvl4pPr marL="921600">
              <a:spcBef>
                <a:spcPts val="0"/>
              </a:spcBef>
              <a:spcAft>
                <a:spcPts val="600"/>
              </a:spcAft>
              <a:defRPr sz="1000">
                <a:solidFill>
                  <a:schemeClr val="tx2"/>
                </a:solidFill>
                <a:latin typeface="+mn-lt"/>
              </a:defRPr>
            </a:lvl4pPr>
            <a:lvl5pPr marL="1152000" indent="-228600">
              <a:spcBef>
                <a:spcPts val="0"/>
              </a:spcBef>
              <a:spcAft>
                <a:spcPts val="600"/>
              </a:spcAft>
              <a:buFont typeface="Arial" panose="020B0604020202020204" pitchFamily="34" charset="0"/>
              <a:buChar char="•"/>
              <a:defRPr sz="9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3664540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Trebuchet MS" pitchFamily="34" charset="0"/>
              </a:defRPr>
            </a:lvl1pPr>
          </a:lstStyle>
          <a:p>
            <a:r>
              <a:rPr lang="en-US"/>
              <a:t>CLICK TO EDIT MASTER TITLE STYLE</a:t>
            </a:r>
          </a:p>
        </p:txBody>
      </p:sp>
      <p:sp>
        <p:nvSpPr>
          <p:cNvPr id="1027" name="AutoShape 3"/>
          <p:cNvSpPr>
            <a:spLocks noChangeAspect="1" noChangeArrowheads="1" noTextEdit="1"/>
          </p:cNvSpPr>
          <p:nvPr userDrawn="1"/>
        </p:nvSpPr>
        <p:spPr bwMode="auto">
          <a:xfrm>
            <a:off x="251558" y="4720829"/>
            <a:ext cx="9144000" cy="29765"/>
          </a:xfrm>
          <a:prstGeom prst="rect">
            <a:avLst/>
          </a:prstGeom>
          <a:noFill/>
          <a:ln w="9525">
            <a:noFill/>
            <a:miter lim="800000"/>
            <a:headEnd/>
            <a:tailEnd/>
          </a:ln>
        </p:spPr>
        <p:txBody>
          <a:bodyPr vert="horz" wrap="square" lIns="69686" tIns="34843" rIns="69686" bIns="34843" numCol="1" anchor="t" anchorCtr="0" compatLnSpc="1">
            <a:prstTxWarp prst="textNoShape">
              <a:avLst/>
            </a:prstTxWarp>
          </a:bodyPr>
          <a:lstStyle/>
          <a:p>
            <a:endParaRPr lang="en-US"/>
          </a:p>
        </p:txBody>
      </p:sp>
    </p:spTree>
    <p:extLst>
      <p:ext uri="{BB962C8B-B14F-4D97-AF65-F5344CB8AC3E}">
        <p14:creationId xmlns:p14="http://schemas.microsoft.com/office/powerpoint/2010/main" val="2590363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Nokia White 0">
    <p:spTree>
      <p:nvGrpSpPr>
        <p:cNvPr id="1" name=""/>
        <p:cNvGrpSpPr/>
        <p:nvPr/>
      </p:nvGrpSpPr>
      <p:grpSpPr>
        <a:xfrm>
          <a:off x="0" y="0"/>
          <a:ext cx="0" cy="0"/>
          <a:chOff x="0" y="0"/>
          <a:chExt cx="0" cy="0"/>
        </a:xfrm>
      </p:grpSpPr>
      <p:sp>
        <p:nvSpPr>
          <p:cNvPr id="8"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tx2"/>
                </a:solidFill>
                <a:latin typeface="+mn-lt"/>
              </a:defRPr>
            </a:lvl1pPr>
          </a:lstStyle>
          <a:p>
            <a:r>
              <a:rPr lang="en-US" dirty="0">
                <a:cs typeface="Arial" panose="020B0604020202020204" pitchFamily="34" charset="0"/>
              </a:rPr>
              <a:t>&lt;Change information classification in footer&gt;</a:t>
            </a:r>
          </a:p>
        </p:txBody>
      </p:sp>
      <p:sp>
        <p:nvSpPr>
          <p:cNvPr id="3" name="Text Placeholder 2"/>
          <p:cNvSpPr>
            <a:spLocks noGrp="1"/>
          </p:cNvSpPr>
          <p:nvPr>
            <p:ph type="body" sz="quarter" idx="10" hasCustomPrompt="1"/>
          </p:nvPr>
        </p:nvSpPr>
        <p:spPr>
          <a:xfrm>
            <a:off x="417513" y="590400"/>
            <a:ext cx="8308800" cy="309600"/>
          </a:xfrm>
          <a:prstGeom prst="rect">
            <a:avLst/>
          </a:prstGeom>
        </p:spPr>
        <p:txBody>
          <a:bodyPr lIns="0" tIns="0" rIns="0" bIns="0"/>
          <a:lstStyle>
            <a:lvl1pPr marL="0" marR="0" indent="0" algn="l" defTabSz="464457" rtl="0" eaLnBrk="1" fontAlgn="base" latinLnBrk="0" hangingPunct="1">
              <a:lnSpc>
                <a:spcPct val="100000"/>
              </a:lnSpc>
              <a:spcBef>
                <a:spcPct val="0"/>
              </a:spcBef>
              <a:spcAft>
                <a:spcPts val="0"/>
              </a:spcAft>
              <a:buClrTx/>
              <a:buSzTx/>
              <a:buFont typeface="Arial" charset="0"/>
              <a:buNone/>
              <a:tabLst/>
              <a:defRPr sz="2100">
                <a:solidFill>
                  <a:schemeClr val="bg2"/>
                </a:solidFill>
                <a:latin typeface="+mj-lt"/>
              </a:defRPr>
            </a:lvl1pPr>
          </a:lstStyle>
          <a:p>
            <a:pPr marL="0" marR="0" lvl="0" indent="0" algn="l" defTabSz="464457" rtl="0" eaLnBrk="1" fontAlgn="base" latinLnBrk="0" hangingPunct="1">
              <a:lnSpc>
                <a:spcPct val="100000"/>
              </a:lnSpc>
              <a:spcBef>
                <a:spcPct val="0"/>
              </a:spcBef>
              <a:spcAft>
                <a:spcPts val="610"/>
              </a:spcAft>
              <a:buClrTx/>
              <a:buSzTx/>
              <a:buFont typeface="Arial" charset="0"/>
              <a:buNone/>
              <a:tabLst/>
              <a:defRPr/>
            </a:pPr>
            <a:r>
              <a:rPr lang="en-GB" dirty="0"/>
              <a:t>Click to edit secondary headline</a:t>
            </a:r>
          </a:p>
        </p:txBody>
      </p:sp>
      <p:sp>
        <p:nvSpPr>
          <p:cNvPr id="7" name="Content Placeholder 6"/>
          <p:cNvSpPr>
            <a:spLocks noGrp="1"/>
          </p:cNvSpPr>
          <p:nvPr>
            <p:ph sz="quarter" idx="11"/>
          </p:nvPr>
        </p:nvSpPr>
        <p:spPr>
          <a:xfrm>
            <a:off x="10149149" y="4817269"/>
            <a:ext cx="685978" cy="685800"/>
          </a:xfrm>
          <a:prstGeom prst="rect">
            <a:avLst/>
          </a:prstGeom>
        </p:spPr>
        <p:txBody>
          <a:bodyPr lIns="69686" tIns="34843" rIns="69686" bIns="3484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87840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Nokia Blue Plain">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367200" y="900000"/>
            <a:ext cx="8359200" cy="1980000"/>
          </a:xfrm>
        </p:spPr>
        <p:txBody>
          <a:bodyPr/>
          <a:lstStyle>
            <a:lvl1pPr marL="0" indent="0">
              <a:buNone/>
              <a:defRPr sz="6600">
                <a:solidFill>
                  <a:schemeClr val="bg1"/>
                </a:solidFill>
                <a:latin typeface="Nokia Pure Headline Ultra Light" panose="020B0204020202020204" pitchFamily="34" charset="0"/>
              </a:defRPr>
            </a:lvl1pPr>
          </a:lstStyle>
          <a:p>
            <a:pPr eaLnBrk="1" hangingPunct="1"/>
            <a:r>
              <a:rPr lang="en-US" dirty="0">
                <a:ea typeface="ヒラギノ角ゴ Pro W3"/>
                <a:cs typeface="ヒラギノ角ゴ Pro W3"/>
              </a:rPr>
              <a:t>Main headline in</a:t>
            </a:r>
            <a:br>
              <a:rPr lang="en-US" dirty="0">
                <a:ea typeface="ヒラギノ角ゴ Pro W3"/>
                <a:cs typeface="ヒラギノ角ゴ Pro W3"/>
              </a:rPr>
            </a:br>
            <a:r>
              <a:rPr lang="en-US" dirty="0">
                <a:ea typeface="ヒラギノ角ゴ Pro W3"/>
                <a:cs typeface="ヒラギノ角ゴ Pro W3"/>
              </a:rPr>
              <a:t>lower case here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7600" y="280580"/>
            <a:ext cx="1080000" cy="175283"/>
          </a:xfrm>
          <a:prstGeom prst="rect">
            <a:avLst/>
          </a:prstGeom>
        </p:spPr>
      </p:pic>
      <p:sp>
        <p:nvSpPr>
          <p:cNvPr id="7"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bg1"/>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8" name="Content Placeholder 12"/>
          <p:cNvSpPr>
            <a:spLocks noGrp="1"/>
          </p:cNvSpPr>
          <p:nvPr>
            <p:ph sz="quarter" idx="13" hasCustomPrompt="1"/>
          </p:nvPr>
        </p:nvSpPr>
        <p:spPr>
          <a:xfrm>
            <a:off x="417600" y="3059999"/>
            <a:ext cx="8308800" cy="1576800"/>
          </a:xfrm>
        </p:spPr>
        <p:txBody>
          <a:bodyPr/>
          <a:lstStyle>
            <a:lvl1pPr marL="0" indent="0">
              <a:buNone/>
              <a:defRPr sz="1800"/>
            </a:lvl1pPr>
            <a:lvl2pPr marL="230400" indent="-228600">
              <a:buFont typeface="Arial" panose="020B0604020202020204" pitchFamily="34" charset="0"/>
              <a:buChar char="•"/>
              <a:defRPr sz="1800"/>
            </a:lvl2pPr>
          </a:lstStyle>
          <a:p>
            <a:pPr lvl="0"/>
            <a:r>
              <a:rPr lang="en-US" dirty="0"/>
              <a:t>Supporting headline in sentence case here </a:t>
            </a:r>
          </a:p>
          <a:p>
            <a:pPr lvl="1"/>
            <a:r>
              <a:rPr lang="en-US" dirty="0"/>
              <a:t>Author/Presenter</a:t>
            </a:r>
          </a:p>
          <a:p>
            <a:pPr lvl="1"/>
            <a:r>
              <a:rPr lang="en-US" dirty="0"/>
              <a:t>DD-MM-YYYY</a:t>
            </a:r>
          </a:p>
        </p:txBody>
      </p:sp>
    </p:spTree>
    <p:extLst>
      <p:ext uri="{BB962C8B-B14F-4D97-AF65-F5344CB8AC3E}">
        <p14:creationId xmlns:p14="http://schemas.microsoft.com/office/powerpoint/2010/main" val="34161258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Nokia White 1">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418118" y="1080000"/>
            <a:ext cx="8308800" cy="3560400"/>
          </a:xfrm>
          <a:prstGeom prst="rect">
            <a:avLst/>
          </a:prstGeom>
        </p:spPr>
        <p:txBody>
          <a:bodyPr lIns="0" tIns="0" rIns="0" bIns="0"/>
          <a:lstStyle>
            <a:lvl1pPr>
              <a:defRPr sz="1600">
                <a:solidFill>
                  <a:schemeClr val="bg1"/>
                </a:solidFill>
              </a:defRPr>
            </a:lvl1pPr>
            <a:lvl2pPr marL="460800">
              <a:defRPr sz="1400"/>
            </a:lvl2pPr>
            <a:lvl3pPr marL="691200" indent="-230400">
              <a:defRPr sz="1200"/>
            </a:lvl3pPr>
            <a:lvl4pPr marL="921600">
              <a:defRPr sz="1000"/>
            </a:lvl4pPr>
            <a:lvl5pPr marL="1152000">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8" name="Title 1"/>
          <p:cNvSpPr>
            <a:spLocks noGrp="1"/>
          </p:cNvSpPr>
          <p:nvPr>
            <p:ph type="title" hasCustomPrompt="1"/>
          </p:nvPr>
        </p:nvSpPr>
        <p:spPr>
          <a:xfrm>
            <a:off x="418120" y="279249"/>
            <a:ext cx="8308800" cy="309600"/>
          </a:xfrm>
        </p:spPr>
        <p:txBody>
          <a:bodyPr/>
          <a:lstStyle>
            <a:lvl1pPr>
              <a:defRPr sz="2000" b="0">
                <a:solidFill>
                  <a:schemeClr val="bg1"/>
                </a:solidFill>
                <a:latin typeface="+mj-lt"/>
              </a:defRPr>
            </a:lvl1pPr>
          </a:lstStyle>
          <a:p>
            <a:r>
              <a:rPr lang="en-GB" noProof="0" dirty="0"/>
              <a:t>Click to edit headline</a:t>
            </a:r>
          </a:p>
        </p:txBody>
      </p:sp>
      <p:sp>
        <p:nvSpPr>
          <p:cNvPr id="6"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bg1"/>
                </a:solidFill>
                <a:latin typeface="+mn-lt"/>
              </a:defRPr>
            </a:lvl1pPr>
          </a:lstStyle>
          <a:p>
            <a:r>
              <a:rPr lang="en-GB">
                <a:cs typeface="Arial" panose="020B0604020202020204" pitchFamily="34" charset="0"/>
              </a:rPr>
              <a:t>Confidential</a:t>
            </a:r>
            <a:endParaRPr lang="en-GB" dirty="0">
              <a:cs typeface="Arial" panose="020B0604020202020204" pitchFamily="34" charset="0"/>
            </a:endParaRP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35200" y="4806000"/>
            <a:ext cx="690379" cy="112048"/>
          </a:xfrm>
          <a:prstGeom prst="rect">
            <a:avLst/>
          </a:prstGeom>
        </p:spPr>
      </p:pic>
      <p:sp>
        <p:nvSpPr>
          <p:cNvPr id="7"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1"/>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spTree>
    <p:extLst>
      <p:ext uri="{BB962C8B-B14F-4D97-AF65-F5344CB8AC3E}">
        <p14:creationId xmlns:p14="http://schemas.microsoft.com/office/powerpoint/2010/main" val="28678123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Nokia Blue Plain">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17599" y="280799"/>
            <a:ext cx="8308800" cy="4359600"/>
          </a:xfrm>
        </p:spPr>
        <p:txBody>
          <a:bodyPr/>
          <a:lstStyle>
            <a:lvl1pPr marL="0" indent="0">
              <a:spcAft>
                <a:spcPts val="1200"/>
              </a:spcAft>
              <a:buNone/>
              <a:defRPr sz="4400" baseline="0">
                <a:solidFill>
                  <a:schemeClr val="bg1"/>
                </a:solidFill>
                <a:latin typeface="Nokia Pure Headline Ultra Light" panose="020B0204020202020204" pitchFamily="34" charset="0"/>
              </a:defRPr>
            </a:lvl1pPr>
            <a:lvl2pPr>
              <a:defRPr>
                <a:solidFill>
                  <a:schemeClr val="bg1"/>
                </a:solidFill>
                <a:latin typeface="+mn-lt"/>
              </a:defRPr>
            </a:lvl2pPr>
            <a:lvl3pPr>
              <a:defRPr>
                <a:solidFill>
                  <a:schemeClr val="bg1"/>
                </a:solidFill>
                <a:latin typeface="+mn-lt"/>
              </a:defRPr>
            </a:lvl3pPr>
          </a:lstStyle>
          <a:p>
            <a:pPr lvl="0"/>
            <a:r>
              <a:rPr lang="en-US" dirty="0"/>
              <a:t>Click to edit Master text styles</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35200" y="4806000"/>
            <a:ext cx="690379" cy="112048"/>
          </a:xfrm>
          <a:prstGeom prst="rect">
            <a:avLst/>
          </a:prstGeom>
        </p:spPr>
      </p:pic>
      <p:sp>
        <p:nvSpPr>
          <p:cNvPr id="7"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bg1"/>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Nokia Blue Plain">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35200" y="4806000"/>
            <a:ext cx="690379" cy="112048"/>
          </a:xfrm>
          <a:prstGeom prst="rect">
            <a:avLst/>
          </a:prstGeom>
        </p:spPr>
      </p:pic>
      <p:sp>
        <p:nvSpPr>
          <p:cNvPr id="5"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bg1"/>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okia Blue Separato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07302" y="2430463"/>
            <a:ext cx="1741074" cy="282575"/>
          </a:xfrm>
          <a:prstGeom prst="rect">
            <a:avLst/>
          </a:prstGeom>
        </p:spPr>
      </p:pic>
      <p:sp>
        <p:nvSpPr>
          <p:cNvPr id="6"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bg1"/>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Nokia Blue Plain">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367200" y="900000"/>
            <a:ext cx="8359200" cy="1980000"/>
          </a:xfrm>
        </p:spPr>
        <p:txBody>
          <a:bodyPr/>
          <a:lstStyle>
            <a:lvl1pPr marL="0" indent="0">
              <a:buNone/>
              <a:defRPr sz="6600">
                <a:solidFill>
                  <a:schemeClr val="bg1"/>
                </a:solidFill>
                <a:latin typeface="Nokia Pure Headline Ultra Light" panose="020B0204020202020204" pitchFamily="34" charset="0"/>
              </a:defRPr>
            </a:lvl1pPr>
          </a:lstStyle>
          <a:p>
            <a:pPr eaLnBrk="1" hangingPunct="1"/>
            <a:r>
              <a:rPr lang="en-US" dirty="0">
                <a:ea typeface="ヒラギノ角ゴ Pro W3"/>
                <a:cs typeface="ヒラギノ角ゴ Pro W3"/>
              </a:rPr>
              <a:t>Main headline in</a:t>
            </a:r>
            <a:br>
              <a:rPr lang="en-US" dirty="0">
                <a:ea typeface="ヒラギノ角ゴ Pro W3"/>
                <a:cs typeface="ヒラギノ角ゴ Pro W3"/>
              </a:rPr>
            </a:br>
            <a:r>
              <a:rPr lang="en-US" dirty="0">
                <a:ea typeface="ヒラギノ角ゴ Pro W3"/>
                <a:cs typeface="ヒラギノ角ゴ Pro W3"/>
              </a:rPr>
              <a:t>lower case here</a:t>
            </a:r>
          </a:p>
        </p:txBody>
      </p:sp>
      <p:sp>
        <p:nvSpPr>
          <p:cNvPr id="13" name="Content Placeholder 12"/>
          <p:cNvSpPr>
            <a:spLocks noGrp="1"/>
          </p:cNvSpPr>
          <p:nvPr>
            <p:ph sz="quarter" idx="13" hasCustomPrompt="1"/>
          </p:nvPr>
        </p:nvSpPr>
        <p:spPr>
          <a:xfrm>
            <a:off x="417600" y="3059999"/>
            <a:ext cx="8308800" cy="1576800"/>
          </a:xfrm>
        </p:spPr>
        <p:txBody>
          <a:bodyPr/>
          <a:lstStyle>
            <a:lvl1pPr marL="0" indent="0">
              <a:buNone/>
              <a:defRPr sz="1800"/>
            </a:lvl1pPr>
            <a:lvl2pPr marL="230400" indent="-228600">
              <a:buFont typeface="Arial" panose="020B0604020202020204" pitchFamily="34" charset="0"/>
              <a:buChar char="•"/>
              <a:defRPr sz="1800"/>
            </a:lvl2pPr>
          </a:lstStyle>
          <a:p>
            <a:pPr lvl="0"/>
            <a:r>
              <a:rPr lang="en-US" dirty="0"/>
              <a:t>Supporting headline in sentence case here </a:t>
            </a:r>
          </a:p>
          <a:p>
            <a:pPr lvl="1"/>
            <a:r>
              <a:rPr lang="en-US" dirty="0"/>
              <a:t>Author/Presenter</a:t>
            </a:r>
          </a:p>
          <a:p>
            <a:pPr lvl="1"/>
            <a:r>
              <a:rPr lang="en-US" dirty="0"/>
              <a:t>DD-MM-YYYY</a:t>
            </a:r>
          </a:p>
        </p:txBody>
      </p:sp>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7920" y="326738"/>
            <a:ext cx="1080000" cy="175283"/>
          </a:xfrm>
          <a:prstGeom prst="rect">
            <a:avLst/>
          </a:prstGeom>
        </p:spPr>
      </p:pic>
      <p:sp>
        <p:nvSpPr>
          <p:cNvPr id="11" name="TextBox 10"/>
          <p:cNvSpPr txBox="1"/>
          <p:nvPr userDrawn="1"/>
        </p:nvSpPr>
        <p:spPr>
          <a:xfrm>
            <a:off x="7711441" y="286577"/>
            <a:ext cx="989242" cy="215444"/>
          </a:xfrm>
          <a:prstGeom prst="rect">
            <a:avLst/>
          </a:prstGeom>
          <a:noFill/>
        </p:spPr>
        <p:txBody>
          <a:bodyPr wrap="square" lIns="0" tIns="0" rIns="0" bIns="0" rtlCol="0">
            <a:spAutoFit/>
          </a:bodyPr>
          <a:lstStyle/>
          <a:p>
            <a:pPr algn="r"/>
            <a:r>
              <a:rPr lang="en-GB" sz="1400">
                <a:solidFill>
                  <a:schemeClr val="bg1"/>
                </a:solidFill>
                <a:latin typeface="+mn-lt"/>
              </a:rPr>
              <a:t>Bell Labs</a:t>
            </a:r>
            <a:endParaRPr lang="en-GB" sz="1400" dirty="0">
              <a:solidFill>
                <a:schemeClr val="bg1"/>
              </a:solidFill>
              <a:latin typeface="+mn-lt"/>
            </a:endParaRPr>
          </a:p>
        </p:txBody>
      </p:sp>
    </p:spTree>
    <p:extLst>
      <p:ext uri="{BB962C8B-B14F-4D97-AF65-F5344CB8AC3E}">
        <p14:creationId xmlns:p14="http://schemas.microsoft.com/office/powerpoint/2010/main" val="7444376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Nokia White 1">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418118" y="1080000"/>
            <a:ext cx="8308800" cy="3560400"/>
          </a:xfrm>
          <a:prstGeom prst="rect">
            <a:avLst/>
          </a:prstGeom>
        </p:spPr>
        <p:txBody>
          <a:bodyPr lIns="0" tIns="0" rIns="0" bIns="0"/>
          <a:lstStyle>
            <a:lvl1pPr>
              <a:defRPr sz="1600">
                <a:solidFill>
                  <a:schemeClr val="bg1"/>
                </a:solidFill>
              </a:defRPr>
            </a:lvl1pPr>
            <a:lvl2pPr marL="460800">
              <a:defRPr sz="1400"/>
            </a:lvl2pPr>
            <a:lvl3pPr marL="691200" indent="-230400">
              <a:defRPr sz="1200"/>
            </a:lvl3pPr>
            <a:lvl4pPr marL="921600">
              <a:defRPr sz="1000"/>
            </a:lvl4pPr>
            <a:lvl5pPr marL="1152000">
              <a:defRPr sz="8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8" name="Title 1"/>
          <p:cNvSpPr>
            <a:spLocks noGrp="1"/>
          </p:cNvSpPr>
          <p:nvPr>
            <p:ph type="title" hasCustomPrompt="1"/>
          </p:nvPr>
        </p:nvSpPr>
        <p:spPr>
          <a:xfrm>
            <a:off x="418120" y="279249"/>
            <a:ext cx="8308800" cy="309600"/>
          </a:xfrm>
        </p:spPr>
        <p:txBody>
          <a:bodyPr/>
          <a:lstStyle>
            <a:lvl1pPr>
              <a:defRPr sz="2000" b="0">
                <a:solidFill>
                  <a:schemeClr val="bg1"/>
                </a:solidFill>
                <a:latin typeface="+mj-lt"/>
              </a:defRPr>
            </a:lvl1pPr>
          </a:lstStyle>
          <a:p>
            <a:r>
              <a:rPr lang="en-GB" noProof="0" dirty="0"/>
              <a:t>Click to edit headline</a:t>
            </a:r>
          </a:p>
        </p:txBody>
      </p:sp>
      <p:sp>
        <p:nvSpPr>
          <p:cNvPr id="7" name="Text Placeholder 2"/>
          <p:cNvSpPr>
            <a:spLocks noGrp="1"/>
          </p:cNvSpPr>
          <p:nvPr>
            <p:ph type="body" sz="quarter" idx="10" hasCustomPrompt="1"/>
          </p:nvPr>
        </p:nvSpPr>
        <p:spPr>
          <a:xfrm>
            <a:off x="417512" y="590400"/>
            <a:ext cx="8308800" cy="309600"/>
          </a:xfrm>
          <a:prstGeom prst="rect">
            <a:avLst/>
          </a:prstGeom>
        </p:spPr>
        <p:txBody>
          <a:bodyPr lIns="0" tIns="0" rIns="0" bIns="0"/>
          <a:lstStyle>
            <a:lvl1pPr marL="0" marR="0" indent="0" algn="l" defTabSz="457200" rtl="0" eaLnBrk="1" fontAlgn="base" latinLnBrk="0" hangingPunct="1">
              <a:lnSpc>
                <a:spcPct val="100000"/>
              </a:lnSpc>
              <a:spcBef>
                <a:spcPct val="0"/>
              </a:spcBef>
              <a:spcAft>
                <a:spcPts val="0"/>
              </a:spcAft>
              <a:buClrTx/>
              <a:buSzTx/>
              <a:buFont typeface="Arial" charset="0"/>
              <a:buNone/>
              <a:tabLst/>
              <a:defRPr sz="2000">
                <a:solidFill>
                  <a:schemeClr val="bg1"/>
                </a:solidFill>
                <a:latin typeface="+mj-lt"/>
              </a:defRPr>
            </a:lvl1pPr>
          </a:lstStyle>
          <a:p>
            <a:pPr marL="0" marR="0" lvl="0" indent="0" algn="l" defTabSz="457200" rtl="0" eaLnBrk="1" fontAlgn="base" latinLnBrk="0" hangingPunct="1">
              <a:lnSpc>
                <a:spcPct val="100000"/>
              </a:lnSpc>
              <a:spcBef>
                <a:spcPct val="0"/>
              </a:spcBef>
              <a:spcAft>
                <a:spcPts val="600"/>
              </a:spcAft>
              <a:buClrTx/>
              <a:buSzTx/>
              <a:buFont typeface="Arial" charset="0"/>
              <a:buNone/>
              <a:tabLst/>
              <a:defRPr/>
            </a:pPr>
            <a:r>
              <a:rPr lang="en-GB" dirty="0"/>
              <a:t>Click to edit secondary headline</a:t>
            </a:r>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360" y="4674159"/>
            <a:ext cx="690379" cy="112048"/>
          </a:xfrm>
          <a:prstGeom prst="rect">
            <a:avLst/>
          </a:prstGeom>
        </p:spPr>
      </p:pic>
    </p:spTree>
    <p:extLst>
      <p:ext uri="{BB962C8B-B14F-4D97-AF65-F5344CB8AC3E}">
        <p14:creationId xmlns:p14="http://schemas.microsoft.com/office/powerpoint/2010/main" val="38087867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Nokia Blue Plain">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17599" y="280799"/>
            <a:ext cx="8308800" cy="4359600"/>
          </a:xfrm>
        </p:spPr>
        <p:txBody>
          <a:bodyPr/>
          <a:lstStyle>
            <a:lvl1pPr marL="0" indent="0">
              <a:spcAft>
                <a:spcPts val="1200"/>
              </a:spcAft>
              <a:buNone/>
              <a:defRPr sz="4400" baseline="0">
                <a:solidFill>
                  <a:schemeClr val="bg1"/>
                </a:solidFill>
                <a:latin typeface="Nokia Pure Headline Ultra Light" panose="020B0204020202020204" pitchFamily="34" charset="0"/>
              </a:defRPr>
            </a:lvl1pPr>
            <a:lvl2pPr>
              <a:defRPr>
                <a:solidFill>
                  <a:schemeClr val="bg1"/>
                </a:solidFill>
                <a:latin typeface="+mn-lt"/>
              </a:defRPr>
            </a:lvl2pPr>
            <a:lvl3pPr>
              <a:defRPr>
                <a:solidFill>
                  <a:schemeClr val="bg1"/>
                </a:solidFill>
                <a:latin typeface="+mn-lt"/>
              </a:defRPr>
            </a:lvl3pPr>
          </a:lstStyle>
          <a:p>
            <a:pPr lvl="0"/>
            <a:r>
              <a:rPr lang="en-US" dirty="0"/>
              <a:t>Click to edit Master text styles</a:t>
            </a:r>
          </a:p>
        </p:txBody>
      </p:sp>
    </p:spTree>
    <p:extLst>
      <p:ext uri="{BB962C8B-B14F-4D97-AF65-F5344CB8AC3E}">
        <p14:creationId xmlns:p14="http://schemas.microsoft.com/office/powerpoint/2010/main" val="27650393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Nokia Blue Plain">
    <p:spTree>
      <p:nvGrpSpPr>
        <p:cNvPr id="1" name=""/>
        <p:cNvGrpSpPr/>
        <p:nvPr/>
      </p:nvGrpSpPr>
      <p:grpSpPr>
        <a:xfrm>
          <a:off x="0" y="0"/>
          <a:ext cx="0" cy="0"/>
          <a:chOff x="0" y="0"/>
          <a:chExt cx="0" cy="0"/>
        </a:xfrm>
      </p:grpSpPr>
    </p:spTree>
    <p:extLst>
      <p:ext uri="{BB962C8B-B14F-4D97-AF65-F5344CB8AC3E}">
        <p14:creationId xmlns:p14="http://schemas.microsoft.com/office/powerpoint/2010/main" val="8117313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Nokia Blue Separato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707302" y="2430463"/>
            <a:ext cx="1741074" cy="282575"/>
          </a:xfrm>
          <a:prstGeom prst="rect">
            <a:avLst/>
          </a:prstGeom>
        </p:spPr>
      </p:pic>
    </p:spTree>
    <p:extLst>
      <p:ext uri="{BB962C8B-B14F-4D97-AF65-F5344CB8AC3E}">
        <p14:creationId xmlns:p14="http://schemas.microsoft.com/office/powerpoint/2010/main" val="30551788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White cover Nokia Blue Black">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367200" y="900000"/>
            <a:ext cx="8308800" cy="1980000"/>
          </a:xfrm>
        </p:spPr>
        <p:txBody>
          <a:bodyPr/>
          <a:lstStyle>
            <a:lvl1pPr marL="0" indent="0">
              <a:buNone/>
              <a:defRPr sz="6600">
                <a:solidFill>
                  <a:schemeClr val="tx2"/>
                </a:solidFill>
                <a:latin typeface="Nokia Pure Headline Ultra Light" panose="020B0204020202020204" pitchFamily="34" charset="0"/>
              </a:defRPr>
            </a:lvl1pPr>
          </a:lstStyle>
          <a:p>
            <a:pPr eaLnBrk="1" hangingPunct="1"/>
            <a:r>
              <a:rPr lang="en-US" dirty="0">
                <a:ea typeface="ヒラギノ角ゴ Pro W3"/>
                <a:cs typeface="ヒラギノ角ゴ Pro W3"/>
              </a:rPr>
              <a:t>Main headline in</a:t>
            </a:r>
            <a:br>
              <a:rPr lang="en-US" dirty="0">
                <a:ea typeface="ヒラギノ角ゴ Pro W3"/>
                <a:cs typeface="ヒラギノ角ゴ Pro W3"/>
              </a:rPr>
            </a:br>
            <a:r>
              <a:rPr lang="en-US" dirty="0">
                <a:ea typeface="ヒラギノ角ゴ Pro W3"/>
                <a:cs typeface="ヒラギノ角ゴ Pro W3"/>
              </a:rPr>
              <a:t>lower case here</a:t>
            </a:r>
          </a:p>
        </p:txBody>
      </p:sp>
      <p:sp>
        <p:nvSpPr>
          <p:cNvPr id="7"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
        <p:nvSpPr>
          <p:cNvPr id="6" name="Slide Number Placeholder 5"/>
          <p:cNvSpPr txBox="1">
            <a:spLocks/>
          </p:cNvSpPr>
          <p:nvPr userDrawn="1"/>
        </p:nvSpPr>
        <p:spPr>
          <a:xfrm>
            <a:off x="433388" y="4816800"/>
            <a:ext cx="144462"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GB" sz="800" smtClean="0">
                <a:solidFill>
                  <a:schemeClr val="tx2"/>
                </a:solidFill>
                <a:latin typeface="+mn-lt"/>
                <a:cs typeface="Arial" panose="020B0604020202020204" pitchFamily="34" charset="0"/>
              </a:rPr>
              <a:pPr>
                <a:defRPr/>
              </a:pPr>
              <a:t>‹#›</a:t>
            </a:fld>
            <a:endParaRPr lang="en-GB" dirty="0">
              <a:solidFill>
                <a:schemeClr val="tx2"/>
              </a:solidFill>
              <a:latin typeface="+mn-lt"/>
              <a:cs typeface="Arial" panose="020B0604020202020204" pitchFamily="34" charset="0"/>
            </a:endParaRPr>
          </a:p>
        </p:txBody>
      </p:sp>
      <p:sp>
        <p:nvSpPr>
          <p:cNvPr id="8" name="TextBox 7"/>
          <p:cNvSpPr txBox="1"/>
          <p:nvPr userDrawn="1"/>
        </p:nvSpPr>
        <p:spPr>
          <a:xfrm>
            <a:off x="657000" y="4816800"/>
            <a:ext cx="1800000" cy="122237"/>
          </a:xfrm>
          <a:prstGeom prst="rect">
            <a:avLst/>
          </a:prstGeom>
          <a:noFill/>
        </p:spPr>
        <p:txBody>
          <a:bodyPr wrap="square" lIns="0" tIns="0" rIns="0" bIns="0" anchor="b">
            <a:spAutoFit/>
          </a:bodyPr>
          <a:lstStyle/>
          <a:p>
            <a:r>
              <a:rPr lang="en-GB" sz="800" dirty="0">
                <a:solidFill>
                  <a:schemeClr val="tx2"/>
                </a:solidFill>
                <a:latin typeface="+mn-lt"/>
                <a:cs typeface="Arial" charset="0"/>
              </a:rPr>
              <a:t>© Nokia 2018</a:t>
            </a:r>
          </a:p>
        </p:txBody>
      </p:sp>
      <p:sp>
        <p:nvSpPr>
          <p:cNvPr id="14" name="Content Placeholder 11"/>
          <p:cNvSpPr>
            <a:spLocks noGrp="1"/>
          </p:cNvSpPr>
          <p:nvPr>
            <p:ph sz="quarter" idx="11" hasCustomPrompt="1"/>
          </p:nvPr>
        </p:nvSpPr>
        <p:spPr>
          <a:xfrm>
            <a:off x="417600" y="3060000"/>
            <a:ext cx="8308800" cy="1576800"/>
          </a:xfrm>
        </p:spPr>
        <p:txBody>
          <a:bodyPr/>
          <a:lstStyle>
            <a:lvl1pPr marL="0" indent="0">
              <a:buFontTx/>
              <a:buNone/>
              <a:defRPr sz="1800">
                <a:solidFill>
                  <a:schemeClr val="tx2"/>
                </a:solidFill>
              </a:defRPr>
            </a:lvl1pPr>
            <a:lvl2pPr>
              <a:defRPr sz="1800">
                <a:solidFill>
                  <a:schemeClr val="tx1"/>
                </a:solidFill>
              </a:defRPr>
            </a:lvl2pPr>
            <a:lvl3pPr marL="230400" indent="-230400">
              <a:defRPr sz="1800">
                <a:solidFill>
                  <a:schemeClr val="tx2"/>
                </a:solidFill>
              </a:defRPr>
            </a:lvl3pPr>
            <a:lvl4pPr>
              <a:defRPr sz="1800">
                <a:solidFill>
                  <a:schemeClr val="tx1"/>
                </a:solidFill>
              </a:defRPr>
            </a:lvl4pPr>
            <a:lvl5pPr>
              <a:defRPr sz="1800">
                <a:solidFill>
                  <a:schemeClr val="tx1"/>
                </a:solidFill>
              </a:defRPr>
            </a:lvl5pPr>
          </a:lstStyle>
          <a:p>
            <a:pPr lvl="0"/>
            <a:r>
              <a:rPr lang="en-US" dirty="0"/>
              <a:t>White internal cover slide – Supporting headline in sentence case here</a:t>
            </a:r>
          </a:p>
          <a:p>
            <a:pPr lvl="2"/>
            <a:r>
              <a:rPr lang="en-US" dirty="0"/>
              <a:t>Author/Presenter</a:t>
            </a:r>
          </a:p>
          <a:p>
            <a:pPr lvl="2"/>
            <a:r>
              <a:rPr lang="en-US" dirty="0"/>
              <a:t>DD-MM-YYYY</a:t>
            </a:r>
          </a:p>
          <a:p>
            <a:pPr lvl="2"/>
            <a:endParaRPr lang="en-US" dirty="0"/>
          </a:p>
        </p:txBody>
      </p:sp>
    </p:spTree>
    <p:extLst>
      <p:ext uri="{BB962C8B-B14F-4D97-AF65-F5344CB8AC3E}">
        <p14:creationId xmlns:p14="http://schemas.microsoft.com/office/powerpoint/2010/main" val="20210922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568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image" Target="../media/image2.png"/><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6.xml"/><Relationship Id="rId7"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5.png"/><Relationship Id="rId5" Type="http://schemas.openxmlformats.org/officeDocument/2006/relationships/theme" Target="../theme/theme4.xml"/><Relationship Id="rId4"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34.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6.xml"/><Relationship Id="rId1" Type="http://schemas.openxmlformats.org/officeDocument/2006/relationships/slideLayout" Target="../slideLayouts/slideLayout35.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17600" y="280988"/>
            <a:ext cx="8308800" cy="309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fr-FR"/>
              <a:t>Cliquez pour modifier le style du titre</a:t>
            </a:r>
            <a:endParaRPr lang="en-US" dirty="0"/>
          </a:p>
        </p:txBody>
      </p:sp>
      <p:sp>
        <p:nvSpPr>
          <p:cNvPr id="37" name="Slide Number Placeholder 5"/>
          <p:cNvSpPr txBox="1">
            <a:spLocks/>
          </p:cNvSpPr>
          <p:nvPr/>
        </p:nvSpPr>
        <p:spPr>
          <a:xfrm>
            <a:off x="419102" y="4816800"/>
            <a:ext cx="144462"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GB" sz="800" smtClean="0">
                <a:solidFill>
                  <a:schemeClr val="tx2"/>
                </a:solidFill>
                <a:latin typeface="+mn-lt"/>
                <a:cs typeface="Arial" panose="020B0604020202020204" pitchFamily="34" charset="0"/>
              </a:rPr>
              <a:pPr>
                <a:defRPr/>
              </a:pPr>
              <a:t>‹#›</a:t>
            </a:fld>
            <a:endParaRPr lang="en-GB" dirty="0">
              <a:solidFill>
                <a:schemeClr val="tx2"/>
              </a:solidFill>
              <a:latin typeface="+mn-lt"/>
              <a:cs typeface="Arial" panose="020B0604020202020204" pitchFamily="34" charset="0"/>
            </a:endParaRPr>
          </a:p>
        </p:txBody>
      </p:sp>
      <p:sp>
        <p:nvSpPr>
          <p:cNvPr id="38" name="TextBox 37"/>
          <p:cNvSpPr txBox="1"/>
          <p:nvPr/>
        </p:nvSpPr>
        <p:spPr>
          <a:xfrm>
            <a:off x="657000" y="4816800"/>
            <a:ext cx="1800000" cy="122237"/>
          </a:xfrm>
          <a:prstGeom prst="rect">
            <a:avLst/>
          </a:prstGeom>
          <a:noFill/>
        </p:spPr>
        <p:txBody>
          <a:bodyPr wrap="square" lIns="0" tIns="0" rIns="0" bIns="0" anchor="b">
            <a:spAutoFit/>
          </a:bodyPr>
          <a:lstStyle/>
          <a:p>
            <a:r>
              <a:rPr lang="en-GB" sz="800" dirty="0">
                <a:solidFill>
                  <a:schemeClr val="tx2"/>
                </a:solidFill>
                <a:latin typeface="+mn-lt"/>
                <a:cs typeface="Arial" charset="0"/>
              </a:rPr>
              <a:t>© Nokia 2018</a:t>
            </a:r>
          </a:p>
        </p:txBody>
      </p:sp>
      <p:sp>
        <p:nvSpPr>
          <p:cNvPr id="39"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tx2"/>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pic>
        <p:nvPicPr>
          <p:cNvPr id="3" name="Picture 2"/>
          <p:cNvPicPr>
            <a:picLocks/>
          </p:cNvPicPr>
          <p:nvPr/>
        </p:nvPicPr>
        <p:blipFill>
          <a:blip r:embed="rId12">
            <a:extLst>
              <a:ext uri="{28A0092B-C50C-407E-A947-70E740481C1C}">
                <a14:useLocalDpi xmlns:a14="http://schemas.microsoft.com/office/drawing/2010/main" val="0"/>
              </a:ext>
            </a:extLst>
          </a:blip>
          <a:stretch>
            <a:fillRect/>
          </a:stretch>
        </p:blipFill>
        <p:spPr>
          <a:xfrm>
            <a:off x="8035200" y="4806000"/>
            <a:ext cx="691200" cy="111597"/>
          </a:xfrm>
          <a:prstGeom prst="rect">
            <a:avLst/>
          </a:prstGeom>
        </p:spPr>
      </p:pic>
    </p:spTree>
  </p:cSld>
  <p:clrMap bg1="lt1" tx1="dk1" bg2="lt2" tx2="dk2" accent1="accent1" accent2="accent2" accent3="accent3" accent4="accent4" accent5="accent5" accent6="accent6" hlink="hlink" folHlink="folHlink"/>
  <p:sldLayoutIdLst>
    <p:sldLayoutId id="2147483804" r:id="rId1"/>
    <p:sldLayoutId id="2147483806" r:id="rId2"/>
    <p:sldLayoutId id="2147483816" r:id="rId3"/>
    <p:sldLayoutId id="2147483805" r:id="rId4"/>
    <p:sldLayoutId id="2147483817" r:id="rId5"/>
    <p:sldLayoutId id="2147483814" r:id="rId6"/>
    <p:sldLayoutId id="2147483818" r:id="rId7"/>
    <p:sldLayoutId id="2147483815" r:id="rId8"/>
    <p:sldLayoutId id="2147483819" r:id="rId9"/>
    <p:sldLayoutId id="2147483832" r:id="rId10"/>
  </p:sldLayoutIdLst>
  <p:hf sldNum="0" hdr="0" dt="0"/>
  <p:txStyles>
    <p:titleStyle>
      <a:lvl1pPr algn="l" defTabSz="457200" rtl="0" eaLnBrk="1" fontAlgn="base" hangingPunct="1">
        <a:spcBef>
          <a:spcPct val="0"/>
        </a:spcBef>
        <a:spcAft>
          <a:spcPct val="0"/>
        </a:spcAft>
        <a:defRPr sz="2000" b="0" kern="1200">
          <a:solidFill>
            <a:schemeClr val="tx1"/>
          </a:solidFill>
          <a:latin typeface="+mj-lt"/>
          <a:ea typeface="Nokia Pure Headline Ultra Light" panose="020B0204020202020204" pitchFamily="34" charset="0"/>
          <a:cs typeface="Arial"/>
        </a:defRPr>
      </a:lvl1pPr>
      <a:lvl2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2pPr>
      <a:lvl3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3pPr>
      <a:lvl4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4pPr>
      <a:lvl5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5pPr>
      <a:lvl6pPr marL="457200" algn="l" defTabSz="457200" rtl="0" eaLnBrk="1" fontAlgn="base" hangingPunct="1">
        <a:spcBef>
          <a:spcPct val="0"/>
        </a:spcBef>
        <a:spcAft>
          <a:spcPct val="0"/>
        </a:spcAft>
        <a:defRPr b="1">
          <a:solidFill>
            <a:schemeClr val="bg2"/>
          </a:solidFill>
          <a:latin typeface="Arial" charset="0"/>
          <a:ea typeface="ヒラギノ角ゴ Pro W3" charset="0"/>
        </a:defRPr>
      </a:lvl6pPr>
      <a:lvl7pPr marL="914400" algn="l" defTabSz="457200" rtl="0" eaLnBrk="1" fontAlgn="base" hangingPunct="1">
        <a:spcBef>
          <a:spcPct val="0"/>
        </a:spcBef>
        <a:spcAft>
          <a:spcPct val="0"/>
        </a:spcAft>
        <a:defRPr b="1">
          <a:solidFill>
            <a:schemeClr val="bg2"/>
          </a:solidFill>
          <a:latin typeface="Arial" charset="0"/>
          <a:ea typeface="ヒラギノ角ゴ Pro W3" charset="0"/>
        </a:defRPr>
      </a:lvl7pPr>
      <a:lvl8pPr marL="1371600" algn="l" defTabSz="457200" rtl="0" eaLnBrk="1" fontAlgn="base" hangingPunct="1">
        <a:spcBef>
          <a:spcPct val="0"/>
        </a:spcBef>
        <a:spcAft>
          <a:spcPct val="0"/>
        </a:spcAft>
        <a:defRPr b="1">
          <a:solidFill>
            <a:schemeClr val="bg2"/>
          </a:solidFill>
          <a:latin typeface="Arial" charset="0"/>
          <a:ea typeface="ヒラギノ角ゴ Pro W3" charset="0"/>
        </a:defRPr>
      </a:lvl8pPr>
      <a:lvl9pPr marL="1828800" algn="l" defTabSz="457200" rtl="0" eaLnBrk="1" fontAlgn="base" hangingPunct="1">
        <a:spcBef>
          <a:spcPct val="0"/>
        </a:spcBef>
        <a:spcAft>
          <a:spcPct val="0"/>
        </a:spcAft>
        <a:defRPr b="1">
          <a:solidFill>
            <a:schemeClr val="bg2"/>
          </a:solidFill>
          <a:latin typeface="Arial" charset="0"/>
          <a:ea typeface="ヒラギノ角ゴ Pro W3" charset="0"/>
        </a:defRPr>
      </a:lvl9pPr>
    </p:titleStyle>
    <p:bodyStyle>
      <a:lvl1pPr marL="230188" indent="-230188" algn="l" defTabSz="457200" rtl="0" eaLnBrk="1" fontAlgn="base" hangingPunct="1">
        <a:spcBef>
          <a:spcPct val="0"/>
        </a:spcBef>
        <a:spcAft>
          <a:spcPts val="600"/>
        </a:spcAft>
        <a:buFont typeface="Arial" charset="0"/>
        <a:buChar char="•"/>
        <a:defRPr sz="3200" kern="1200">
          <a:solidFill>
            <a:schemeClr val="tx2"/>
          </a:solidFill>
          <a:latin typeface="+mn-lt"/>
          <a:ea typeface="ヒラギノ角ゴ Pro W3" charset="0"/>
          <a:cs typeface="ヒラギノ角ゴ Pro W3" charset="0"/>
        </a:defRPr>
      </a:lvl1pPr>
      <a:lvl2pPr marL="458788" indent="-228600" algn="l" defTabSz="457200" rtl="0" eaLnBrk="1" fontAlgn="base" hangingPunct="1">
        <a:spcBef>
          <a:spcPct val="0"/>
        </a:spcBef>
        <a:spcAft>
          <a:spcPts val="600"/>
        </a:spcAft>
        <a:buFont typeface="Lucida Grande"/>
        <a:buChar char="-"/>
        <a:defRPr sz="2800" kern="1200">
          <a:solidFill>
            <a:schemeClr val="tx2"/>
          </a:solidFill>
          <a:latin typeface="+mn-lt"/>
          <a:ea typeface="ヒラギノ角ゴ Pro W3" charset="0"/>
          <a:cs typeface="ヒラギノ角ゴ Pro W3"/>
        </a:defRPr>
      </a:lvl2pPr>
      <a:lvl3pPr marL="684213" indent="-225425" algn="l" defTabSz="457200" rtl="0" eaLnBrk="1" fontAlgn="base" hangingPunct="1">
        <a:spcBef>
          <a:spcPct val="0"/>
        </a:spcBef>
        <a:spcAft>
          <a:spcPts val="600"/>
        </a:spcAft>
        <a:buFont typeface="Arial" charset="0"/>
        <a:buChar char="•"/>
        <a:defRPr sz="2400" kern="1200">
          <a:solidFill>
            <a:schemeClr val="tx2"/>
          </a:solidFill>
          <a:latin typeface="+mn-lt"/>
          <a:ea typeface="ヒラギノ角ゴ Pro W3" charset="0"/>
          <a:cs typeface="ヒラギノ角ゴ Pro W3"/>
        </a:defRPr>
      </a:lvl3pPr>
      <a:lvl4pPr marL="912813" indent="-228600" algn="l" defTabSz="457200" rtl="0" eaLnBrk="1" fontAlgn="base" hangingPunct="1">
        <a:spcBef>
          <a:spcPct val="0"/>
        </a:spcBef>
        <a:spcAft>
          <a:spcPts val="600"/>
        </a:spcAft>
        <a:buFont typeface="Lucida Grande"/>
        <a:buChar char="-"/>
        <a:defRPr sz="2000" kern="1200">
          <a:solidFill>
            <a:schemeClr val="tx2"/>
          </a:solidFill>
          <a:latin typeface="+mn-lt"/>
          <a:ea typeface="ヒラギノ角ゴ Pro W3" charset="0"/>
          <a:cs typeface="ヒラギノ角ゴ Pro W3"/>
        </a:defRPr>
      </a:lvl4pPr>
      <a:lvl5pPr marL="1143000" indent="-230188" algn="l" defTabSz="457200" rtl="0" eaLnBrk="1" fontAlgn="base" hangingPunct="1">
        <a:spcBef>
          <a:spcPct val="0"/>
        </a:spcBef>
        <a:spcAft>
          <a:spcPts val="600"/>
        </a:spcAft>
        <a:buFont typeface="Arial" charset="0"/>
        <a:buChar char="•"/>
        <a:defRPr sz="2000" kern="1200">
          <a:solidFill>
            <a:schemeClr val="tx2"/>
          </a:solidFill>
          <a:latin typeface="+mn-lt"/>
          <a:ea typeface="ヒラギノ角ゴ Pro W3" charset="0"/>
          <a:cs typeface="ヒラギノ角ゴ Pro W3"/>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17600" y="280988"/>
            <a:ext cx="8308800" cy="309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endParaRPr lang="en-US" dirty="0"/>
          </a:p>
        </p:txBody>
      </p:sp>
      <p:sp>
        <p:nvSpPr>
          <p:cNvPr id="37" name="Slide Number Placeholder 5"/>
          <p:cNvSpPr txBox="1">
            <a:spLocks/>
          </p:cNvSpPr>
          <p:nvPr/>
        </p:nvSpPr>
        <p:spPr>
          <a:xfrm>
            <a:off x="419102" y="4816800"/>
            <a:ext cx="144462"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GB" sz="800" smtClean="0">
                <a:solidFill>
                  <a:schemeClr val="tx2"/>
                </a:solidFill>
                <a:latin typeface="+mn-lt"/>
                <a:cs typeface="Arial" panose="020B0604020202020204" pitchFamily="34" charset="0"/>
              </a:rPr>
              <a:pPr>
                <a:defRPr/>
              </a:pPr>
              <a:t>‹#›</a:t>
            </a:fld>
            <a:endParaRPr lang="en-GB" dirty="0">
              <a:solidFill>
                <a:schemeClr val="tx2"/>
              </a:solidFill>
              <a:latin typeface="+mn-lt"/>
              <a:cs typeface="Arial" panose="020B0604020202020204" pitchFamily="34" charset="0"/>
            </a:endParaRPr>
          </a:p>
        </p:txBody>
      </p:sp>
      <p:sp>
        <p:nvSpPr>
          <p:cNvPr id="39" name="Footer Placeholder 27"/>
          <p:cNvSpPr>
            <a:spLocks noGrp="1"/>
          </p:cNvSpPr>
          <p:nvPr>
            <p:ph type="ftr" sz="quarter" idx="3"/>
          </p:nvPr>
        </p:nvSpPr>
        <p:spPr>
          <a:xfrm>
            <a:off x="3873708" y="4776787"/>
            <a:ext cx="1396584" cy="103040"/>
          </a:xfrm>
          <a:prstGeom prst="rect">
            <a:avLst/>
          </a:prstGeom>
        </p:spPr>
        <p:txBody>
          <a:bodyPr vert="horz" lIns="0" tIns="0" rIns="0" bIns="0" rtlCol="0" anchor="b"/>
          <a:lstStyle>
            <a:lvl1pPr algn="l">
              <a:defRPr sz="800">
                <a:solidFill>
                  <a:schemeClr val="tx2"/>
                </a:solidFill>
                <a:latin typeface="+mn-lt"/>
              </a:defRPr>
            </a:lvl1pPr>
          </a:lstStyle>
          <a:p>
            <a:pPr algn="ctr"/>
            <a:r>
              <a:rPr lang="en-GB" dirty="0">
                <a:cs typeface="Arial" charset="0"/>
              </a:rPr>
              <a:t>© Nokia 2018</a:t>
            </a:r>
          </a:p>
        </p:txBody>
      </p:sp>
      <p:pic>
        <p:nvPicPr>
          <p:cNvPr id="7" name="Picture 6"/>
          <p:cNvPicPr>
            <a:picLocks/>
          </p:cNvPicPr>
          <p:nvPr userDrawn="1"/>
        </p:nvPicPr>
        <p:blipFill>
          <a:blip r:embed="rId15" cstate="email">
            <a:extLst>
              <a:ext uri="{28A0092B-C50C-407E-A947-70E740481C1C}">
                <a14:useLocalDpi xmlns:a14="http://schemas.microsoft.com/office/drawing/2010/main"/>
              </a:ext>
            </a:extLst>
          </a:blip>
          <a:stretch>
            <a:fillRect/>
          </a:stretch>
        </p:blipFill>
        <p:spPr>
          <a:xfrm>
            <a:off x="405040" y="4663760"/>
            <a:ext cx="691200" cy="111597"/>
          </a:xfrm>
          <a:prstGeom prst="rect">
            <a:avLst/>
          </a:prstGeom>
        </p:spPr>
      </p:pic>
      <p:sp>
        <p:nvSpPr>
          <p:cNvPr id="8" name="TextBox 7"/>
          <p:cNvSpPr txBox="1"/>
          <p:nvPr userDrawn="1"/>
        </p:nvSpPr>
        <p:spPr>
          <a:xfrm>
            <a:off x="7701281" y="4606080"/>
            <a:ext cx="1029882" cy="169277"/>
          </a:xfrm>
          <a:prstGeom prst="rect">
            <a:avLst/>
          </a:prstGeom>
          <a:noFill/>
        </p:spPr>
        <p:txBody>
          <a:bodyPr wrap="square" lIns="0" tIns="0" rIns="0" bIns="0" rtlCol="0">
            <a:spAutoFit/>
          </a:bodyPr>
          <a:lstStyle/>
          <a:p>
            <a:pPr algn="r"/>
            <a:r>
              <a:rPr lang="en-GB" sz="1100" dirty="0">
                <a:solidFill>
                  <a:schemeClr val="tx1"/>
                </a:solidFill>
                <a:latin typeface="+mn-lt"/>
              </a:rPr>
              <a:t>Bell Labs</a:t>
            </a:r>
          </a:p>
        </p:txBody>
      </p:sp>
    </p:spTree>
    <p:extLst>
      <p:ext uri="{BB962C8B-B14F-4D97-AF65-F5344CB8AC3E}">
        <p14:creationId xmlns:p14="http://schemas.microsoft.com/office/powerpoint/2010/main" val="108769770"/>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Lst>
  <p:hf sldNum="0" hdr="0" dt="0"/>
  <p:txStyles>
    <p:titleStyle>
      <a:lvl1pPr algn="l" defTabSz="457200" rtl="0" eaLnBrk="1" fontAlgn="base" hangingPunct="1">
        <a:spcBef>
          <a:spcPct val="0"/>
        </a:spcBef>
        <a:spcAft>
          <a:spcPct val="0"/>
        </a:spcAft>
        <a:defRPr sz="2000" b="0" kern="1200">
          <a:solidFill>
            <a:schemeClr val="tx1"/>
          </a:solidFill>
          <a:latin typeface="+mj-lt"/>
          <a:ea typeface="Nokia Pure Headline Ultra Light" panose="020B0204020202020204" pitchFamily="34" charset="0"/>
          <a:cs typeface="Arial"/>
        </a:defRPr>
      </a:lvl1pPr>
      <a:lvl2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2pPr>
      <a:lvl3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3pPr>
      <a:lvl4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4pPr>
      <a:lvl5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5pPr>
      <a:lvl6pPr marL="457200" algn="l" defTabSz="457200" rtl="0" eaLnBrk="1" fontAlgn="base" hangingPunct="1">
        <a:spcBef>
          <a:spcPct val="0"/>
        </a:spcBef>
        <a:spcAft>
          <a:spcPct val="0"/>
        </a:spcAft>
        <a:defRPr b="1">
          <a:solidFill>
            <a:schemeClr val="bg2"/>
          </a:solidFill>
          <a:latin typeface="Arial" charset="0"/>
          <a:ea typeface="ヒラギノ角ゴ Pro W3" charset="0"/>
        </a:defRPr>
      </a:lvl6pPr>
      <a:lvl7pPr marL="914400" algn="l" defTabSz="457200" rtl="0" eaLnBrk="1" fontAlgn="base" hangingPunct="1">
        <a:spcBef>
          <a:spcPct val="0"/>
        </a:spcBef>
        <a:spcAft>
          <a:spcPct val="0"/>
        </a:spcAft>
        <a:defRPr b="1">
          <a:solidFill>
            <a:schemeClr val="bg2"/>
          </a:solidFill>
          <a:latin typeface="Arial" charset="0"/>
          <a:ea typeface="ヒラギノ角ゴ Pro W3" charset="0"/>
        </a:defRPr>
      </a:lvl7pPr>
      <a:lvl8pPr marL="1371600" algn="l" defTabSz="457200" rtl="0" eaLnBrk="1" fontAlgn="base" hangingPunct="1">
        <a:spcBef>
          <a:spcPct val="0"/>
        </a:spcBef>
        <a:spcAft>
          <a:spcPct val="0"/>
        </a:spcAft>
        <a:defRPr b="1">
          <a:solidFill>
            <a:schemeClr val="bg2"/>
          </a:solidFill>
          <a:latin typeface="Arial" charset="0"/>
          <a:ea typeface="ヒラギノ角ゴ Pro W3" charset="0"/>
        </a:defRPr>
      </a:lvl8pPr>
      <a:lvl9pPr marL="1828800" algn="l" defTabSz="457200" rtl="0" eaLnBrk="1" fontAlgn="base" hangingPunct="1">
        <a:spcBef>
          <a:spcPct val="0"/>
        </a:spcBef>
        <a:spcAft>
          <a:spcPct val="0"/>
        </a:spcAft>
        <a:defRPr b="1">
          <a:solidFill>
            <a:schemeClr val="bg2"/>
          </a:solidFill>
          <a:latin typeface="Arial" charset="0"/>
          <a:ea typeface="ヒラギノ角ゴ Pro W3" charset="0"/>
        </a:defRPr>
      </a:lvl9pPr>
    </p:titleStyle>
    <p:bodyStyle>
      <a:lvl1pPr marL="230188" indent="-230188" algn="l" defTabSz="457200" rtl="0" eaLnBrk="1" fontAlgn="base" hangingPunct="1">
        <a:spcBef>
          <a:spcPct val="0"/>
        </a:spcBef>
        <a:spcAft>
          <a:spcPts val="600"/>
        </a:spcAft>
        <a:buFont typeface="Arial" charset="0"/>
        <a:buChar char="•"/>
        <a:defRPr sz="3200" kern="1200">
          <a:solidFill>
            <a:schemeClr val="tx2"/>
          </a:solidFill>
          <a:latin typeface="+mn-lt"/>
          <a:ea typeface="ヒラギノ角ゴ Pro W3" charset="0"/>
          <a:cs typeface="ヒラギノ角ゴ Pro W3" charset="0"/>
        </a:defRPr>
      </a:lvl1pPr>
      <a:lvl2pPr marL="458788" indent="-228600" algn="l" defTabSz="457200" rtl="0" eaLnBrk="1" fontAlgn="base" hangingPunct="1">
        <a:spcBef>
          <a:spcPct val="0"/>
        </a:spcBef>
        <a:spcAft>
          <a:spcPts val="600"/>
        </a:spcAft>
        <a:buFont typeface="Lucida Grande"/>
        <a:buChar char="-"/>
        <a:defRPr sz="2800" kern="1200">
          <a:solidFill>
            <a:schemeClr val="tx2"/>
          </a:solidFill>
          <a:latin typeface="+mn-lt"/>
          <a:ea typeface="ヒラギノ角ゴ Pro W3" charset="0"/>
          <a:cs typeface="ヒラギノ角ゴ Pro W3"/>
        </a:defRPr>
      </a:lvl2pPr>
      <a:lvl3pPr marL="684213" indent="-225425" algn="l" defTabSz="457200" rtl="0" eaLnBrk="1" fontAlgn="base" hangingPunct="1">
        <a:spcBef>
          <a:spcPct val="0"/>
        </a:spcBef>
        <a:spcAft>
          <a:spcPts val="600"/>
        </a:spcAft>
        <a:buFont typeface="Arial" charset="0"/>
        <a:buChar char="•"/>
        <a:defRPr sz="2400" kern="1200">
          <a:solidFill>
            <a:schemeClr val="tx2"/>
          </a:solidFill>
          <a:latin typeface="+mn-lt"/>
          <a:ea typeface="ヒラギノ角ゴ Pro W3" charset="0"/>
          <a:cs typeface="ヒラギノ角ゴ Pro W3"/>
        </a:defRPr>
      </a:lvl3pPr>
      <a:lvl4pPr marL="912813" indent="-228600" algn="l" defTabSz="457200" rtl="0" eaLnBrk="1" fontAlgn="base" hangingPunct="1">
        <a:spcBef>
          <a:spcPct val="0"/>
        </a:spcBef>
        <a:spcAft>
          <a:spcPts val="600"/>
        </a:spcAft>
        <a:buFont typeface="Lucida Grande"/>
        <a:buChar char="-"/>
        <a:defRPr sz="2000" kern="1200">
          <a:solidFill>
            <a:schemeClr val="tx2"/>
          </a:solidFill>
          <a:latin typeface="+mn-lt"/>
          <a:ea typeface="ヒラギノ角ゴ Pro W3" charset="0"/>
          <a:cs typeface="ヒラギノ角ゴ Pro W3"/>
        </a:defRPr>
      </a:lvl4pPr>
      <a:lvl5pPr marL="1143000" indent="-230188" algn="l" defTabSz="457200" rtl="0" eaLnBrk="1" fontAlgn="base" hangingPunct="1">
        <a:spcBef>
          <a:spcPct val="0"/>
        </a:spcBef>
        <a:spcAft>
          <a:spcPts val="600"/>
        </a:spcAft>
        <a:buFont typeface="Arial" charset="0"/>
        <a:buChar char="•"/>
        <a:defRPr sz="2000" kern="1200">
          <a:solidFill>
            <a:schemeClr val="tx2"/>
          </a:solidFill>
          <a:latin typeface="+mn-lt"/>
          <a:ea typeface="ヒラギノ角ゴ Pro W3" charset="0"/>
          <a:cs typeface="ヒラギノ角ゴ Pro W3"/>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6155" name="Title Placeholder 1"/>
          <p:cNvSpPr>
            <a:spLocks noGrp="1"/>
          </p:cNvSpPr>
          <p:nvPr>
            <p:ph type="title"/>
          </p:nvPr>
        </p:nvSpPr>
        <p:spPr bwMode="auto">
          <a:xfrm>
            <a:off x="417513" y="280800"/>
            <a:ext cx="8308800" cy="3096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title style</a:t>
            </a:r>
          </a:p>
        </p:txBody>
      </p:sp>
      <p:sp>
        <p:nvSpPr>
          <p:cNvPr id="6156" name="Text Placeholder 2"/>
          <p:cNvSpPr>
            <a:spLocks noGrp="1"/>
          </p:cNvSpPr>
          <p:nvPr>
            <p:ph type="body" idx="1"/>
          </p:nvPr>
        </p:nvSpPr>
        <p:spPr bwMode="auto">
          <a:xfrm>
            <a:off x="417513" y="1080000"/>
            <a:ext cx="8308800" cy="3560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p:cNvSpPr txBox="1">
            <a:spLocks/>
          </p:cNvSpPr>
          <p:nvPr/>
        </p:nvSpPr>
        <p:spPr>
          <a:xfrm>
            <a:off x="433388" y="4816800"/>
            <a:ext cx="144462"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GB" sz="800" smtClean="0">
                <a:solidFill>
                  <a:schemeClr val="bg1"/>
                </a:solidFill>
                <a:latin typeface="+mn-lt"/>
                <a:cs typeface="Arial" panose="020B0604020202020204" pitchFamily="34" charset="0"/>
              </a:rPr>
              <a:pPr>
                <a:defRPr/>
              </a:pPr>
              <a:t>‹#›</a:t>
            </a:fld>
            <a:endParaRPr lang="en-GB" dirty="0">
              <a:solidFill>
                <a:schemeClr val="bg1"/>
              </a:solidFill>
              <a:latin typeface="+mn-lt"/>
              <a:cs typeface="Arial" panose="020B0604020202020204" pitchFamily="34" charset="0"/>
            </a:endParaRPr>
          </a:p>
        </p:txBody>
      </p:sp>
      <p:sp>
        <p:nvSpPr>
          <p:cNvPr id="16" name="TextBox 15"/>
          <p:cNvSpPr txBox="1"/>
          <p:nvPr/>
        </p:nvSpPr>
        <p:spPr>
          <a:xfrm>
            <a:off x="657000" y="4816800"/>
            <a:ext cx="1800000" cy="122237"/>
          </a:xfrm>
          <a:prstGeom prst="rect">
            <a:avLst/>
          </a:prstGeom>
          <a:noFill/>
        </p:spPr>
        <p:txBody>
          <a:bodyPr wrap="square" lIns="0" tIns="0" rIns="0" bIns="0" anchor="b">
            <a:spAutoFit/>
          </a:bodyPr>
          <a:lstStyle/>
          <a:p>
            <a:r>
              <a:rPr lang="en-GB" sz="800" dirty="0">
                <a:solidFill>
                  <a:schemeClr val="bg1"/>
                </a:solidFill>
                <a:latin typeface="+mn-lt"/>
                <a:cs typeface="Arial" charset="0"/>
              </a:rPr>
              <a:t>© Nokia 2018</a:t>
            </a:r>
          </a:p>
        </p:txBody>
      </p:sp>
      <p:sp>
        <p:nvSpPr>
          <p:cNvPr id="8"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ctr">
              <a:defRPr sz="800">
                <a:solidFill>
                  <a:schemeClr val="bg1"/>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20" r:id="rId1"/>
    <p:sldLayoutId id="2147483821" r:id="rId2"/>
    <p:sldLayoutId id="2147483808" r:id="rId3"/>
    <p:sldLayoutId id="2147483809" r:id="rId4"/>
    <p:sldLayoutId id="2147483810" r:id="rId5"/>
    <p:sldLayoutId id="2147483848" r:id="rId6"/>
  </p:sldLayoutIdLst>
  <p:hf sldNum="0" hdr="0" dt="0"/>
  <p:txStyles>
    <p:titleStyle>
      <a:lvl1pPr algn="l" defTabSz="457200" rtl="0" eaLnBrk="0" fontAlgn="base" hangingPunct="0">
        <a:spcBef>
          <a:spcPct val="0"/>
        </a:spcBef>
        <a:spcAft>
          <a:spcPct val="0"/>
        </a:spcAft>
        <a:defRPr sz="2000" b="0" kern="1200">
          <a:solidFill>
            <a:schemeClr val="bg1"/>
          </a:solidFill>
          <a:latin typeface="+mj-lt"/>
          <a:ea typeface="Nokia Pure Headline Ultra Light" panose="020B0204020202020204" pitchFamily="34" charset="0"/>
          <a:cs typeface="Arial"/>
        </a:defRPr>
      </a:lvl1pPr>
      <a:lvl2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2pPr>
      <a:lvl3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3pPr>
      <a:lvl4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4pPr>
      <a:lvl5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5pPr>
      <a:lvl6pPr marL="457200" algn="l" defTabSz="457200" rtl="0" eaLnBrk="1" fontAlgn="base" hangingPunct="1">
        <a:spcBef>
          <a:spcPct val="0"/>
        </a:spcBef>
        <a:spcAft>
          <a:spcPct val="0"/>
        </a:spcAft>
        <a:defRPr b="1">
          <a:solidFill>
            <a:schemeClr val="bg2"/>
          </a:solidFill>
          <a:latin typeface="Arial" charset="0"/>
          <a:ea typeface="ヒラギノ角ゴ Pro W3" charset="0"/>
        </a:defRPr>
      </a:lvl6pPr>
      <a:lvl7pPr marL="914400" algn="l" defTabSz="457200" rtl="0" eaLnBrk="1" fontAlgn="base" hangingPunct="1">
        <a:spcBef>
          <a:spcPct val="0"/>
        </a:spcBef>
        <a:spcAft>
          <a:spcPct val="0"/>
        </a:spcAft>
        <a:defRPr b="1">
          <a:solidFill>
            <a:schemeClr val="bg2"/>
          </a:solidFill>
          <a:latin typeface="Arial" charset="0"/>
          <a:ea typeface="ヒラギノ角ゴ Pro W3" charset="0"/>
        </a:defRPr>
      </a:lvl7pPr>
      <a:lvl8pPr marL="1371600" algn="l" defTabSz="457200" rtl="0" eaLnBrk="1" fontAlgn="base" hangingPunct="1">
        <a:spcBef>
          <a:spcPct val="0"/>
        </a:spcBef>
        <a:spcAft>
          <a:spcPct val="0"/>
        </a:spcAft>
        <a:defRPr b="1">
          <a:solidFill>
            <a:schemeClr val="bg2"/>
          </a:solidFill>
          <a:latin typeface="Arial" charset="0"/>
          <a:ea typeface="ヒラギノ角ゴ Pro W3" charset="0"/>
        </a:defRPr>
      </a:lvl8pPr>
      <a:lvl9pPr marL="1828800" algn="l" defTabSz="457200" rtl="0" eaLnBrk="1" fontAlgn="base" hangingPunct="1">
        <a:spcBef>
          <a:spcPct val="0"/>
        </a:spcBef>
        <a:spcAft>
          <a:spcPct val="0"/>
        </a:spcAft>
        <a:defRPr b="1">
          <a:solidFill>
            <a:schemeClr val="bg2"/>
          </a:solidFill>
          <a:latin typeface="Arial" charset="0"/>
          <a:ea typeface="ヒラギノ角ゴ Pro W3" charset="0"/>
        </a:defRPr>
      </a:lvl9pPr>
    </p:titleStyle>
    <p:bodyStyle>
      <a:lvl1pPr marL="230188" indent="-230188" algn="l" defTabSz="457200" rtl="0" eaLnBrk="0" fontAlgn="base" hangingPunct="0">
        <a:spcBef>
          <a:spcPct val="0"/>
        </a:spcBef>
        <a:spcAft>
          <a:spcPts val="600"/>
        </a:spcAft>
        <a:buFont typeface="Arial" charset="0"/>
        <a:buChar char="•"/>
        <a:defRPr sz="3200" kern="1200">
          <a:solidFill>
            <a:schemeClr val="bg1"/>
          </a:solidFill>
          <a:latin typeface="+mn-lt"/>
          <a:ea typeface="ヒラギノ角ゴ Pro W3" charset="0"/>
          <a:cs typeface="ヒラギノ角ゴ Pro W3" charset="0"/>
        </a:defRPr>
      </a:lvl1pPr>
      <a:lvl2pPr marL="458788" indent="-228600" algn="l" defTabSz="457200" rtl="0" eaLnBrk="0" fontAlgn="base" hangingPunct="0">
        <a:spcBef>
          <a:spcPct val="0"/>
        </a:spcBef>
        <a:spcAft>
          <a:spcPts val="600"/>
        </a:spcAft>
        <a:buFont typeface="Lucida Grande"/>
        <a:buChar char="-"/>
        <a:defRPr sz="2800" kern="1200">
          <a:solidFill>
            <a:schemeClr val="bg1"/>
          </a:solidFill>
          <a:latin typeface="+mn-lt"/>
          <a:ea typeface="ヒラギノ角ゴ Pro W3" charset="0"/>
          <a:cs typeface="ヒラギノ角ゴ Pro W3"/>
        </a:defRPr>
      </a:lvl2pPr>
      <a:lvl3pPr marL="684213" indent="-225425" algn="l" defTabSz="457200" rtl="0" eaLnBrk="0" fontAlgn="base" hangingPunct="0">
        <a:spcBef>
          <a:spcPct val="0"/>
        </a:spcBef>
        <a:spcAft>
          <a:spcPts val="600"/>
        </a:spcAft>
        <a:buFont typeface="Arial" charset="0"/>
        <a:buChar char="•"/>
        <a:defRPr sz="2400" kern="1200">
          <a:solidFill>
            <a:schemeClr val="bg1"/>
          </a:solidFill>
          <a:latin typeface="+mn-lt"/>
          <a:ea typeface="ヒラギノ角ゴ Pro W3" charset="0"/>
          <a:cs typeface="ヒラギノ角ゴ Pro W3"/>
        </a:defRPr>
      </a:lvl3pPr>
      <a:lvl4pPr marL="912813" indent="-228600" algn="l" defTabSz="457200" rtl="0" eaLnBrk="0" fontAlgn="base" hangingPunct="0">
        <a:spcBef>
          <a:spcPct val="0"/>
        </a:spcBef>
        <a:spcAft>
          <a:spcPts val="600"/>
        </a:spcAft>
        <a:buFont typeface="Lucida Grande"/>
        <a:buChar char="-"/>
        <a:defRPr sz="2000" kern="1200">
          <a:solidFill>
            <a:schemeClr val="bg1"/>
          </a:solidFill>
          <a:latin typeface="+mn-lt"/>
          <a:ea typeface="ヒラギノ角ゴ Pro W3" charset="0"/>
          <a:cs typeface="ヒラギノ角ゴ Pro W3"/>
        </a:defRPr>
      </a:lvl4pPr>
      <a:lvl5pPr marL="1143000" indent="-230188" algn="l" defTabSz="457200" rtl="0" eaLnBrk="0" fontAlgn="base" hangingPunct="0">
        <a:spcBef>
          <a:spcPct val="0"/>
        </a:spcBef>
        <a:spcAft>
          <a:spcPts val="600"/>
        </a:spcAft>
        <a:buFont typeface="Arial" charset="0"/>
        <a:buChar char="•"/>
        <a:defRPr sz="2000" kern="1200">
          <a:solidFill>
            <a:schemeClr val="bg1"/>
          </a:solidFill>
          <a:latin typeface="+mn-lt"/>
          <a:ea typeface="ヒラギノ角ゴ Pro W3" charset="0"/>
          <a:cs typeface="ヒラギノ角ゴ Pro W3"/>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6155" name="Title Placeholder 1"/>
          <p:cNvSpPr>
            <a:spLocks noGrp="1"/>
          </p:cNvSpPr>
          <p:nvPr>
            <p:ph type="title"/>
          </p:nvPr>
        </p:nvSpPr>
        <p:spPr bwMode="auto">
          <a:xfrm>
            <a:off x="417513" y="280800"/>
            <a:ext cx="8308800" cy="3096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title style</a:t>
            </a:r>
          </a:p>
        </p:txBody>
      </p:sp>
      <p:sp>
        <p:nvSpPr>
          <p:cNvPr id="6156" name="Text Placeholder 2"/>
          <p:cNvSpPr>
            <a:spLocks noGrp="1"/>
          </p:cNvSpPr>
          <p:nvPr>
            <p:ph type="body" idx="1"/>
          </p:nvPr>
        </p:nvSpPr>
        <p:spPr bwMode="auto">
          <a:xfrm>
            <a:off x="417513" y="1080000"/>
            <a:ext cx="8308800" cy="3560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p:cNvSpPr txBox="1">
            <a:spLocks/>
          </p:cNvSpPr>
          <p:nvPr/>
        </p:nvSpPr>
        <p:spPr>
          <a:xfrm>
            <a:off x="433388" y="4816800"/>
            <a:ext cx="144462"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GB" sz="800" smtClean="0">
                <a:solidFill>
                  <a:schemeClr val="bg1"/>
                </a:solidFill>
                <a:latin typeface="+mn-lt"/>
                <a:cs typeface="Arial" panose="020B0604020202020204" pitchFamily="34" charset="0"/>
              </a:rPr>
              <a:pPr>
                <a:defRPr/>
              </a:pPr>
              <a:t>‹#›</a:t>
            </a:fld>
            <a:endParaRPr lang="en-GB" dirty="0">
              <a:solidFill>
                <a:schemeClr val="bg1"/>
              </a:solidFill>
              <a:latin typeface="+mn-lt"/>
              <a:cs typeface="Arial" panose="020B0604020202020204" pitchFamily="34" charset="0"/>
            </a:endParaRPr>
          </a:p>
        </p:txBody>
      </p:sp>
      <p:sp>
        <p:nvSpPr>
          <p:cNvPr id="7" name="Footer Placeholder 27"/>
          <p:cNvSpPr txBox="1">
            <a:spLocks/>
          </p:cNvSpPr>
          <p:nvPr userDrawn="1"/>
        </p:nvSpPr>
        <p:spPr>
          <a:xfrm>
            <a:off x="2499927" y="4815840"/>
            <a:ext cx="3525120" cy="123360"/>
          </a:xfrm>
          <a:prstGeom prst="rect">
            <a:avLst/>
          </a:prstGeom>
        </p:spPr>
        <p:txBody>
          <a:bodyPr vert="horz" lIns="0" tIns="0" rIns="0" bIns="0" rtlCol="0" anchor="b"/>
          <a:lstStyle>
            <a:lvl1pPr algn="l">
              <a:defRPr sz="800">
                <a:solidFill>
                  <a:schemeClr val="tx2"/>
                </a:solidFill>
                <a:latin typeface="+mn-lt"/>
              </a:defRPr>
            </a:lvl1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mn-lt"/>
                <a:ea typeface="ヒラギノ角ゴ Pro W3"/>
                <a:cs typeface="Arial" panose="020B0604020202020204" pitchFamily="34" charset="0"/>
              </a:rPr>
              <a:t> </a:t>
            </a:r>
            <a:r>
              <a:rPr kumimoji="0" lang="en-GB" sz="800" b="0" i="0" u="none" strike="noStrike" kern="1200" cap="none" spc="0" normalizeH="0" baseline="0" noProof="0" dirty="0">
                <a:ln>
                  <a:noFill/>
                </a:ln>
                <a:solidFill>
                  <a:schemeClr val="bg1"/>
                </a:solidFill>
                <a:effectLst/>
                <a:uLnTx/>
                <a:uFillTx/>
                <a:latin typeface="+mn-lt"/>
                <a:ea typeface="ヒラギノ角ゴ Pro W3"/>
                <a:cs typeface="Arial" charset="0"/>
              </a:rPr>
              <a:t>© Nokia 2018</a:t>
            </a:r>
          </a:p>
        </p:txBody>
      </p:sp>
      <p:pic>
        <p:nvPicPr>
          <p:cNvPr id="9" name="Picture 8"/>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425360" y="4674159"/>
            <a:ext cx="690379" cy="112048"/>
          </a:xfrm>
          <a:prstGeom prst="rect">
            <a:avLst/>
          </a:prstGeom>
        </p:spPr>
      </p:pic>
      <p:sp>
        <p:nvSpPr>
          <p:cNvPr id="10" name="TextBox 9"/>
          <p:cNvSpPr txBox="1"/>
          <p:nvPr userDrawn="1"/>
        </p:nvSpPr>
        <p:spPr>
          <a:xfrm>
            <a:off x="7772401" y="4645217"/>
            <a:ext cx="989242" cy="215444"/>
          </a:xfrm>
          <a:prstGeom prst="rect">
            <a:avLst/>
          </a:prstGeom>
          <a:noFill/>
        </p:spPr>
        <p:txBody>
          <a:bodyPr wrap="square" lIns="0" tIns="0" rIns="0" bIns="0" rtlCol="0">
            <a:spAutoFit/>
          </a:bodyPr>
          <a:lstStyle/>
          <a:p>
            <a:pPr algn="r"/>
            <a:r>
              <a:rPr lang="en-GB" sz="1400" dirty="0">
                <a:solidFill>
                  <a:schemeClr val="bg1"/>
                </a:solidFill>
                <a:latin typeface="+mn-lt"/>
              </a:rPr>
              <a:t>Bell Labs</a:t>
            </a:r>
          </a:p>
        </p:txBody>
      </p:sp>
    </p:spTree>
    <p:extLst>
      <p:ext uri="{BB962C8B-B14F-4D97-AF65-F5344CB8AC3E}">
        <p14:creationId xmlns:p14="http://schemas.microsoft.com/office/powerpoint/2010/main" val="1177719950"/>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Lst>
  <p:hf sldNum="0" hdr="0" dt="0"/>
  <p:txStyles>
    <p:titleStyle>
      <a:lvl1pPr algn="l" defTabSz="457200" rtl="0" eaLnBrk="0" fontAlgn="base" hangingPunct="0">
        <a:spcBef>
          <a:spcPct val="0"/>
        </a:spcBef>
        <a:spcAft>
          <a:spcPct val="0"/>
        </a:spcAft>
        <a:defRPr sz="2000" b="0" kern="1200">
          <a:solidFill>
            <a:schemeClr val="bg1"/>
          </a:solidFill>
          <a:latin typeface="+mj-lt"/>
          <a:ea typeface="Nokia Pure Headline Ultra Light" panose="020B0204020202020204" pitchFamily="34" charset="0"/>
          <a:cs typeface="Arial"/>
        </a:defRPr>
      </a:lvl1pPr>
      <a:lvl2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2pPr>
      <a:lvl3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3pPr>
      <a:lvl4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4pPr>
      <a:lvl5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5pPr>
      <a:lvl6pPr marL="457200" algn="l" defTabSz="457200" rtl="0" eaLnBrk="1" fontAlgn="base" hangingPunct="1">
        <a:spcBef>
          <a:spcPct val="0"/>
        </a:spcBef>
        <a:spcAft>
          <a:spcPct val="0"/>
        </a:spcAft>
        <a:defRPr b="1">
          <a:solidFill>
            <a:schemeClr val="bg2"/>
          </a:solidFill>
          <a:latin typeface="Arial" charset="0"/>
          <a:ea typeface="ヒラギノ角ゴ Pro W3" charset="0"/>
        </a:defRPr>
      </a:lvl6pPr>
      <a:lvl7pPr marL="914400" algn="l" defTabSz="457200" rtl="0" eaLnBrk="1" fontAlgn="base" hangingPunct="1">
        <a:spcBef>
          <a:spcPct val="0"/>
        </a:spcBef>
        <a:spcAft>
          <a:spcPct val="0"/>
        </a:spcAft>
        <a:defRPr b="1">
          <a:solidFill>
            <a:schemeClr val="bg2"/>
          </a:solidFill>
          <a:latin typeface="Arial" charset="0"/>
          <a:ea typeface="ヒラギノ角ゴ Pro W3" charset="0"/>
        </a:defRPr>
      </a:lvl7pPr>
      <a:lvl8pPr marL="1371600" algn="l" defTabSz="457200" rtl="0" eaLnBrk="1" fontAlgn="base" hangingPunct="1">
        <a:spcBef>
          <a:spcPct val="0"/>
        </a:spcBef>
        <a:spcAft>
          <a:spcPct val="0"/>
        </a:spcAft>
        <a:defRPr b="1">
          <a:solidFill>
            <a:schemeClr val="bg2"/>
          </a:solidFill>
          <a:latin typeface="Arial" charset="0"/>
          <a:ea typeface="ヒラギノ角ゴ Pro W3" charset="0"/>
        </a:defRPr>
      </a:lvl8pPr>
      <a:lvl9pPr marL="1828800" algn="l" defTabSz="457200" rtl="0" eaLnBrk="1" fontAlgn="base" hangingPunct="1">
        <a:spcBef>
          <a:spcPct val="0"/>
        </a:spcBef>
        <a:spcAft>
          <a:spcPct val="0"/>
        </a:spcAft>
        <a:defRPr b="1">
          <a:solidFill>
            <a:schemeClr val="bg2"/>
          </a:solidFill>
          <a:latin typeface="Arial" charset="0"/>
          <a:ea typeface="ヒラギノ角ゴ Pro W3" charset="0"/>
        </a:defRPr>
      </a:lvl9pPr>
    </p:titleStyle>
    <p:bodyStyle>
      <a:lvl1pPr marL="230188" indent="-230188" algn="l" defTabSz="457200" rtl="0" eaLnBrk="0" fontAlgn="base" hangingPunct="0">
        <a:spcBef>
          <a:spcPct val="0"/>
        </a:spcBef>
        <a:spcAft>
          <a:spcPts val="600"/>
        </a:spcAft>
        <a:buFont typeface="Arial" charset="0"/>
        <a:buChar char="•"/>
        <a:defRPr sz="3200" kern="1200">
          <a:solidFill>
            <a:schemeClr val="bg1"/>
          </a:solidFill>
          <a:latin typeface="+mn-lt"/>
          <a:ea typeface="ヒラギノ角ゴ Pro W3" charset="0"/>
          <a:cs typeface="ヒラギノ角ゴ Pro W3" charset="0"/>
        </a:defRPr>
      </a:lvl1pPr>
      <a:lvl2pPr marL="458788" indent="-228600" algn="l" defTabSz="457200" rtl="0" eaLnBrk="0" fontAlgn="base" hangingPunct="0">
        <a:spcBef>
          <a:spcPct val="0"/>
        </a:spcBef>
        <a:spcAft>
          <a:spcPts val="600"/>
        </a:spcAft>
        <a:buFont typeface="Lucida Grande"/>
        <a:buChar char="-"/>
        <a:defRPr sz="2800" kern="1200">
          <a:solidFill>
            <a:schemeClr val="bg1"/>
          </a:solidFill>
          <a:latin typeface="+mn-lt"/>
          <a:ea typeface="ヒラギノ角ゴ Pro W3" charset="0"/>
          <a:cs typeface="ヒラギノ角ゴ Pro W3"/>
        </a:defRPr>
      </a:lvl2pPr>
      <a:lvl3pPr marL="684213" indent="-225425" algn="l" defTabSz="457200" rtl="0" eaLnBrk="0" fontAlgn="base" hangingPunct="0">
        <a:spcBef>
          <a:spcPct val="0"/>
        </a:spcBef>
        <a:spcAft>
          <a:spcPts val="600"/>
        </a:spcAft>
        <a:buFont typeface="Arial" charset="0"/>
        <a:buChar char="•"/>
        <a:defRPr sz="2400" kern="1200">
          <a:solidFill>
            <a:schemeClr val="bg1"/>
          </a:solidFill>
          <a:latin typeface="+mn-lt"/>
          <a:ea typeface="ヒラギノ角ゴ Pro W3" charset="0"/>
          <a:cs typeface="ヒラギノ角ゴ Pro W3"/>
        </a:defRPr>
      </a:lvl3pPr>
      <a:lvl4pPr marL="912813" indent="-228600" algn="l" defTabSz="457200" rtl="0" eaLnBrk="0" fontAlgn="base" hangingPunct="0">
        <a:spcBef>
          <a:spcPct val="0"/>
        </a:spcBef>
        <a:spcAft>
          <a:spcPts val="600"/>
        </a:spcAft>
        <a:buFont typeface="Lucida Grande"/>
        <a:buChar char="-"/>
        <a:defRPr sz="2000" kern="1200">
          <a:solidFill>
            <a:schemeClr val="bg1"/>
          </a:solidFill>
          <a:latin typeface="+mn-lt"/>
          <a:ea typeface="ヒラギノ角ゴ Pro W3" charset="0"/>
          <a:cs typeface="ヒラギノ角ゴ Pro W3"/>
        </a:defRPr>
      </a:lvl4pPr>
      <a:lvl5pPr marL="1143000" indent="-230188" algn="l" defTabSz="457200" rtl="0" eaLnBrk="0" fontAlgn="base" hangingPunct="0">
        <a:spcBef>
          <a:spcPct val="0"/>
        </a:spcBef>
        <a:spcAft>
          <a:spcPts val="600"/>
        </a:spcAft>
        <a:buFont typeface="Arial" charset="0"/>
        <a:buChar char="•"/>
        <a:defRPr sz="2000" kern="1200">
          <a:solidFill>
            <a:schemeClr val="bg1"/>
          </a:solidFill>
          <a:latin typeface="+mn-lt"/>
          <a:ea typeface="ヒラギノ角ゴ Pro W3" charset="0"/>
          <a:cs typeface="ヒラギノ角ゴ Pro W3"/>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56" name="Text Placeholder 2"/>
          <p:cNvSpPr>
            <a:spLocks noGrp="1"/>
          </p:cNvSpPr>
          <p:nvPr>
            <p:ph type="body" idx="1"/>
          </p:nvPr>
        </p:nvSpPr>
        <p:spPr bwMode="auto">
          <a:xfrm>
            <a:off x="417513" y="1080000"/>
            <a:ext cx="8308800" cy="3560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p:cNvSpPr txBox="1">
            <a:spLocks/>
          </p:cNvSpPr>
          <p:nvPr/>
        </p:nvSpPr>
        <p:spPr>
          <a:xfrm>
            <a:off x="433388" y="4816800"/>
            <a:ext cx="144462"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GB" sz="800" smtClean="0">
                <a:solidFill>
                  <a:schemeClr val="bg1"/>
                </a:solidFill>
                <a:latin typeface="+mn-lt"/>
                <a:cs typeface="Arial" panose="020B0604020202020204" pitchFamily="34" charset="0"/>
              </a:rPr>
              <a:pPr>
                <a:defRPr/>
              </a:pPr>
              <a:t>‹#›</a:t>
            </a:fld>
            <a:endParaRPr lang="en-GB" dirty="0">
              <a:solidFill>
                <a:schemeClr val="bg1"/>
              </a:solidFill>
              <a:latin typeface="+mn-lt"/>
              <a:cs typeface="Arial" panose="020B0604020202020204" pitchFamily="34" charset="0"/>
            </a:endParaRPr>
          </a:p>
        </p:txBody>
      </p:sp>
      <p:sp>
        <p:nvSpPr>
          <p:cNvPr id="16" name="TextBox 15"/>
          <p:cNvSpPr txBox="1"/>
          <p:nvPr/>
        </p:nvSpPr>
        <p:spPr>
          <a:xfrm>
            <a:off x="657000" y="4816800"/>
            <a:ext cx="1800000" cy="122237"/>
          </a:xfrm>
          <a:prstGeom prst="rect">
            <a:avLst/>
          </a:prstGeom>
          <a:noFill/>
        </p:spPr>
        <p:txBody>
          <a:bodyPr wrap="square" lIns="0" tIns="0" rIns="0" bIns="0" anchor="b">
            <a:spAutoFit/>
          </a:bodyPr>
          <a:lstStyle/>
          <a:p>
            <a:r>
              <a:rPr lang="en-GB" sz="800" dirty="0">
                <a:solidFill>
                  <a:schemeClr val="bg1"/>
                </a:solidFill>
                <a:latin typeface="+mn-lt"/>
                <a:cs typeface="Arial" charset="0"/>
              </a:rPr>
              <a:t>© Nokia 2018</a:t>
            </a:r>
          </a:p>
        </p:txBody>
      </p:sp>
      <p:sp>
        <p:nvSpPr>
          <p:cNvPr id="8" name="Footer Placeholder 27"/>
          <p:cNvSpPr>
            <a:spLocks noGrp="1"/>
          </p:cNvSpPr>
          <p:nvPr>
            <p:ph type="ftr" sz="quarter" idx="3"/>
          </p:nvPr>
        </p:nvSpPr>
        <p:spPr>
          <a:xfrm>
            <a:off x="2692800" y="4816800"/>
            <a:ext cx="2581200" cy="122400"/>
          </a:xfrm>
          <a:prstGeom prst="rect">
            <a:avLst/>
          </a:prstGeom>
        </p:spPr>
        <p:txBody>
          <a:bodyPr vert="horz" lIns="0" tIns="0" rIns="0" bIns="0" rtlCol="0" anchor="b"/>
          <a:lstStyle>
            <a:lvl1pPr algn="l">
              <a:defRPr sz="800">
                <a:solidFill>
                  <a:schemeClr val="bg1"/>
                </a:solidFill>
                <a:latin typeface="+mn-lt"/>
              </a:defRPr>
            </a:lvl1pPr>
          </a:lstStyle>
          <a:p>
            <a:r>
              <a:rPr lang="en-US">
                <a:cs typeface="Arial" panose="020B0604020202020204" pitchFamily="34" charset="0"/>
              </a:rPr>
              <a:t>Confidential</a:t>
            </a:r>
            <a:endParaRPr lang="en-US" dirty="0">
              <a:cs typeface="Arial" panose="020B060402020202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599" y="280799"/>
            <a:ext cx="1080000" cy="176400"/>
          </a:xfrm>
          <a:prstGeom prst="rect">
            <a:avLst/>
          </a:prstGeom>
        </p:spPr>
      </p:pic>
    </p:spTree>
    <p:extLst>
      <p:ext uri="{BB962C8B-B14F-4D97-AF65-F5344CB8AC3E}">
        <p14:creationId xmlns:p14="http://schemas.microsoft.com/office/powerpoint/2010/main" val="4275975784"/>
      </p:ext>
    </p:extLst>
  </p:cSld>
  <p:clrMap bg1="lt1" tx1="dk1" bg2="lt2" tx2="dk2" accent1="accent1" accent2="accent2" accent3="accent3" accent4="accent4" accent5="accent5" accent6="accent6" hlink="hlink" folHlink="folHlink"/>
  <p:sldLayoutIdLst>
    <p:sldLayoutId id="2147483827" r:id="rId1"/>
  </p:sldLayoutIdLst>
  <p:hf sldNum="0" hdr="0" dt="0"/>
  <p:txStyles>
    <p:titleStyle>
      <a:lvl1pPr algn="l" defTabSz="457200" rtl="0" eaLnBrk="0" fontAlgn="base" hangingPunct="0">
        <a:spcBef>
          <a:spcPct val="0"/>
        </a:spcBef>
        <a:spcAft>
          <a:spcPct val="0"/>
        </a:spcAft>
        <a:defRPr sz="2000" b="0" kern="1200">
          <a:solidFill>
            <a:schemeClr val="bg1"/>
          </a:solidFill>
          <a:latin typeface="+mj-lt"/>
          <a:ea typeface="Nokia Pure Headline Ultra Light" panose="020B0204020202020204" pitchFamily="34" charset="0"/>
          <a:cs typeface="Arial"/>
        </a:defRPr>
      </a:lvl1pPr>
      <a:lvl2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2pPr>
      <a:lvl3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3pPr>
      <a:lvl4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4pPr>
      <a:lvl5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5pPr>
      <a:lvl6pPr marL="457200" algn="l" defTabSz="457200" rtl="0" eaLnBrk="1" fontAlgn="base" hangingPunct="1">
        <a:spcBef>
          <a:spcPct val="0"/>
        </a:spcBef>
        <a:spcAft>
          <a:spcPct val="0"/>
        </a:spcAft>
        <a:defRPr b="1">
          <a:solidFill>
            <a:schemeClr val="bg2"/>
          </a:solidFill>
          <a:latin typeface="Arial" charset="0"/>
          <a:ea typeface="ヒラギノ角ゴ Pro W3" charset="0"/>
        </a:defRPr>
      </a:lvl6pPr>
      <a:lvl7pPr marL="914400" algn="l" defTabSz="457200" rtl="0" eaLnBrk="1" fontAlgn="base" hangingPunct="1">
        <a:spcBef>
          <a:spcPct val="0"/>
        </a:spcBef>
        <a:spcAft>
          <a:spcPct val="0"/>
        </a:spcAft>
        <a:defRPr b="1">
          <a:solidFill>
            <a:schemeClr val="bg2"/>
          </a:solidFill>
          <a:latin typeface="Arial" charset="0"/>
          <a:ea typeface="ヒラギノ角ゴ Pro W3" charset="0"/>
        </a:defRPr>
      </a:lvl7pPr>
      <a:lvl8pPr marL="1371600" algn="l" defTabSz="457200" rtl="0" eaLnBrk="1" fontAlgn="base" hangingPunct="1">
        <a:spcBef>
          <a:spcPct val="0"/>
        </a:spcBef>
        <a:spcAft>
          <a:spcPct val="0"/>
        </a:spcAft>
        <a:defRPr b="1">
          <a:solidFill>
            <a:schemeClr val="bg2"/>
          </a:solidFill>
          <a:latin typeface="Arial" charset="0"/>
          <a:ea typeface="ヒラギノ角ゴ Pro W3" charset="0"/>
        </a:defRPr>
      </a:lvl8pPr>
      <a:lvl9pPr marL="1828800" algn="l" defTabSz="457200" rtl="0" eaLnBrk="1" fontAlgn="base" hangingPunct="1">
        <a:spcBef>
          <a:spcPct val="0"/>
        </a:spcBef>
        <a:spcAft>
          <a:spcPct val="0"/>
        </a:spcAft>
        <a:defRPr b="1">
          <a:solidFill>
            <a:schemeClr val="bg2"/>
          </a:solidFill>
          <a:latin typeface="Arial" charset="0"/>
          <a:ea typeface="ヒラギノ角ゴ Pro W3" charset="0"/>
        </a:defRPr>
      </a:lvl9pPr>
    </p:titleStyle>
    <p:bodyStyle>
      <a:lvl1pPr marL="230188" indent="-230188" algn="l" defTabSz="457200" rtl="0" eaLnBrk="0" fontAlgn="base" hangingPunct="0">
        <a:spcBef>
          <a:spcPct val="0"/>
        </a:spcBef>
        <a:spcAft>
          <a:spcPts val="600"/>
        </a:spcAft>
        <a:buFont typeface="Arial" charset="0"/>
        <a:buChar char="•"/>
        <a:defRPr sz="3200" kern="1200">
          <a:solidFill>
            <a:schemeClr val="bg1"/>
          </a:solidFill>
          <a:latin typeface="+mn-lt"/>
          <a:ea typeface="ヒラギノ角ゴ Pro W3" charset="0"/>
          <a:cs typeface="ヒラギノ角ゴ Pro W3" charset="0"/>
        </a:defRPr>
      </a:lvl1pPr>
      <a:lvl2pPr marL="458788" indent="-228600" algn="l" defTabSz="457200" rtl="0" eaLnBrk="0" fontAlgn="base" hangingPunct="0">
        <a:spcBef>
          <a:spcPct val="0"/>
        </a:spcBef>
        <a:spcAft>
          <a:spcPts val="600"/>
        </a:spcAft>
        <a:buFont typeface="Lucida Grande"/>
        <a:buChar char="-"/>
        <a:defRPr sz="2800" kern="1200">
          <a:solidFill>
            <a:schemeClr val="bg1"/>
          </a:solidFill>
          <a:latin typeface="+mn-lt"/>
          <a:ea typeface="ヒラギノ角ゴ Pro W3" charset="0"/>
          <a:cs typeface="ヒラギノ角ゴ Pro W3"/>
        </a:defRPr>
      </a:lvl2pPr>
      <a:lvl3pPr marL="684213" indent="-225425" algn="l" defTabSz="457200" rtl="0" eaLnBrk="0" fontAlgn="base" hangingPunct="0">
        <a:spcBef>
          <a:spcPct val="0"/>
        </a:spcBef>
        <a:spcAft>
          <a:spcPts val="600"/>
        </a:spcAft>
        <a:buFont typeface="Arial" charset="0"/>
        <a:buChar char="•"/>
        <a:defRPr sz="2400" kern="1200">
          <a:solidFill>
            <a:schemeClr val="bg1"/>
          </a:solidFill>
          <a:latin typeface="+mn-lt"/>
          <a:ea typeface="ヒラギノ角ゴ Pro W3" charset="0"/>
          <a:cs typeface="ヒラギノ角ゴ Pro W3"/>
        </a:defRPr>
      </a:lvl3pPr>
      <a:lvl4pPr marL="912813" indent="-228600" algn="l" defTabSz="457200" rtl="0" eaLnBrk="0" fontAlgn="base" hangingPunct="0">
        <a:spcBef>
          <a:spcPct val="0"/>
        </a:spcBef>
        <a:spcAft>
          <a:spcPts val="600"/>
        </a:spcAft>
        <a:buFont typeface="Lucida Grande"/>
        <a:buChar char="-"/>
        <a:defRPr sz="2000" kern="1200">
          <a:solidFill>
            <a:schemeClr val="bg1"/>
          </a:solidFill>
          <a:latin typeface="+mn-lt"/>
          <a:ea typeface="ヒラギノ角ゴ Pro W3" charset="0"/>
          <a:cs typeface="ヒラギノ角ゴ Pro W3"/>
        </a:defRPr>
      </a:lvl4pPr>
      <a:lvl5pPr marL="1143000" indent="-230188" algn="l" defTabSz="457200" rtl="0" eaLnBrk="0" fontAlgn="base" hangingPunct="0">
        <a:spcBef>
          <a:spcPct val="0"/>
        </a:spcBef>
        <a:spcAft>
          <a:spcPts val="600"/>
        </a:spcAft>
        <a:buFont typeface="Arial" charset="0"/>
        <a:buChar char="•"/>
        <a:defRPr sz="2000" kern="1200">
          <a:solidFill>
            <a:schemeClr val="bg1"/>
          </a:solidFill>
          <a:latin typeface="+mn-lt"/>
          <a:ea typeface="ヒラギノ角ゴ Pro W3" charset="0"/>
          <a:cs typeface="ヒラギノ角ゴ Pro W3"/>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7302" y="2430463"/>
            <a:ext cx="1741074" cy="282575"/>
          </a:xfrm>
          <a:prstGeom prst="rect">
            <a:avLst/>
          </a:prstGeom>
        </p:spPr>
      </p:pic>
    </p:spTree>
  </p:cSld>
  <p:clrMap bg1="lt1" tx1="dk1" bg2="lt2" tx2="dk2" accent1="accent1" accent2="accent2" accent3="accent3" accent4="accent4" accent5="accent5" accent6="accent6" hlink="hlink" folHlink="folHlink"/>
  <p:sldLayoutIdLst>
    <p:sldLayoutId id="2147483813"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8000" y="2430000"/>
            <a:ext cx="1741224" cy="284400"/>
          </a:xfrm>
          <a:prstGeom prst="rect">
            <a:avLst/>
          </a:prstGeom>
        </p:spPr>
      </p:pic>
    </p:spTree>
    <p:extLst>
      <p:ext uri="{BB962C8B-B14F-4D97-AF65-F5344CB8AC3E}">
        <p14:creationId xmlns:p14="http://schemas.microsoft.com/office/powerpoint/2010/main" val="1671502519"/>
      </p:ext>
    </p:extLst>
  </p:cSld>
  <p:clrMap bg1="lt1" tx1="dk1" bg2="lt2" tx2="dk2" accent1="accent1" accent2="accent2" accent3="accent3" accent4="accent4" accent5="accent5" accent6="accent6" hlink="hlink" folHlink="folHlink"/>
  <p:sldLayoutIdLst>
    <p:sldLayoutId id="2147483825"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quan.pham_van@nokia.com" TargetMode="External"/><Relationship Id="rId2" Type="http://schemas.openxmlformats.org/officeDocument/2006/relationships/hyperlink" Target="mailto:quang-huy.tran@polytechnique.edu" TargetMode="External"/><Relationship Id="rId1" Type="http://schemas.openxmlformats.org/officeDocument/2006/relationships/slideLayout" Target="../slideLayouts/slideLayout29.xml"/><Relationship Id="rId4" Type="http://schemas.openxmlformats.org/officeDocument/2006/relationships/hyperlink" Target="mailto:dominique.verchere@nokia-bell-labs.com"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tools.ietf.org/html/rfc6241"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2.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algn="ctr"/>
            <a:r>
              <a:rPr lang="en-US" sz="3600" dirty="0"/>
              <a:t>ONOS Benchmarking with </a:t>
            </a:r>
          </a:p>
          <a:p>
            <a:pPr algn="ctr"/>
            <a:r>
              <a:rPr lang="en-US" sz="3600" dirty="0"/>
              <a:t>NETCONF Protocol Sessions</a:t>
            </a:r>
            <a:endParaRPr lang="en-US" sz="3600" noProof="0" dirty="0"/>
          </a:p>
        </p:txBody>
      </p:sp>
      <p:sp>
        <p:nvSpPr>
          <p:cNvPr id="4" name="Text Placeholder 3"/>
          <p:cNvSpPr>
            <a:spLocks noGrp="1"/>
          </p:cNvSpPr>
          <p:nvPr>
            <p:ph sz="quarter" idx="13"/>
          </p:nvPr>
        </p:nvSpPr>
        <p:spPr>
          <a:xfrm>
            <a:off x="417599" y="2499291"/>
            <a:ext cx="8476235" cy="1075182"/>
          </a:xfrm>
        </p:spPr>
        <p:txBody>
          <a:bodyPr/>
          <a:lstStyle/>
          <a:p>
            <a:pPr marL="285750" lvl="0" indent="-285750" eaLnBrk="1" hangingPunct="1">
              <a:buFont typeface="Arial" panose="020B0604020202020204" pitchFamily="34" charset="0"/>
              <a:buChar char="•"/>
              <a:defRPr/>
            </a:pPr>
            <a:r>
              <a:rPr lang="en-US" sz="1600" noProof="0" dirty="0">
                <a:solidFill>
                  <a:srgbClr val="FFFFFF"/>
                </a:solidFill>
              </a:rPr>
              <a:t>Date: April 11</a:t>
            </a:r>
            <a:r>
              <a:rPr lang="en-US" sz="1600" baseline="30000" noProof="0" dirty="0">
                <a:solidFill>
                  <a:srgbClr val="FFFFFF"/>
                </a:solidFill>
              </a:rPr>
              <a:t>th</a:t>
            </a:r>
            <a:r>
              <a:rPr lang="en-US" sz="1600" noProof="0" dirty="0">
                <a:solidFill>
                  <a:srgbClr val="FFFFFF"/>
                </a:solidFill>
              </a:rPr>
              <a:t> 2018</a:t>
            </a:r>
          </a:p>
          <a:p>
            <a:pPr marL="285750" lvl="0" indent="-285750" eaLnBrk="1" hangingPunct="1">
              <a:buFont typeface="Arial" panose="020B0604020202020204" pitchFamily="34" charset="0"/>
              <a:buChar char="•"/>
              <a:defRPr/>
            </a:pPr>
            <a:r>
              <a:rPr lang="en-US" sz="1600" dirty="0">
                <a:solidFill>
                  <a:srgbClr val="FFFFFF"/>
                </a:solidFill>
              </a:rPr>
              <a:t>TRAN Quang Huy , PHAM Van </a:t>
            </a:r>
            <a:r>
              <a:rPr lang="en-US" sz="1600" dirty="0" err="1">
                <a:solidFill>
                  <a:srgbClr val="FFFFFF"/>
                </a:solidFill>
              </a:rPr>
              <a:t>Quan</a:t>
            </a:r>
            <a:r>
              <a:rPr lang="en-US" sz="1600" dirty="0">
                <a:solidFill>
                  <a:srgbClr val="FFFFFF"/>
                </a:solidFill>
              </a:rPr>
              <a:t>, Dominique VERCHERE</a:t>
            </a:r>
          </a:p>
          <a:p>
            <a:pPr marL="285750" lvl="0" indent="-285750" eaLnBrk="1" hangingPunct="1">
              <a:buFont typeface="Arial" panose="020B0604020202020204" pitchFamily="34" charset="0"/>
              <a:buChar char="•"/>
              <a:defRPr/>
            </a:pPr>
            <a:r>
              <a:rPr lang="en-US" sz="1200" dirty="0">
                <a:solidFill>
                  <a:schemeClr val="accent3">
                    <a:lumMod val="20000"/>
                    <a:lumOff val="80000"/>
                  </a:schemeClr>
                </a:solidFill>
                <a:hlinkClick r:id="rId2"/>
              </a:rPr>
              <a:t>quang-huy.tran@polytechnique.edu</a:t>
            </a:r>
            <a:r>
              <a:rPr lang="en-US" sz="1200" dirty="0">
                <a:solidFill>
                  <a:schemeClr val="accent3">
                    <a:lumMod val="20000"/>
                    <a:lumOff val="80000"/>
                  </a:schemeClr>
                </a:solidFill>
              </a:rPr>
              <a:t>, </a:t>
            </a:r>
            <a:r>
              <a:rPr lang="en-US" sz="1200" dirty="0">
                <a:solidFill>
                  <a:schemeClr val="accent3">
                    <a:lumMod val="20000"/>
                    <a:lumOff val="80000"/>
                  </a:schemeClr>
                </a:solidFill>
                <a:hlinkClick r:id="rId3"/>
              </a:rPr>
              <a:t>quan.pham_van@nokia.com</a:t>
            </a:r>
            <a:r>
              <a:rPr lang="en-US" sz="1200" dirty="0">
                <a:solidFill>
                  <a:schemeClr val="accent3">
                    <a:lumMod val="20000"/>
                    <a:lumOff val="80000"/>
                  </a:schemeClr>
                </a:solidFill>
              </a:rPr>
              <a:t>, </a:t>
            </a:r>
            <a:r>
              <a:rPr lang="en-US" sz="1200" dirty="0">
                <a:solidFill>
                  <a:schemeClr val="accent3">
                    <a:lumMod val="20000"/>
                    <a:lumOff val="80000"/>
                  </a:schemeClr>
                </a:solidFill>
                <a:hlinkClick r:id="rId4"/>
              </a:rPr>
              <a:t>dominique.verchere@nokia-bell-labs.com</a:t>
            </a:r>
            <a:r>
              <a:rPr lang="en-US" sz="1200" dirty="0">
                <a:solidFill>
                  <a:schemeClr val="accent3">
                    <a:lumMod val="20000"/>
                    <a:lumOff val="80000"/>
                  </a:schemeClr>
                </a:solidFill>
              </a:rPr>
              <a:t> </a:t>
            </a:r>
          </a:p>
          <a:p>
            <a:pPr marL="285750" lvl="0" indent="-285750" eaLnBrk="1" hangingPunct="1">
              <a:buFont typeface="Arial" panose="020B0604020202020204" pitchFamily="34" charset="0"/>
              <a:buChar char="•"/>
              <a:defRPr/>
            </a:pPr>
            <a:endParaRPr lang="en-US" sz="1600" noProof="0" dirty="0">
              <a:solidFill>
                <a:srgbClr val="FFFFFF"/>
              </a:solidFill>
            </a:endParaRPr>
          </a:p>
        </p:txBody>
      </p:sp>
      <p:sp>
        <p:nvSpPr>
          <p:cNvPr id="3" name="Footer Placeholder 2"/>
          <p:cNvSpPr>
            <a:spLocks noGrp="1"/>
          </p:cNvSpPr>
          <p:nvPr>
            <p:ph type="ftr" sz="quarter" idx="4294967295"/>
          </p:nvPr>
        </p:nvSpPr>
        <p:spPr>
          <a:xfrm>
            <a:off x="3574475" y="4816475"/>
            <a:ext cx="2581275" cy="122238"/>
          </a:xfrm>
          <a:prstGeom prst="rect">
            <a:avLst/>
          </a:prstGeom>
        </p:spPr>
        <p:txBody>
          <a:bodyPr/>
          <a:lstStyle/>
          <a:p>
            <a:pPr algn="ctr"/>
            <a:r>
              <a:rPr lang="en-US" dirty="0">
                <a:cs typeface="Arial" panose="020B0604020202020204" pitchFamily="34" charset="0"/>
              </a:rPr>
              <a:t>Restricted</a:t>
            </a:r>
          </a:p>
        </p:txBody>
      </p:sp>
    </p:spTree>
    <p:extLst>
      <p:ext uri="{BB962C8B-B14F-4D97-AF65-F5344CB8AC3E}">
        <p14:creationId xmlns:p14="http://schemas.microsoft.com/office/powerpoint/2010/main" val="4212553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marL="285750" indent="-285750" algn="just">
              <a:buFont typeface="Arial" panose="020B0604020202020204" pitchFamily="34" charset="0"/>
              <a:buChar char="•"/>
            </a:pPr>
            <a:r>
              <a:rPr lang="en-US" dirty="0"/>
              <a:t>The Network Configuration Protocol (NETCONF) provides mechanisms to install, manipulate, and delete the configuration of network devices </a:t>
            </a:r>
          </a:p>
          <a:p>
            <a:pPr marL="285750" indent="-285750" algn="just">
              <a:buFont typeface="Arial" panose="020B0604020202020204" pitchFamily="34" charset="0"/>
              <a:buChar char="•"/>
            </a:pPr>
            <a:r>
              <a:rPr lang="en-US" dirty="0"/>
              <a:t>NETCONF uses a remote procedure call (RPC) paradigm</a:t>
            </a:r>
          </a:p>
          <a:p>
            <a:pPr marL="285750" indent="-285750" algn="just">
              <a:buFont typeface="Arial" panose="020B0604020202020204" pitchFamily="34" charset="0"/>
              <a:buChar char="•"/>
            </a:pPr>
            <a:r>
              <a:rPr lang="en-US" dirty="0"/>
              <a:t>A NETCONF session is the logical connection between a network administrator or a SDN controller (the client) and a network device (the server)</a:t>
            </a:r>
          </a:p>
          <a:p>
            <a:pPr marL="285750" indent="-285750" algn="just">
              <a:buFont typeface="Arial" panose="020B0604020202020204" pitchFamily="34" charset="0"/>
              <a:buChar char="•"/>
            </a:pPr>
            <a:r>
              <a:rPr lang="en-US" dirty="0"/>
              <a:t>Messages are encoded in Extensible Markup Language (XML) and exchanged on top of a secure transport protocol (SSH)</a:t>
            </a:r>
          </a:p>
          <a:p>
            <a:pPr marL="285750" indent="-285750" algn="just">
              <a:buFont typeface="Arial" panose="020B0604020202020204" pitchFamily="34" charset="0"/>
              <a:buChar char="•"/>
            </a:pPr>
            <a:r>
              <a:rPr lang="en-US" dirty="0"/>
              <a:t>Specified and standardized by IETF in RFC 6241: </a:t>
            </a:r>
            <a:r>
              <a:rPr lang="en-US" dirty="0">
                <a:hlinkClick r:id="rId3"/>
              </a:rPr>
              <a:t>https://tools.ietf.org/html/rfc6241</a:t>
            </a:r>
            <a:r>
              <a:rPr lang="en-US" dirty="0"/>
              <a:t> </a:t>
            </a:r>
          </a:p>
          <a:p>
            <a:pPr marL="285750" indent="-285750">
              <a:buFont typeface="Arial" panose="020B0604020202020204" pitchFamily="34" charset="0"/>
              <a:buChar char="•"/>
            </a:pPr>
            <a:endParaRPr lang="en-US" dirty="0"/>
          </a:p>
        </p:txBody>
      </p:sp>
      <p:sp>
        <p:nvSpPr>
          <p:cNvPr id="4" name="Title 3"/>
          <p:cNvSpPr>
            <a:spLocks noGrp="1"/>
          </p:cNvSpPr>
          <p:nvPr>
            <p:ph type="title"/>
          </p:nvPr>
        </p:nvSpPr>
        <p:spPr/>
        <p:txBody>
          <a:bodyPr/>
          <a:lstStyle/>
          <a:p>
            <a:r>
              <a:rPr lang="en-US" dirty="0"/>
              <a:t>INTRODUCTION</a:t>
            </a:r>
          </a:p>
        </p:txBody>
      </p:sp>
      <p:sp>
        <p:nvSpPr>
          <p:cNvPr id="5" name="Text Placeholder 4"/>
          <p:cNvSpPr>
            <a:spLocks noGrp="1"/>
          </p:cNvSpPr>
          <p:nvPr>
            <p:ph type="body" sz="quarter" idx="10"/>
          </p:nvPr>
        </p:nvSpPr>
        <p:spPr/>
        <p:txBody>
          <a:bodyPr/>
          <a:lstStyle/>
          <a:p>
            <a:r>
              <a:rPr lang="en-US" dirty="0"/>
              <a:t>Network Configuration Protocol: NETCONF</a:t>
            </a:r>
          </a:p>
        </p:txBody>
      </p:sp>
    </p:spTree>
    <p:extLst>
      <p:ext uri="{BB962C8B-B14F-4D97-AF65-F5344CB8AC3E}">
        <p14:creationId xmlns:p14="http://schemas.microsoft.com/office/powerpoint/2010/main" val="835928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EXPERIMENTS</a:t>
            </a:r>
          </a:p>
        </p:txBody>
      </p:sp>
      <p:sp>
        <p:nvSpPr>
          <p:cNvPr id="5" name="Text Placeholder 4"/>
          <p:cNvSpPr>
            <a:spLocks noGrp="1"/>
          </p:cNvSpPr>
          <p:nvPr>
            <p:ph type="body" sz="quarter" idx="10"/>
          </p:nvPr>
        </p:nvSpPr>
        <p:spPr/>
        <p:txBody>
          <a:bodyPr/>
          <a:lstStyle/>
          <a:p>
            <a:r>
              <a:rPr lang="en-US" dirty="0"/>
              <a:t>Benchmarking Scenario</a:t>
            </a:r>
          </a:p>
        </p:txBody>
      </p:sp>
      <p:sp>
        <p:nvSpPr>
          <p:cNvPr id="22" name="Parallelogram 21"/>
          <p:cNvSpPr/>
          <p:nvPr/>
        </p:nvSpPr>
        <p:spPr>
          <a:xfrm>
            <a:off x="1478562" y="2425580"/>
            <a:ext cx="5940403" cy="1900458"/>
          </a:xfrm>
          <a:prstGeom prst="parallelogram">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cxnSp>
        <p:nvCxnSpPr>
          <p:cNvPr id="72" name="Straight Connector 71"/>
          <p:cNvCxnSpPr>
            <a:cxnSpLocks/>
            <a:stCxn id="24" idx="1"/>
          </p:cNvCxnSpPr>
          <p:nvPr/>
        </p:nvCxnSpPr>
        <p:spPr>
          <a:xfrm flipV="1">
            <a:off x="3174520" y="1724476"/>
            <a:ext cx="1351432" cy="1663309"/>
          </a:xfrm>
          <a:prstGeom prst="line">
            <a:avLst/>
          </a:prstGeom>
          <a:ln w="317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flipV="1">
            <a:off x="3887544" y="1724476"/>
            <a:ext cx="638408" cy="1264854"/>
          </a:xfrm>
          <a:prstGeom prst="line">
            <a:avLst/>
          </a:prstGeom>
          <a:ln w="317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40" idx="1"/>
          </p:cNvCxnSpPr>
          <p:nvPr/>
        </p:nvCxnSpPr>
        <p:spPr>
          <a:xfrm flipV="1">
            <a:off x="3772927" y="1724476"/>
            <a:ext cx="753025" cy="2168908"/>
          </a:xfrm>
          <a:prstGeom prst="line">
            <a:avLst/>
          </a:prstGeom>
          <a:ln w="317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flipV="1">
            <a:off x="4428227" y="1724476"/>
            <a:ext cx="97725" cy="1788982"/>
          </a:xfrm>
          <a:prstGeom prst="line">
            <a:avLst/>
          </a:prstGeom>
          <a:ln w="317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flipH="1" flipV="1">
            <a:off x="4531885" y="1711895"/>
            <a:ext cx="984326" cy="1824450"/>
          </a:xfrm>
          <a:prstGeom prst="line">
            <a:avLst/>
          </a:prstGeom>
          <a:ln w="317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a:stCxn id="56" idx="0"/>
          </p:cNvCxnSpPr>
          <p:nvPr/>
        </p:nvCxnSpPr>
        <p:spPr>
          <a:xfrm flipH="1" flipV="1">
            <a:off x="4522017" y="1711259"/>
            <a:ext cx="745277" cy="1211284"/>
          </a:xfrm>
          <a:prstGeom prst="line">
            <a:avLst/>
          </a:prstGeom>
          <a:ln w="317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950832" y="2421871"/>
            <a:ext cx="1793940" cy="268517"/>
          </a:xfrm>
          <a:prstGeom prst="rect">
            <a:avLst/>
          </a:prstGeom>
          <a:noFill/>
        </p:spPr>
        <p:txBody>
          <a:bodyPr wrap="square" lIns="72000" tIns="72000" rIns="72000" bIns="72000" rtlCol="0">
            <a:spAutoFit/>
          </a:bodyPr>
          <a:lstStyle/>
          <a:p>
            <a:pPr marR="0" defTabSz="457200" rtl="0" eaLnBrk="1" fontAlgn="base" latinLnBrk="0" hangingPunct="1">
              <a:lnSpc>
                <a:spcPct val="100000"/>
              </a:lnSpc>
              <a:spcBef>
                <a:spcPts val="0"/>
              </a:spcBef>
              <a:spcAft>
                <a:spcPct val="0"/>
              </a:spcAft>
              <a:buClr>
                <a:srgbClr val="001135"/>
              </a:buClr>
              <a:buSzTx/>
              <a:tabLst/>
            </a:pPr>
            <a:r>
              <a:rPr lang="fr-FR" sz="800" i="1" dirty="0">
                <a:solidFill>
                  <a:srgbClr val="FF0000"/>
                </a:solidFill>
                <a:latin typeface="+mn-lt"/>
                <a:ea typeface="Nokia Pure Text" panose="020B0503020202020204" pitchFamily="34" charset="0"/>
                <a:cs typeface="Nokia Pure Headline Light"/>
              </a:rPr>
              <a:t>Data Plane </a:t>
            </a:r>
            <a:endParaRPr lang="en-US" sz="800" i="1" dirty="0">
              <a:solidFill>
                <a:srgbClr val="FF0000"/>
              </a:solidFill>
              <a:latin typeface="+mn-lt"/>
              <a:ea typeface="Nokia Pure Text" panose="020B0503020202020204" pitchFamily="34" charset="0"/>
              <a:cs typeface="Nokia Pure Headline Light"/>
            </a:endParaRPr>
          </a:p>
        </p:txBody>
      </p:sp>
      <p:pic>
        <p:nvPicPr>
          <p:cNvPr id="90" name="Picture 8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5930" y="1138502"/>
            <a:ext cx="832173" cy="587416"/>
          </a:xfrm>
          <a:prstGeom prst="rect">
            <a:avLst/>
          </a:prstGeom>
        </p:spPr>
      </p:pic>
      <p:grpSp>
        <p:nvGrpSpPr>
          <p:cNvPr id="9" name="Group 8">
            <a:extLst>
              <a:ext uri="{FF2B5EF4-FFF2-40B4-BE49-F238E27FC236}">
                <a16:creationId xmlns:a16="http://schemas.microsoft.com/office/drawing/2014/main" id="{95B1F170-9204-4C38-B29F-FF1605E91896}"/>
              </a:ext>
            </a:extLst>
          </p:cNvPr>
          <p:cNvGrpSpPr/>
          <p:nvPr/>
        </p:nvGrpSpPr>
        <p:grpSpPr>
          <a:xfrm>
            <a:off x="2875946" y="2566757"/>
            <a:ext cx="3103002" cy="1813427"/>
            <a:chOff x="2875946" y="2566757"/>
            <a:chExt cx="3103002" cy="1813427"/>
          </a:xfrm>
        </p:grpSpPr>
        <p:sp>
          <p:nvSpPr>
            <p:cNvPr id="23" name="Cube 22"/>
            <p:cNvSpPr/>
            <p:nvPr/>
          </p:nvSpPr>
          <p:spPr>
            <a:xfrm>
              <a:off x="2990175" y="3380032"/>
              <a:ext cx="381844" cy="293077"/>
            </a:xfrm>
            <a:prstGeom prst="cube">
              <a:avLst/>
            </a:prstGeom>
            <a:ln w="6350"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24" name="Cube 23"/>
            <p:cNvSpPr/>
            <p:nvPr/>
          </p:nvSpPr>
          <p:spPr>
            <a:xfrm>
              <a:off x="3096187" y="3368986"/>
              <a:ext cx="175464" cy="75195"/>
            </a:xfrm>
            <a:prstGeom prst="cube">
              <a:avLst/>
            </a:prstGeom>
            <a:solidFill>
              <a:schemeClr val="bg1">
                <a:lumMod val="95000"/>
              </a:schemeClr>
            </a:solidFill>
            <a:ln w="3175" cmpd="sng">
              <a:solidFill>
                <a:srgbClr val="00009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25" name="Line 73"/>
            <p:cNvSpPr>
              <a:spLocks noChangeShapeType="1"/>
            </p:cNvSpPr>
            <p:nvPr/>
          </p:nvSpPr>
          <p:spPr bwMode="auto">
            <a:xfrm flipV="1">
              <a:off x="3099711" y="3521968"/>
              <a:ext cx="85092" cy="99853"/>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26" name="Line 71"/>
            <p:cNvSpPr>
              <a:spLocks noChangeShapeType="1"/>
            </p:cNvSpPr>
            <p:nvPr/>
          </p:nvSpPr>
          <p:spPr bwMode="auto">
            <a:xfrm>
              <a:off x="3096537" y="3515618"/>
              <a:ext cx="85092" cy="99854"/>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27" name="Line 76"/>
            <p:cNvSpPr>
              <a:spLocks noChangeShapeType="1"/>
            </p:cNvSpPr>
            <p:nvPr/>
          </p:nvSpPr>
          <p:spPr bwMode="auto">
            <a:xfrm flipH="1" flipV="1">
              <a:off x="3172100" y="3609120"/>
              <a:ext cx="90909" cy="6351"/>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28" name="Line 76"/>
            <p:cNvSpPr>
              <a:spLocks noChangeShapeType="1"/>
            </p:cNvSpPr>
            <p:nvPr/>
          </p:nvSpPr>
          <p:spPr bwMode="auto">
            <a:xfrm flipH="1">
              <a:off x="3029118" y="3615255"/>
              <a:ext cx="80117" cy="217"/>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29" name="Line 76"/>
            <p:cNvSpPr>
              <a:spLocks noChangeShapeType="1"/>
            </p:cNvSpPr>
            <p:nvPr/>
          </p:nvSpPr>
          <p:spPr bwMode="auto">
            <a:xfrm flipH="1">
              <a:off x="3175279" y="3521968"/>
              <a:ext cx="87731" cy="4603"/>
            </a:xfrm>
            <a:prstGeom prst="line">
              <a:avLst/>
            </a:prstGeom>
            <a:noFill/>
            <a:ln w="28575" cmpd="sng">
              <a:gradFill flip="none" rotWithShape="1">
                <a:gsLst>
                  <a:gs pos="26000">
                    <a:srgbClr val="956453"/>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30" name="Line 76"/>
            <p:cNvSpPr>
              <a:spLocks noChangeShapeType="1"/>
            </p:cNvSpPr>
            <p:nvPr/>
          </p:nvSpPr>
          <p:spPr bwMode="auto">
            <a:xfrm flipH="1" flipV="1">
              <a:off x="3029117" y="3515617"/>
              <a:ext cx="80117" cy="7561"/>
            </a:xfrm>
            <a:prstGeom prst="line">
              <a:avLst/>
            </a:prstGeom>
            <a:noFill/>
            <a:ln w="28575" cmpd="sng">
              <a:gradFill flip="none" rotWithShape="1">
                <a:gsLst>
                  <a:gs pos="20000">
                    <a:srgbClr val="0000FF"/>
                  </a:gs>
                  <a:gs pos="82000">
                    <a:srgbClr val="FFFF00"/>
                  </a:gs>
                  <a:gs pos="47000">
                    <a:srgbClr val="FF6600"/>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31" name="Cube 30"/>
            <p:cNvSpPr/>
            <p:nvPr/>
          </p:nvSpPr>
          <p:spPr>
            <a:xfrm>
              <a:off x="3743512" y="2944635"/>
              <a:ext cx="381844" cy="293077"/>
            </a:xfrm>
            <a:prstGeom prst="cube">
              <a:avLst/>
            </a:prstGeom>
            <a:ln w="6350"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32" name="Cube 31"/>
            <p:cNvSpPr/>
            <p:nvPr/>
          </p:nvSpPr>
          <p:spPr>
            <a:xfrm>
              <a:off x="3849524" y="2933589"/>
              <a:ext cx="175464" cy="75195"/>
            </a:xfrm>
            <a:prstGeom prst="cube">
              <a:avLst/>
            </a:prstGeom>
            <a:solidFill>
              <a:schemeClr val="bg1">
                <a:lumMod val="95000"/>
              </a:schemeClr>
            </a:solidFill>
            <a:ln w="3175" cmpd="sng">
              <a:solidFill>
                <a:srgbClr val="00009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33" name="Line 73"/>
            <p:cNvSpPr>
              <a:spLocks noChangeShapeType="1"/>
            </p:cNvSpPr>
            <p:nvPr/>
          </p:nvSpPr>
          <p:spPr bwMode="auto">
            <a:xfrm flipV="1">
              <a:off x="3853048" y="3086571"/>
              <a:ext cx="85092" cy="99853"/>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34" name="Line 71"/>
            <p:cNvSpPr>
              <a:spLocks noChangeShapeType="1"/>
            </p:cNvSpPr>
            <p:nvPr/>
          </p:nvSpPr>
          <p:spPr bwMode="auto">
            <a:xfrm>
              <a:off x="3849874" y="3080221"/>
              <a:ext cx="85092" cy="99854"/>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35" name="Line 76"/>
            <p:cNvSpPr>
              <a:spLocks noChangeShapeType="1"/>
            </p:cNvSpPr>
            <p:nvPr/>
          </p:nvSpPr>
          <p:spPr bwMode="auto">
            <a:xfrm flipH="1" flipV="1">
              <a:off x="3925437" y="3173723"/>
              <a:ext cx="90909" cy="6351"/>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36" name="Line 76"/>
            <p:cNvSpPr>
              <a:spLocks noChangeShapeType="1"/>
            </p:cNvSpPr>
            <p:nvPr/>
          </p:nvSpPr>
          <p:spPr bwMode="auto">
            <a:xfrm flipH="1">
              <a:off x="3782455" y="3179858"/>
              <a:ext cx="80117" cy="217"/>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37" name="Line 76"/>
            <p:cNvSpPr>
              <a:spLocks noChangeShapeType="1"/>
            </p:cNvSpPr>
            <p:nvPr/>
          </p:nvSpPr>
          <p:spPr bwMode="auto">
            <a:xfrm flipH="1">
              <a:off x="3928616" y="3086571"/>
              <a:ext cx="87731" cy="4603"/>
            </a:xfrm>
            <a:prstGeom prst="line">
              <a:avLst/>
            </a:prstGeom>
            <a:noFill/>
            <a:ln w="28575" cmpd="sng">
              <a:gradFill flip="none" rotWithShape="1">
                <a:gsLst>
                  <a:gs pos="26000">
                    <a:srgbClr val="956453"/>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38" name="Line 76"/>
            <p:cNvSpPr>
              <a:spLocks noChangeShapeType="1"/>
            </p:cNvSpPr>
            <p:nvPr/>
          </p:nvSpPr>
          <p:spPr bwMode="auto">
            <a:xfrm flipH="1" flipV="1">
              <a:off x="3782454" y="3080220"/>
              <a:ext cx="80117" cy="7561"/>
            </a:xfrm>
            <a:prstGeom prst="line">
              <a:avLst/>
            </a:prstGeom>
            <a:noFill/>
            <a:ln w="28575" cmpd="sng">
              <a:gradFill flip="none" rotWithShape="1">
                <a:gsLst>
                  <a:gs pos="20000">
                    <a:srgbClr val="0000FF"/>
                  </a:gs>
                  <a:gs pos="82000">
                    <a:srgbClr val="FFFF00"/>
                  </a:gs>
                  <a:gs pos="47000">
                    <a:srgbClr val="FF6600"/>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39" name="Cube 38"/>
            <p:cNvSpPr/>
            <p:nvPr/>
          </p:nvSpPr>
          <p:spPr>
            <a:xfrm>
              <a:off x="3588582" y="3885631"/>
              <a:ext cx="381844" cy="293077"/>
            </a:xfrm>
            <a:prstGeom prst="cube">
              <a:avLst/>
            </a:prstGeom>
            <a:ln w="6350"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40" name="Cube 39"/>
            <p:cNvSpPr/>
            <p:nvPr/>
          </p:nvSpPr>
          <p:spPr>
            <a:xfrm>
              <a:off x="3694594" y="3874585"/>
              <a:ext cx="175464" cy="75195"/>
            </a:xfrm>
            <a:prstGeom prst="cube">
              <a:avLst/>
            </a:prstGeom>
            <a:solidFill>
              <a:schemeClr val="bg1">
                <a:lumMod val="95000"/>
              </a:schemeClr>
            </a:solidFill>
            <a:ln w="3175" cmpd="sng">
              <a:solidFill>
                <a:srgbClr val="00009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41" name="Line 73"/>
            <p:cNvSpPr>
              <a:spLocks noChangeShapeType="1"/>
            </p:cNvSpPr>
            <p:nvPr/>
          </p:nvSpPr>
          <p:spPr bwMode="auto">
            <a:xfrm flipV="1">
              <a:off x="3698118" y="4027567"/>
              <a:ext cx="85092" cy="99853"/>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42" name="Line 71"/>
            <p:cNvSpPr>
              <a:spLocks noChangeShapeType="1"/>
            </p:cNvSpPr>
            <p:nvPr/>
          </p:nvSpPr>
          <p:spPr bwMode="auto">
            <a:xfrm>
              <a:off x="3694944" y="4021217"/>
              <a:ext cx="85092" cy="99854"/>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43" name="Line 76"/>
            <p:cNvSpPr>
              <a:spLocks noChangeShapeType="1"/>
            </p:cNvSpPr>
            <p:nvPr/>
          </p:nvSpPr>
          <p:spPr bwMode="auto">
            <a:xfrm flipH="1" flipV="1">
              <a:off x="3770507" y="4114719"/>
              <a:ext cx="90909" cy="6351"/>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44" name="Line 76"/>
            <p:cNvSpPr>
              <a:spLocks noChangeShapeType="1"/>
            </p:cNvSpPr>
            <p:nvPr/>
          </p:nvSpPr>
          <p:spPr bwMode="auto">
            <a:xfrm flipH="1">
              <a:off x="3627525" y="4120854"/>
              <a:ext cx="80117" cy="217"/>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45" name="Line 76"/>
            <p:cNvSpPr>
              <a:spLocks noChangeShapeType="1"/>
            </p:cNvSpPr>
            <p:nvPr/>
          </p:nvSpPr>
          <p:spPr bwMode="auto">
            <a:xfrm flipH="1">
              <a:off x="3773686" y="4027567"/>
              <a:ext cx="87731" cy="4603"/>
            </a:xfrm>
            <a:prstGeom prst="line">
              <a:avLst/>
            </a:prstGeom>
            <a:noFill/>
            <a:ln w="28575" cmpd="sng">
              <a:gradFill flip="none" rotWithShape="1">
                <a:gsLst>
                  <a:gs pos="26000">
                    <a:srgbClr val="956453"/>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46" name="Line 76"/>
            <p:cNvSpPr>
              <a:spLocks noChangeShapeType="1"/>
            </p:cNvSpPr>
            <p:nvPr/>
          </p:nvSpPr>
          <p:spPr bwMode="auto">
            <a:xfrm flipH="1" flipV="1">
              <a:off x="3627524" y="4021216"/>
              <a:ext cx="80117" cy="7561"/>
            </a:xfrm>
            <a:prstGeom prst="line">
              <a:avLst/>
            </a:prstGeom>
            <a:noFill/>
            <a:ln w="28575" cmpd="sng">
              <a:gradFill flip="none" rotWithShape="1">
                <a:gsLst>
                  <a:gs pos="20000">
                    <a:srgbClr val="0000FF"/>
                  </a:gs>
                  <a:gs pos="82000">
                    <a:srgbClr val="FFFF00"/>
                  </a:gs>
                  <a:gs pos="47000">
                    <a:srgbClr val="FF6600"/>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47" name="Cube 46"/>
            <p:cNvSpPr/>
            <p:nvPr/>
          </p:nvSpPr>
          <p:spPr>
            <a:xfrm>
              <a:off x="4296631" y="3452840"/>
              <a:ext cx="381844" cy="293077"/>
            </a:xfrm>
            <a:prstGeom prst="cube">
              <a:avLst/>
            </a:prstGeom>
            <a:ln w="6350"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48" name="Cube 47"/>
            <p:cNvSpPr/>
            <p:nvPr/>
          </p:nvSpPr>
          <p:spPr>
            <a:xfrm>
              <a:off x="4402643" y="3441794"/>
              <a:ext cx="175464" cy="75195"/>
            </a:xfrm>
            <a:prstGeom prst="cube">
              <a:avLst/>
            </a:prstGeom>
            <a:solidFill>
              <a:schemeClr val="bg1">
                <a:lumMod val="95000"/>
              </a:schemeClr>
            </a:solidFill>
            <a:ln w="3175" cmpd="sng">
              <a:solidFill>
                <a:srgbClr val="00009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49" name="Line 73"/>
            <p:cNvSpPr>
              <a:spLocks noChangeShapeType="1"/>
            </p:cNvSpPr>
            <p:nvPr/>
          </p:nvSpPr>
          <p:spPr bwMode="auto">
            <a:xfrm flipV="1">
              <a:off x="4406167" y="3594776"/>
              <a:ext cx="85092" cy="99853"/>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50" name="Line 71"/>
            <p:cNvSpPr>
              <a:spLocks noChangeShapeType="1"/>
            </p:cNvSpPr>
            <p:nvPr/>
          </p:nvSpPr>
          <p:spPr bwMode="auto">
            <a:xfrm>
              <a:off x="4402993" y="3588426"/>
              <a:ext cx="85092" cy="99854"/>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51" name="Line 76"/>
            <p:cNvSpPr>
              <a:spLocks noChangeShapeType="1"/>
            </p:cNvSpPr>
            <p:nvPr/>
          </p:nvSpPr>
          <p:spPr bwMode="auto">
            <a:xfrm flipH="1" flipV="1">
              <a:off x="4478556" y="3681928"/>
              <a:ext cx="90909" cy="6351"/>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52" name="Line 76"/>
            <p:cNvSpPr>
              <a:spLocks noChangeShapeType="1"/>
            </p:cNvSpPr>
            <p:nvPr/>
          </p:nvSpPr>
          <p:spPr bwMode="auto">
            <a:xfrm flipH="1">
              <a:off x="4335574" y="3688063"/>
              <a:ext cx="80117" cy="217"/>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53" name="Line 76"/>
            <p:cNvSpPr>
              <a:spLocks noChangeShapeType="1"/>
            </p:cNvSpPr>
            <p:nvPr/>
          </p:nvSpPr>
          <p:spPr bwMode="auto">
            <a:xfrm flipH="1">
              <a:off x="4481735" y="3594776"/>
              <a:ext cx="87731" cy="4603"/>
            </a:xfrm>
            <a:prstGeom prst="line">
              <a:avLst/>
            </a:prstGeom>
            <a:noFill/>
            <a:ln w="28575" cmpd="sng">
              <a:gradFill flip="none" rotWithShape="1">
                <a:gsLst>
                  <a:gs pos="26000">
                    <a:srgbClr val="956453"/>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54" name="Line 76"/>
            <p:cNvSpPr>
              <a:spLocks noChangeShapeType="1"/>
            </p:cNvSpPr>
            <p:nvPr/>
          </p:nvSpPr>
          <p:spPr bwMode="auto">
            <a:xfrm flipH="1" flipV="1">
              <a:off x="4335573" y="3588425"/>
              <a:ext cx="80117" cy="7561"/>
            </a:xfrm>
            <a:prstGeom prst="line">
              <a:avLst/>
            </a:prstGeom>
            <a:noFill/>
            <a:ln w="28575" cmpd="sng">
              <a:gradFill flip="none" rotWithShape="1">
                <a:gsLst>
                  <a:gs pos="20000">
                    <a:srgbClr val="0000FF"/>
                  </a:gs>
                  <a:gs pos="82000">
                    <a:srgbClr val="FFFF00"/>
                  </a:gs>
                  <a:gs pos="47000">
                    <a:srgbClr val="FF6600"/>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55" name="Cube 54"/>
            <p:cNvSpPr/>
            <p:nvPr/>
          </p:nvSpPr>
          <p:spPr>
            <a:xfrm>
              <a:off x="5064151" y="2933589"/>
              <a:ext cx="381844" cy="293077"/>
            </a:xfrm>
            <a:prstGeom prst="cube">
              <a:avLst/>
            </a:prstGeom>
            <a:ln w="6350"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56" name="Cube 55"/>
            <p:cNvSpPr/>
            <p:nvPr/>
          </p:nvSpPr>
          <p:spPr>
            <a:xfrm>
              <a:off x="5170163" y="2922543"/>
              <a:ext cx="175464" cy="75195"/>
            </a:xfrm>
            <a:prstGeom prst="cube">
              <a:avLst/>
            </a:prstGeom>
            <a:solidFill>
              <a:schemeClr val="bg1">
                <a:lumMod val="95000"/>
              </a:schemeClr>
            </a:solidFill>
            <a:ln w="3175" cmpd="sng">
              <a:solidFill>
                <a:srgbClr val="00009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57" name="Line 73"/>
            <p:cNvSpPr>
              <a:spLocks noChangeShapeType="1"/>
            </p:cNvSpPr>
            <p:nvPr/>
          </p:nvSpPr>
          <p:spPr bwMode="auto">
            <a:xfrm flipV="1">
              <a:off x="5173687" y="3075525"/>
              <a:ext cx="85092" cy="99853"/>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58" name="Line 71"/>
            <p:cNvSpPr>
              <a:spLocks noChangeShapeType="1"/>
            </p:cNvSpPr>
            <p:nvPr/>
          </p:nvSpPr>
          <p:spPr bwMode="auto">
            <a:xfrm>
              <a:off x="5170513" y="3069175"/>
              <a:ext cx="85092" cy="99854"/>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59" name="Line 76"/>
            <p:cNvSpPr>
              <a:spLocks noChangeShapeType="1"/>
            </p:cNvSpPr>
            <p:nvPr/>
          </p:nvSpPr>
          <p:spPr bwMode="auto">
            <a:xfrm flipH="1" flipV="1">
              <a:off x="5246076" y="3162677"/>
              <a:ext cx="90909" cy="6351"/>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60" name="Line 76"/>
            <p:cNvSpPr>
              <a:spLocks noChangeShapeType="1"/>
            </p:cNvSpPr>
            <p:nvPr/>
          </p:nvSpPr>
          <p:spPr bwMode="auto">
            <a:xfrm flipH="1">
              <a:off x="5103094" y="3168812"/>
              <a:ext cx="80117" cy="217"/>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61" name="Line 76"/>
            <p:cNvSpPr>
              <a:spLocks noChangeShapeType="1"/>
            </p:cNvSpPr>
            <p:nvPr/>
          </p:nvSpPr>
          <p:spPr bwMode="auto">
            <a:xfrm flipH="1">
              <a:off x="5249255" y="3075525"/>
              <a:ext cx="87731" cy="4603"/>
            </a:xfrm>
            <a:prstGeom prst="line">
              <a:avLst/>
            </a:prstGeom>
            <a:noFill/>
            <a:ln w="28575" cmpd="sng">
              <a:gradFill flip="none" rotWithShape="1">
                <a:gsLst>
                  <a:gs pos="26000">
                    <a:srgbClr val="956453"/>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62" name="Line 76"/>
            <p:cNvSpPr>
              <a:spLocks noChangeShapeType="1"/>
            </p:cNvSpPr>
            <p:nvPr/>
          </p:nvSpPr>
          <p:spPr bwMode="auto">
            <a:xfrm flipH="1" flipV="1">
              <a:off x="5103093" y="3069174"/>
              <a:ext cx="80117" cy="7561"/>
            </a:xfrm>
            <a:prstGeom prst="line">
              <a:avLst/>
            </a:prstGeom>
            <a:noFill/>
            <a:ln w="28575" cmpd="sng">
              <a:gradFill flip="none" rotWithShape="1">
                <a:gsLst>
                  <a:gs pos="20000">
                    <a:srgbClr val="0000FF"/>
                  </a:gs>
                  <a:gs pos="82000">
                    <a:srgbClr val="FFFF00"/>
                  </a:gs>
                  <a:gs pos="47000">
                    <a:srgbClr val="FF6600"/>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63" name="Cube 62"/>
            <p:cNvSpPr/>
            <p:nvPr/>
          </p:nvSpPr>
          <p:spPr>
            <a:xfrm>
              <a:off x="5381479" y="3516989"/>
              <a:ext cx="381844" cy="293077"/>
            </a:xfrm>
            <a:prstGeom prst="cube">
              <a:avLst/>
            </a:prstGeom>
            <a:ln w="6350"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64" name="Cube 63"/>
            <p:cNvSpPr/>
            <p:nvPr/>
          </p:nvSpPr>
          <p:spPr>
            <a:xfrm>
              <a:off x="5487491" y="3505943"/>
              <a:ext cx="175464" cy="75195"/>
            </a:xfrm>
            <a:prstGeom prst="cube">
              <a:avLst/>
            </a:prstGeom>
            <a:solidFill>
              <a:schemeClr val="bg1">
                <a:lumMod val="95000"/>
              </a:schemeClr>
            </a:solidFill>
            <a:ln w="3175" cmpd="sng">
              <a:solidFill>
                <a:srgbClr val="00009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65" name="Line 73"/>
            <p:cNvSpPr>
              <a:spLocks noChangeShapeType="1"/>
            </p:cNvSpPr>
            <p:nvPr/>
          </p:nvSpPr>
          <p:spPr bwMode="auto">
            <a:xfrm flipV="1">
              <a:off x="5491015" y="3658925"/>
              <a:ext cx="85092" cy="99853"/>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66" name="Line 71"/>
            <p:cNvSpPr>
              <a:spLocks noChangeShapeType="1"/>
            </p:cNvSpPr>
            <p:nvPr/>
          </p:nvSpPr>
          <p:spPr bwMode="auto">
            <a:xfrm>
              <a:off x="5487841" y="3652575"/>
              <a:ext cx="85092" cy="99854"/>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a:tailEnd/>
            </a:ln>
          </p:spPr>
          <p:txBody>
            <a:bodyPr wrap="none" anchor="ctr"/>
            <a:lstStyle/>
            <a:p>
              <a:endParaRPr lang="en-US" sz="1000" dirty="0">
                <a:latin typeface="Times New Roman"/>
                <a:cs typeface="Times New Roman"/>
              </a:endParaRPr>
            </a:p>
          </p:txBody>
        </p:sp>
        <p:sp>
          <p:nvSpPr>
            <p:cNvPr id="67" name="Line 76"/>
            <p:cNvSpPr>
              <a:spLocks noChangeShapeType="1"/>
            </p:cNvSpPr>
            <p:nvPr/>
          </p:nvSpPr>
          <p:spPr bwMode="auto">
            <a:xfrm flipH="1" flipV="1">
              <a:off x="5563404" y="3746077"/>
              <a:ext cx="90909" cy="6351"/>
            </a:xfrm>
            <a:prstGeom prst="line">
              <a:avLst/>
            </a:prstGeom>
            <a:noFill/>
            <a:ln w="28575" cmpd="sng">
              <a:gradFill flip="none" rotWithShape="1">
                <a:gsLst>
                  <a:gs pos="26000">
                    <a:srgbClr val="0000FF"/>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68" name="Line 76"/>
            <p:cNvSpPr>
              <a:spLocks noChangeShapeType="1"/>
            </p:cNvSpPr>
            <p:nvPr/>
          </p:nvSpPr>
          <p:spPr bwMode="auto">
            <a:xfrm flipH="1">
              <a:off x="5420422" y="3752212"/>
              <a:ext cx="80117" cy="217"/>
            </a:xfrm>
            <a:prstGeom prst="line">
              <a:avLst/>
            </a:prstGeom>
            <a:noFill/>
            <a:ln w="28575" cmpd="sng">
              <a:gradFill flip="none" rotWithShape="1">
                <a:gsLst>
                  <a:gs pos="26000">
                    <a:srgbClr val="956453"/>
                  </a:gs>
                  <a:gs pos="100000">
                    <a:srgbClr val="FFFFFF"/>
                  </a:gs>
                  <a:gs pos="64000">
                    <a:srgbClr val="000072"/>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69" name="Line 76"/>
            <p:cNvSpPr>
              <a:spLocks noChangeShapeType="1"/>
            </p:cNvSpPr>
            <p:nvPr/>
          </p:nvSpPr>
          <p:spPr bwMode="auto">
            <a:xfrm flipH="1">
              <a:off x="5566583" y="3658925"/>
              <a:ext cx="87731" cy="4603"/>
            </a:xfrm>
            <a:prstGeom prst="line">
              <a:avLst/>
            </a:prstGeom>
            <a:noFill/>
            <a:ln w="28575" cmpd="sng">
              <a:gradFill flip="none" rotWithShape="1">
                <a:gsLst>
                  <a:gs pos="26000">
                    <a:srgbClr val="956453"/>
                  </a:gs>
                  <a:gs pos="100000">
                    <a:srgbClr val="3366FF"/>
                  </a:gs>
                  <a:gs pos="64000">
                    <a:srgbClr val="000072"/>
                  </a:gs>
                </a:gsLst>
                <a:lin ang="0" scaled="1"/>
                <a:tileRect/>
              </a:gradFill>
              <a:round/>
              <a:headEnd type="triangle" w="sm" len="sm"/>
              <a:tailEnd/>
            </a:ln>
          </p:spPr>
          <p:txBody>
            <a:bodyPr wrap="none" anchor="ctr"/>
            <a:lstStyle/>
            <a:p>
              <a:endParaRPr lang="en-US" sz="1000" dirty="0">
                <a:latin typeface="Times New Roman"/>
                <a:cs typeface="Times New Roman"/>
              </a:endParaRPr>
            </a:p>
          </p:txBody>
        </p:sp>
        <p:sp>
          <p:nvSpPr>
            <p:cNvPr id="70" name="Line 76"/>
            <p:cNvSpPr>
              <a:spLocks noChangeShapeType="1"/>
            </p:cNvSpPr>
            <p:nvPr/>
          </p:nvSpPr>
          <p:spPr bwMode="auto">
            <a:xfrm flipH="1" flipV="1">
              <a:off x="5420421" y="3652574"/>
              <a:ext cx="80117" cy="7561"/>
            </a:xfrm>
            <a:prstGeom prst="line">
              <a:avLst/>
            </a:prstGeom>
            <a:noFill/>
            <a:ln w="28575" cmpd="sng">
              <a:gradFill flip="none" rotWithShape="1">
                <a:gsLst>
                  <a:gs pos="20000">
                    <a:srgbClr val="0000FF"/>
                  </a:gs>
                  <a:gs pos="82000">
                    <a:srgbClr val="FFFF00"/>
                  </a:gs>
                  <a:gs pos="47000">
                    <a:srgbClr val="FF6600"/>
                  </a:gs>
                </a:gsLst>
                <a:lin ang="0" scaled="1"/>
                <a:tileRect/>
              </a:gradFill>
              <a:round/>
              <a:headEnd type="none" w="sm" len="sm"/>
              <a:tailEnd type="triangle" w="sm" len="sm"/>
            </a:ln>
          </p:spPr>
          <p:txBody>
            <a:bodyPr wrap="none" anchor="ctr"/>
            <a:lstStyle/>
            <a:p>
              <a:endParaRPr lang="en-US" sz="1000" dirty="0">
                <a:latin typeface="Times New Roman"/>
                <a:cs typeface="Times New Roman"/>
              </a:endParaRPr>
            </a:p>
          </p:txBody>
        </p:sp>
        <p:sp>
          <p:nvSpPr>
            <p:cNvPr id="78" name="TextBox 77"/>
            <p:cNvSpPr txBox="1"/>
            <p:nvPr/>
          </p:nvSpPr>
          <p:spPr>
            <a:xfrm>
              <a:off x="2875946" y="3657916"/>
              <a:ext cx="571617" cy="268517"/>
            </a:xfrm>
            <a:prstGeom prst="rect">
              <a:avLst/>
            </a:prstGeom>
            <a:noFill/>
          </p:spPr>
          <p:txBody>
            <a:bodyPr wrap="square" lIns="72000" tIns="72000" rIns="72000" bIns="72000" rtlCol="0">
              <a:spAutoFit/>
            </a:bodyPr>
            <a:lstStyle/>
            <a:p>
              <a:pPr marR="0" algn="ctr" defTabSz="457200" rtl="0" eaLnBrk="1" fontAlgn="base" latinLnBrk="0" hangingPunct="1">
                <a:lnSpc>
                  <a:spcPct val="100000"/>
                </a:lnSpc>
                <a:spcBef>
                  <a:spcPts val="0"/>
                </a:spcBef>
                <a:spcAft>
                  <a:spcPct val="0"/>
                </a:spcAft>
                <a:buClr>
                  <a:srgbClr val="001135"/>
                </a:buClr>
                <a:buSzTx/>
                <a:tabLst/>
              </a:pPr>
              <a:r>
                <a:rPr lang="en-US" sz="800" i="1" dirty="0">
                  <a:solidFill>
                    <a:schemeClr val="accent4">
                      <a:lumMod val="50000"/>
                    </a:schemeClr>
                  </a:solidFill>
                  <a:latin typeface="+mn-lt"/>
                  <a:ea typeface="Nokia Pure Text" panose="020B0503020202020204" pitchFamily="34" charset="0"/>
                  <a:cs typeface="Nokia Pure Headline Light"/>
                </a:rPr>
                <a:t>LINC</a:t>
              </a:r>
            </a:p>
          </p:txBody>
        </p:sp>
        <p:sp>
          <p:nvSpPr>
            <p:cNvPr id="79" name="TextBox 78"/>
            <p:cNvSpPr txBox="1"/>
            <p:nvPr/>
          </p:nvSpPr>
          <p:spPr>
            <a:xfrm>
              <a:off x="4883632" y="3165063"/>
              <a:ext cx="413485" cy="268517"/>
            </a:xfrm>
            <a:prstGeom prst="rect">
              <a:avLst/>
            </a:prstGeom>
            <a:noFill/>
          </p:spPr>
          <p:txBody>
            <a:bodyPr wrap="square" lIns="72000" tIns="72000" rIns="72000" bIns="72000" rtlCol="0">
              <a:spAutoFit/>
            </a:bodyPr>
            <a:lstStyle/>
            <a:p>
              <a:pPr marR="0" algn="ctr" defTabSz="457200" rtl="0" eaLnBrk="1" fontAlgn="base" latinLnBrk="0" hangingPunct="1">
                <a:lnSpc>
                  <a:spcPct val="100000"/>
                </a:lnSpc>
                <a:spcBef>
                  <a:spcPts val="0"/>
                </a:spcBef>
                <a:spcAft>
                  <a:spcPct val="0"/>
                </a:spcAft>
                <a:buClr>
                  <a:srgbClr val="001135"/>
                </a:buClr>
                <a:buSzTx/>
                <a:tabLst/>
              </a:pPr>
              <a:r>
                <a:rPr lang="en-US" sz="800" i="1" dirty="0">
                  <a:solidFill>
                    <a:schemeClr val="accent4">
                      <a:lumMod val="50000"/>
                    </a:schemeClr>
                  </a:solidFill>
                  <a:latin typeface="+mn-lt"/>
                  <a:ea typeface="Nokia Pure Text" panose="020B0503020202020204" pitchFamily="34" charset="0"/>
                  <a:cs typeface="Nokia Pure Headline Light"/>
                </a:rPr>
                <a:t>LINC</a:t>
              </a:r>
            </a:p>
          </p:txBody>
        </p:sp>
        <p:sp>
          <p:nvSpPr>
            <p:cNvPr id="80" name="TextBox 79"/>
            <p:cNvSpPr txBox="1"/>
            <p:nvPr/>
          </p:nvSpPr>
          <p:spPr>
            <a:xfrm>
              <a:off x="3484698" y="4111667"/>
              <a:ext cx="571617" cy="268517"/>
            </a:xfrm>
            <a:prstGeom prst="rect">
              <a:avLst/>
            </a:prstGeom>
            <a:noFill/>
          </p:spPr>
          <p:txBody>
            <a:bodyPr wrap="square" lIns="72000" tIns="72000" rIns="72000" bIns="72000" rtlCol="0">
              <a:spAutoFit/>
            </a:bodyPr>
            <a:lstStyle/>
            <a:p>
              <a:pPr marR="0" algn="ctr" defTabSz="457200" rtl="0" eaLnBrk="1" fontAlgn="base" latinLnBrk="0" hangingPunct="1">
                <a:lnSpc>
                  <a:spcPct val="100000"/>
                </a:lnSpc>
                <a:spcBef>
                  <a:spcPts val="0"/>
                </a:spcBef>
                <a:spcAft>
                  <a:spcPct val="0"/>
                </a:spcAft>
                <a:buClr>
                  <a:srgbClr val="001135"/>
                </a:buClr>
                <a:buSzTx/>
                <a:tabLst/>
              </a:pPr>
              <a:r>
                <a:rPr lang="en-US" sz="800" i="1" dirty="0">
                  <a:solidFill>
                    <a:schemeClr val="accent4">
                      <a:lumMod val="50000"/>
                    </a:schemeClr>
                  </a:solidFill>
                  <a:latin typeface="+mn-lt"/>
                  <a:ea typeface="Nokia Pure Text" panose="020B0503020202020204" pitchFamily="34" charset="0"/>
                  <a:cs typeface="Nokia Pure Headline Light"/>
                </a:rPr>
                <a:t>LINC</a:t>
              </a:r>
            </a:p>
          </p:txBody>
        </p:sp>
        <p:sp>
          <p:nvSpPr>
            <p:cNvPr id="81" name="TextBox 80"/>
            <p:cNvSpPr txBox="1"/>
            <p:nvPr/>
          </p:nvSpPr>
          <p:spPr>
            <a:xfrm>
              <a:off x="5230402" y="3765128"/>
              <a:ext cx="571617" cy="268517"/>
            </a:xfrm>
            <a:prstGeom prst="rect">
              <a:avLst/>
            </a:prstGeom>
            <a:noFill/>
          </p:spPr>
          <p:txBody>
            <a:bodyPr wrap="square" lIns="72000" tIns="72000" rIns="72000" bIns="72000" rtlCol="0">
              <a:spAutoFit/>
            </a:bodyPr>
            <a:lstStyle/>
            <a:p>
              <a:pPr marR="0" algn="ctr" defTabSz="457200" rtl="0" eaLnBrk="1" fontAlgn="base" latinLnBrk="0" hangingPunct="1">
                <a:lnSpc>
                  <a:spcPct val="100000"/>
                </a:lnSpc>
                <a:spcBef>
                  <a:spcPts val="0"/>
                </a:spcBef>
                <a:spcAft>
                  <a:spcPct val="0"/>
                </a:spcAft>
                <a:buClr>
                  <a:srgbClr val="001135"/>
                </a:buClr>
                <a:buSzTx/>
                <a:tabLst/>
              </a:pPr>
              <a:r>
                <a:rPr lang="en-US" sz="800" i="1" dirty="0">
                  <a:solidFill>
                    <a:schemeClr val="accent4">
                      <a:lumMod val="50000"/>
                    </a:schemeClr>
                  </a:solidFill>
                  <a:latin typeface="+mn-lt"/>
                  <a:ea typeface="Nokia Pure Text" panose="020B0503020202020204" pitchFamily="34" charset="0"/>
                  <a:cs typeface="Nokia Pure Headline Light"/>
                </a:rPr>
                <a:t>LINC</a:t>
              </a:r>
            </a:p>
          </p:txBody>
        </p:sp>
        <p:sp>
          <p:nvSpPr>
            <p:cNvPr id="83" name="TextBox 82"/>
            <p:cNvSpPr txBox="1"/>
            <p:nvPr/>
          </p:nvSpPr>
          <p:spPr>
            <a:xfrm>
              <a:off x="3464106" y="3165063"/>
              <a:ext cx="571617" cy="268517"/>
            </a:xfrm>
            <a:prstGeom prst="rect">
              <a:avLst/>
            </a:prstGeom>
            <a:noFill/>
          </p:spPr>
          <p:txBody>
            <a:bodyPr wrap="square" lIns="72000" tIns="72000" rIns="72000" bIns="72000" rtlCol="0">
              <a:spAutoFit/>
            </a:bodyPr>
            <a:lstStyle/>
            <a:p>
              <a:pPr marR="0" algn="ctr" defTabSz="457200" rtl="0" eaLnBrk="1" fontAlgn="base" latinLnBrk="0" hangingPunct="1">
                <a:lnSpc>
                  <a:spcPct val="100000"/>
                </a:lnSpc>
                <a:spcBef>
                  <a:spcPts val="0"/>
                </a:spcBef>
                <a:spcAft>
                  <a:spcPct val="0"/>
                </a:spcAft>
                <a:buClr>
                  <a:srgbClr val="001135"/>
                </a:buClr>
                <a:buSzTx/>
                <a:tabLst/>
              </a:pPr>
              <a:r>
                <a:rPr lang="en-US" sz="800" i="1" dirty="0">
                  <a:solidFill>
                    <a:schemeClr val="accent4">
                      <a:lumMod val="50000"/>
                    </a:schemeClr>
                  </a:solidFill>
                  <a:latin typeface="+mn-lt"/>
                  <a:ea typeface="Nokia Pure Text" panose="020B0503020202020204" pitchFamily="34" charset="0"/>
                  <a:cs typeface="Nokia Pure Headline Light"/>
                </a:rPr>
                <a:t>LINC</a:t>
              </a:r>
            </a:p>
          </p:txBody>
        </p:sp>
        <p:pic>
          <p:nvPicPr>
            <p:cNvPr id="84" name="Picture 83"/>
            <p:cNvPicPr>
              <a:picLocks noChangeAspect="1"/>
            </p:cNvPicPr>
            <p:nvPr/>
          </p:nvPicPr>
          <p:blipFill>
            <a:blip r:embed="rId4"/>
            <a:stretch>
              <a:fillRect/>
            </a:stretch>
          </p:blipFill>
          <p:spPr>
            <a:xfrm>
              <a:off x="2921894" y="3013776"/>
              <a:ext cx="395716" cy="420047"/>
            </a:xfrm>
            <a:prstGeom prst="rect">
              <a:avLst/>
            </a:prstGeom>
          </p:spPr>
        </p:pic>
        <p:pic>
          <p:nvPicPr>
            <p:cNvPr id="85" name="Picture 84"/>
            <p:cNvPicPr>
              <a:picLocks noChangeAspect="1"/>
            </p:cNvPicPr>
            <p:nvPr/>
          </p:nvPicPr>
          <p:blipFill>
            <a:blip r:embed="rId4"/>
            <a:stretch>
              <a:fillRect/>
            </a:stretch>
          </p:blipFill>
          <p:spPr>
            <a:xfrm>
              <a:off x="3845940" y="3540567"/>
              <a:ext cx="395716" cy="420047"/>
            </a:xfrm>
            <a:prstGeom prst="rect">
              <a:avLst/>
            </a:prstGeom>
          </p:spPr>
        </p:pic>
        <p:pic>
          <p:nvPicPr>
            <p:cNvPr id="86" name="Picture 85"/>
            <p:cNvPicPr>
              <a:picLocks noChangeAspect="1"/>
            </p:cNvPicPr>
            <p:nvPr/>
          </p:nvPicPr>
          <p:blipFill>
            <a:blip r:embed="rId4"/>
            <a:stretch>
              <a:fillRect/>
            </a:stretch>
          </p:blipFill>
          <p:spPr>
            <a:xfrm>
              <a:off x="4478485" y="3088348"/>
              <a:ext cx="395716" cy="420047"/>
            </a:xfrm>
            <a:prstGeom prst="rect">
              <a:avLst/>
            </a:prstGeom>
          </p:spPr>
        </p:pic>
        <p:pic>
          <p:nvPicPr>
            <p:cNvPr id="87" name="Picture 86"/>
            <p:cNvPicPr>
              <a:picLocks noChangeAspect="1"/>
            </p:cNvPicPr>
            <p:nvPr/>
          </p:nvPicPr>
          <p:blipFill>
            <a:blip r:embed="rId4"/>
            <a:stretch>
              <a:fillRect/>
            </a:stretch>
          </p:blipFill>
          <p:spPr>
            <a:xfrm>
              <a:off x="5213059" y="2566757"/>
              <a:ext cx="395716" cy="420047"/>
            </a:xfrm>
            <a:prstGeom prst="rect">
              <a:avLst/>
            </a:prstGeom>
          </p:spPr>
        </p:pic>
        <p:pic>
          <p:nvPicPr>
            <p:cNvPr id="88" name="Picture 87"/>
            <p:cNvPicPr>
              <a:picLocks noChangeAspect="1"/>
            </p:cNvPicPr>
            <p:nvPr/>
          </p:nvPicPr>
          <p:blipFill>
            <a:blip r:embed="rId4"/>
            <a:stretch>
              <a:fillRect/>
            </a:stretch>
          </p:blipFill>
          <p:spPr>
            <a:xfrm>
              <a:off x="5583232" y="3145247"/>
              <a:ext cx="395716" cy="420047"/>
            </a:xfrm>
            <a:prstGeom prst="rect">
              <a:avLst/>
            </a:prstGeom>
          </p:spPr>
        </p:pic>
        <p:pic>
          <p:nvPicPr>
            <p:cNvPr id="89" name="Picture 88"/>
            <p:cNvPicPr>
              <a:picLocks noChangeAspect="1"/>
            </p:cNvPicPr>
            <p:nvPr/>
          </p:nvPicPr>
          <p:blipFill>
            <a:blip r:embed="rId4"/>
            <a:stretch>
              <a:fillRect/>
            </a:stretch>
          </p:blipFill>
          <p:spPr>
            <a:xfrm>
              <a:off x="3778777" y="2674413"/>
              <a:ext cx="279141" cy="296304"/>
            </a:xfrm>
            <a:prstGeom prst="rect">
              <a:avLst/>
            </a:prstGeom>
          </p:spPr>
        </p:pic>
        <p:sp>
          <p:nvSpPr>
            <p:cNvPr id="91" name="TextBox 90">
              <a:extLst>
                <a:ext uri="{FF2B5EF4-FFF2-40B4-BE49-F238E27FC236}">
                  <a16:creationId xmlns:a16="http://schemas.microsoft.com/office/drawing/2014/main" id="{01A137ED-505E-4FEF-B3AB-D5ACC6769552}"/>
                </a:ext>
              </a:extLst>
            </p:cNvPr>
            <p:cNvSpPr txBox="1"/>
            <p:nvPr/>
          </p:nvSpPr>
          <p:spPr>
            <a:xfrm>
              <a:off x="4187087" y="3704787"/>
              <a:ext cx="571617" cy="268517"/>
            </a:xfrm>
            <a:prstGeom prst="rect">
              <a:avLst/>
            </a:prstGeom>
            <a:noFill/>
          </p:spPr>
          <p:txBody>
            <a:bodyPr wrap="square" lIns="72000" tIns="72000" rIns="72000" bIns="72000" rtlCol="0">
              <a:spAutoFit/>
            </a:bodyPr>
            <a:lstStyle/>
            <a:p>
              <a:pPr marR="0" algn="ctr" defTabSz="457200" rtl="0" eaLnBrk="1" fontAlgn="base" latinLnBrk="0" hangingPunct="1">
                <a:lnSpc>
                  <a:spcPct val="100000"/>
                </a:lnSpc>
                <a:spcBef>
                  <a:spcPts val="0"/>
                </a:spcBef>
                <a:spcAft>
                  <a:spcPct val="0"/>
                </a:spcAft>
                <a:buClr>
                  <a:srgbClr val="001135"/>
                </a:buClr>
                <a:buSzTx/>
                <a:tabLst/>
              </a:pPr>
              <a:r>
                <a:rPr lang="en-US" sz="800" i="1" dirty="0">
                  <a:solidFill>
                    <a:schemeClr val="accent4">
                      <a:lumMod val="50000"/>
                    </a:schemeClr>
                  </a:solidFill>
                  <a:latin typeface="+mn-lt"/>
                  <a:ea typeface="Nokia Pure Text" panose="020B0503020202020204" pitchFamily="34" charset="0"/>
                  <a:cs typeface="Nokia Pure Headline Light"/>
                </a:rPr>
                <a:t>LINC</a:t>
              </a:r>
            </a:p>
          </p:txBody>
        </p:sp>
      </p:grpSp>
      <p:sp>
        <p:nvSpPr>
          <p:cNvPr id="92" name="Parallelogram 91">
            <a:extLst>
              <a:ext uri="{FF2B5EF4-FFF2-40B4-BE49-F238E27FC236}">
                <a16:creationId xmlns:a16="http://schemas.microsoft.com/office/drawing/2014/main" id="{BD2D4169-3368-4C22-A98C-6C2C041999BE}"/>
              </a:ext>
            </a:extLst>
          </p:cNvPr>
          <p:cNvSpPr/>
          <p:nvPr/>
        </p:nvSpPr>
        <p:spPr>
          <a:xfrm>
            <a:off x="1967902" y="1083709"/>
            <a:ext cx="5742410" cy="1260589"/>
          </a:xfrm>
          <a:prstGeom prst="parallelogram">
            <a:avLst/>
          </a:prstGeom>
          <a:no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000" dirty="0">
              <a:solidFill>
                <a:schemeClr val="tx1"/>
              </a:solidFill>
              <a:latin typeface="Times New Roman"/>
              <a:cs typeface="Times New Roman"/>
            </a:endParaRPr>
          </a:p>
        </p:txBody>
      </p:sp>
      <p:sp>
        <p:nvSpPr>
          <p:cNvPr id="93" name="TextBox 92">
            <a:extLst>
              <a:ext uri="{FF2B5EF4-FFF2-40B4-BE49-F238E27FC236}">
                <a16:creationId xmlns:a16="http://schemas.microsoft.com/office/drawing/2014/main" id="{8F070380-F29A-45CE-B8D4-9157EF6898F5}"/>
              </a:ext>
            </a:extLst>
          </p:cNvPr>
          <p:cNvSpPr txBox="1"/>
          <p:nvPr/>
        </p:nvSpPr>
        <p:spPr>
          <a:xfrm>
            <a:off x="2284127" y="1089129"/>
            <a:ext cx="1793940" cy="268517"/>
          </a:xfrm>
          <a:prstGeom prst="rect">
            <a:avLst/>
          </a:prstGeom>
          <a:noFill/>
        </p:spPr>
        <p:txBody>
          <a:bodyPr wrap="square" lIns="72000" tIns="72000" rIns="72000" bIns="72000" rtlCol="0">
            <a:spAutoFit/>
          </a:bodyPr>
          <a:lstStyle/>
          <a:p>
            <a:pPr marR="0" defTabSz="457200" rtl="0" eaLnBrk="1" fontAlgn="base" latinLnBrk="0" hangingPunct="1">
              <a:lnSpc>
                <a:spcPct val="100000"/>
              </a:lnSpc>
              <a:spcBef>
                <a:spcPts val="0"/>
              </a:spcBef>
              <a:spcAft>
                <a:spcPct val="0"/>
              </a:spcAft>
              <a:buClr>
                <a:srgbClr val="001135"/>
              </a:buClr>
              <a:buSzTx/>
              <a:tabLst/>
            </a:pPr>
            <a:r>
              <a:rPr lang="fr-FR" sz="800" i="1" dirty="0">
                <a:solidFill>
                  <a:srgbClr val="FF0000"/>
                </a:solidFill>
                <a:latin typeface="+mn-lt"/>
                <a:ea typeface="Nokia Pure Text" panose="020B0503020202020204" pitchFamily="34" charset="0"/>
                <a:cs typeface="Nokia Pure Headline Light"/>
              </a:rPr>
              <a:t>Control Plane </a:t>
            </a:r>
            <a:endParaRPr lang="en-US" sz="800" i="1" dirty="0">
              <a:solidFill>
                <a:srgbClr val="FF0000"/>
              </a:solidFill>
              <a:latin typeface="+mn-lt"/>
              <a:ea typeface="Nokia Pure Text" panose="020B0503020202020204" pitchFamily="34" charset="0"/>
              <a:cs typeface="Nokia Pure Headline Light"/>
            </a:endParaRPr>
          </a:p>
        </p:txBody>
      </p:sp>
    </p:spTree>
    <p:extLst>
      <p:ext uri="{BB962C8B-B14F-4D97-AF65-F5344CB8AC3E}">
        <p14:creationId xmlns:p14="http://schemas.microsoft.com/office/powerpoint/2010/main" val="382624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82" grpId="0"/>
      <p:bldP spid="92" grpId="0" animBg="1"/>
      <p:bldP spid="9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marL="285750" indent="-285750">
              <a:buFont typeface="Arial" panose="020B0604020202020204" pitchFamily="34" charset="0"/>
              <a:buChar char="•"/>
            </a:pPr>
            <a:r>
              <a:rPr lang="en-US" dirty="0"/>
              <a:t>CPU: 2 cores</a:t>
            </a:r>
          </a:p>
          <a:p>
            <a:pPr marL="285750" indent="-285750">
              <a:buFont typeface="Arial" panose="020B0604020202020204" pitchFamily="34" charset="0"/>
              <a:buChar char="•"/>
            </a:pPr>
            <a:r>
              <a:rPr lang="en-US" dirty="0"/>
              <a:t>RAM: 2 GB </a:t>
            </a:r>
          </a:p>
          <a:p>
            <a:pPr marL="285750" indent="-285750">
              <a:buFont typeface="Arial" panose="020B0604020202020204" pitchFamily="34" charset="0"/>
              <a:buChar char="•"/>
            </a:pPr>
            <a:r>
              <a:rPr lang="en-US" dirty="0"/>
              <a:t>OS: Ubuntu 16.04 LTS</a:t>
            </a:r>
          </a:p>
          <a:p>
            <a:pPr marL="285750" indent="-285750">
              <a:buFont typeface="Arial" panose="020B0604020202020204" pitchFamily="34" charset="0"/>
              <a:buChar char="•"/>
            </a:pPr>
            <a:r>
              <a:rPr lang="en-US" dirty="0"/>
              <a:t>ONOS 1.13 (master release)</a:t>
            </a:r>
          </a:p>
        </p:txBody>
      </p:sp>
      <p:sp>
        <p:nvSpPr>
          <p:cNvPr id="4" name="Title 3"/>
          <p:cNvSpPr>
            <a:spLocks noGrp="1"/>
          </p:cNvSpPr>
          <p:nvPr>
            <p:ph type="title"/>
          </p:nvPr>
        </p:nvSpPr>
        <p:spPr/>
        <p:txBody>
          <a:bodyPr/>
          <a:lstStyle/>
          <a:p>
            <a:r>
              <a:rPr lang="en-US" dirty="0"/>
              <a:t>EXPERIMENTS</a:t>
            </a:r>
          </a:p>
        </p:txBody>
      </p:sp>
      <p:sp>
        <p:nvSpPr>
          <p:cNvPr id="5" name="Text Placeholder 4"/>
          <p:cNvSpPr>
            <a:spLocks noGrp="1"/>
          </p:cNvSpPr>
          <p:nvPr>
            <p:ph type="body" sz="quarter" idx="10"/>
          </p:nvPr>
        </p:nvSpPr>
        <p:spPr/>
        <p:txBody>
          <a:bodyPr/>
          <a:lstStyle/>
          <a:p>
            <a:r>
              <a:rPr lang="en-US" dirty="0"/>
              <a:t>System environment</a:t>
            </a:r>
          </a:p>
          <a:p>
            <a:endParaRPr lang="en-US" dirty="0"/>
          </a:p>
        </p:txBody>
      </p:sp>
    </p:spTree>
    <p:extLst>
      <p:ext uri="{BB962C8B-B14F-4D97-AF65-F5344CB8AC3E}">
        <p14:creationId xmlns:p14="http://schemas.microsoft.com/office/powerpoint/2010/main" val="2144089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126140" y="1080000"/>
            <a:ext cx="5607560" cy="3560400"/>
          </a:xfrm>
        </p:spPr>
        <p:txBody>
          <a:bodyPr/>
          <a:lstStyle/>
          <a:p>
            <a:pPr marL="342900" indent="-342900" algn="just">
              <a:buFont typeface="+mj-lt"/>
              <a:buAutoNum type="arabicPeriod"/>
            </a:pPr>
            <a:r>
              <a:rPr lang="en-US" dirty="0"/>
              <a:t>Configure the data plane with multiple LINC switches running each a NETCONF server: 100, 200, 300, 400, 500 containers</a:t>
            </a:r>
          </a:p>
          <a:p>
            <a:pPr marL="342900" indent="-342900" algn="just">
              <a:buFont typeface="+mj-lt"/>
              <a:buAutoNum type="arabicPeriod"/>
            </a:pPr>
            <a:r>
              <a:rPr lang="en-US" dirty="0"/>
              <a:t>Start the controller and activate the NETCONF driver (</a:t>
            </a:r>
            <a:r>
              <a:rPr lang="en-US" dirty="0" err="1"/>
              <a:t>org.onosproject.drivers.netconf</a:t>
            </a:r>
            <a:r>
              <a:rPr lang="en-US" dirty="0"/>
              <a:t>)</a:t>
            </a:r>
          </a:p>
          <a:p>
            <a:pPr marL="342900" indent="-342900" algn="just">
              <a:buFont typeface="+mj-lt"/>
              <a:buAutoNum type="arabicPeriod"/>
            </a:pPr>
            <a:r>
              <a:rPr lang="en-US" dirty="0"/>
              <a:t>Compose and upload the configuration file to ONOS controller</a:t>
            </a:r>
          </a:p>
          <a:p>
            <a:pPr marL="342900" indent="-342900" algn="just">
              <a:buFont typeface="+mj-lt"/>
              <a:buAutoNum type="arabicPeriod"/>
            </a:pPr>
            <a:r>
              <a:rPr lang="en-US" dirty="0"/>
              <a:t>Calculate the NETCONF </a:t>
            </a:r>
            <a:r>
              <a:rPr lang="en-US" i="1" dirty="0"/>
              <a:t>control session establishment time</a:t>
            </a:r>
          </a:p>
          <a:p>
            <a:pPr marL="342900" indent="-342900" algn="just">
              <a:buFont typeface="+mj-lt"/>
              <a:buAutoNum type="arabicPeriod"/>
            </a:pPr>
            <a:r>
              <a:rPr lang="en-US" dirty="0"/>
              <a:t>Repeat the test with the same number of switches for three times</a:t>
            </a:r>
          </a:p>
          <a:p>
            <a:pPr marL="342900" indent="-342900" algn="just">
              <a:buFont typeface="+mj-lt"/>
              <a:buAutoNum type="arabicPeriod"/>
            </a:pPr>
            <a:r>
              <a:rPr lang="en-US" dirty="0"/>
              <a:t>Restart the test with different number of switches: 100, 200, 300, 400 &amp; 500 switches</a:t>
            </a:r>
          </a:p>
        </p:txBody>
      </p:sp>
      <p:sp>
        <p:nvSpPr>
          <p:cNvPr id="4" name="Title 3"/>
          <p:cNvSpPr>
            <a:spLocks noGrp="1"/>
          </p:cNvSpPr>
          <p:nvPr>
            <p:ph type="title"/>
          </p:nvPr>
        </p:nvSpPr>
        <p:spPr/>
        <p:txBody>
          <a:bodyPr/>
          <a:lstStyle/>
          <a:p>
            <a:r>
              <a:rPr lang="en-US" dirty="0"/>
              <a:t>EXPERIMENTS</a:t>
            </a:r>
          </a:p>
        </p:txBody>
      </p:sp>
      <p:sp>
        <p:nvSpPr>
          <p:cNvPr id="5" name="Text Placeholder 4"/>
          <p:cNvSpPr>
            <a:spLocks noGrp="1"/>
          </p:cNvSpPr>
          <p:nvPr>
            <p:ph type="body" sz="quarter" idx="10"/>
          </p:nvPr>
        </p:nvSpPr>
        <p:spPr/>
        <p:txBody>
          <a:bodyPr/>
          <a:lstStyle/>
          <a:p>
            <a:r>
              <a:rPr lang="en-US" dirty="0"/>
              <a:t>NETCONF control session establishment time performance</a:t>
            </a:r>
          </a:p>
        </p:txBody>
      </p:sp>
      <p:sp>
        <p:nvSpPr>
          <p:cNvPr id="6" name="TextBox 5">
            <a:extLst>
              <a:ext uri="{FF2B5EF4-FFF2-40B4-BE49-F238E27FC236}">
                <a16:creationId xmlns:a16="http://schemas.microsoft.com/office/drawing/2014/main" id="{CD9897AC-5B7B-4CF5-8874-E8BA82BC3E5E}"/>
              </a:ext>
            </a:extLst>
          </p:cNvPr>
          <p:cNvSpPr txBox="1"/>
          <p:nvPr/>
        </p:nvSpPr>
        <p:spPr>
          <a:xfrm>
            <a:off x="5859840" y="900000"/>
            <a:ext cx="3158020" cy="4203119"/>
          </a:xfrm>
          <a:prstGeom prst="rect">
            <a:avLst/>
          </a:prstGeom>
          <a:solidFill>
            <a:schemeClr val="bg1"/>
          </a:solidFill>
          <a:ln>
            <a:solidFill>
              <a:schemeClr val="tx1">
                <a:lumMod val="60000"/>
                <a:lumOff val="40000"/>
              </a:schemeClr>
            </a:solidFill>
          </a:ln>
        </p:spPr>
        <p:txBody>
          <a:bodyPr wrap="square" lIns="72000" tIns="72000" rIns="72000" bIns="72000" rtlCol="0">
            <a:noAutofit/>
          </a:bodyPr>
          <a:lstStyle/>
          <a:p>
            <a:r>
              <a:rPr lang="en-US" sz="1000" i="1" dirty="0"/>
              <a:t>{</a:t>
            </a:r>
          </a:p>
          <a:p>
            <a:r>
              <a:rPr lang="en-US" sz="1000" i="1" dirty="0"/>
              <a:t>	"devices": {</a:t>
            </a:r>
          </a:p>
          <a:p>
            <a:r>
              <a:rPr lang="en-US" sz="1000" i="1" dirty="0"/>
              <a:t>		"netconf:192.168.1.10:50001": {</a:t>
            </a:r>
          </a:p>
          <a:p>
            <a:r>
              <a:rPr lang="en-US" sz="1000" i="1" dirty="0"/>
              <a:t>			"</a:t>
            </a:r>
            <a:r>
              <a:rPr lang="en-US" sz="1000" i="1" dirty="0" err="1"/>
              <a:t>netconf</a:t>
            </a:r>
            <a:r>
              <a:rPr lang="en-US" sz="1000" i="1" dirty="0"/>
              <a:t>": {</a:t>
            </a:r>
          </a:p>
          <a:p>
            <a:r>
              <a:rPr lang="en-US" sz="1000" i="1" dirty="0"/>
              <a:t>				"</a:t>
            </a:r>
            <a:r>
              <a:rPr lang="en-US" sz="1000" i="1" dirty="0" err="1"/>
              <a:t>ip</a:t>
            </a:r>
            <a:r>
              <a:rPr lang="en-US" sz="1000" i="1" dirty="0"/>
              <a:t>": "192.168.1.10",</a:t>
            </a:r>
          </a:p>
          <a:p>
            <a:r>
              <a:rPr lang="en-US" sz="1000" i="1" dirty="0"/>
              <a:t>				"port": 50001,</a:t>
            </a:r>
          </a:p>
          <a:p>
            <a:r>
              <a:rPr lang="en-US" sz="1000" i="1" dirty="0"/>
              <a:t>				"username": "</a:t>
            </a:r>
            <a:r>
              <a:rPr lang="en-US" sz="1000" i="1" dirty="0" err="1"/>
              <a:t>linc</a:t>
            </a:r>
            <a:r>
              <a:rPr lang="en-US" sz="1000" i="1" dirty="0"/>
              <a:t>",</a:t>
            </a:r>
          </a:p>
          <a:p>
            <a:r>
              <a:rPr lang="en-US" sz="1000" i="1" dirty="0"/>
              <a:t>				"password": "</a:t>
            </a:r>
            <a:r>
              <a:rPr lang="en-US" sz="1000" i="1" dirty="0" err="1"/>
              <a:t>linc</a:t>
            </a:r>
            <a:r>
              <a:rPr lang="en-US" sz="1000" i="1" dirty="0"/>
              <a:t>"</a:t>
            </a:r>
          </a:p>
          <a:p>
            <a:r>
              <a:rPr lang="en-US" sz="1000" i="1" dirty="0"/>
              <a:t>			},</a:t>
            </a:r>
          </a:p>
          <a:p>
            <a:r>
              <a:rPr lang="en-US" sz="1000" i="1" dirty="0"/>
              <a:t>			"basic": {</a:t>
            </a:r>
          </a:p>
          <a:p>
            <a:r>
              <a:rPr lang="en-US" sz="1000" i="1" dirty="0"/>
              <a:t>				"driver": "</a:t>
            </a:r>
            <a:r>
              <a:rPr lang="en-US" sz="1000" i="1" dirty="0" err="1"/>
              <a:t>netconf</a:t>
            </a:r>
            <a:r>
              <a:rPr lang="en-US" sz="1000" i="1" dirty="0"/>
              <a:t>"</a:t>
            </a:r>
          </a:p>
          <a:p>
            <a:r>
              <a:rPr lang="en-US" sz="1000" i="1" dirty="0"/>
              <a:t>			}</a:t>
            </a:r>
          </a:p>
          <a:p>
            <a:r>
              <a:rPr lang="en-US" sz="1000" i="1" dirty="0"/>
              <a:t>		},</a:t>
            </a:r>
          </a:p>
          <a:p>
            <a:pPr algn="ctr"/>
            <a:r>
              <a:rPr lang="en-US" sz="1000" i="1" dirty="0"/>
              <a:t>……….</a:t>
            </a:r>
          </a:p>
          <a:p>
            <a:r>
              <a:rPr lang="en-US" sz="1000" i="1" dirty="0"/>
              <a:t>		"netconf:192.168.1.10:50100": {</a:t>
            </a:r>
          </a:p>
          <a:p>
            <a:r>
              <a:rPr lang="en-US" sz="1000" i="1" dirty="0"/>
              <a:t>			"</a:t>
            </a:r>
            <a:r>
              <a:rPr lang="en-US" sz="1000" i="1" dirty="0" err="1"/>
              <a:t>netconf</a:t>
            </a:r>
            <a:r>
              <a:rPr lang="en-US" sz="1000" i="1" dirty="0"/>
              <a:t>": {</a:t>
            </a:r>
          </a:p>
          <a:p>
            <a:r>
              <a:rPr lang="en-US" sz="1000" i="1" dirty="0"/>
              <a:t>				"</a:t>
            </a:r>
            <a:r>
              <a:rPr lang="en-US" sz="1000" i="1" dirty="0" err="1"/>
              <a:t>ip</a:t>
            </a:r>
            <a:r>
              <a:rPr lang="en-US" sz="1000" i="1" dirty="0"/>
              <a:t>": "192.168.1.10",</a:t>
            </a:r>
          </a:p>
          <a:p>
            <a:r>
              <a:rPr lang="en-US" sz="1000" i="1" dirty="0"/>
              <a:t>				"port": 50100,</a:t>
            </a:r>
          </a:p>
          <a:p>
            <a:r>
              <a:rPr lang="en-US" sz="1000" i="1" dirty="0"/>
              <a:t>				"username": "</a:t>
            </a:r>
            <a:r>
              <a:rPr lang="en-US" sz="1000" i="1" dirty="0" err="1"/>
              <a:t>linc</a:t>
            </a:r>
            <a:r>
              <a:rPr lang="en-US" sz="1000" i="1" dirty="0"/>
              <a:t>",</a:t>
            </a:r>
          </a:p>
          <a:p>
            <a:r>
              <a:rPr lang="en-US" sz="1000" i="1" dirty="0"/>
              <a:t>				"password": "</a:t>
            </a:r>
            <a:r>
              <a:rPr lang="en-US" sz="1000" i="1" dirty="0" err="1"/>
              <a:t>linc</a:t>
            </a:r>
            <a:r>
              <a:rPr lang="en-US" sz="1000" i="1" dirty="0"/>
              <a:t>"</a:t>
            </a:r>
          </a:p>
          <a:p>
            <a:r>
              <a:rPr lang="en-US" sz="1000" i="1" dirty="0"/>
              <a:t>			},</a:t>
            </a:r>
          </a:p>
          <a:p>
            <a:r>
              <a:rPr lang="en-US" sz="1000" i="1" dirty="0"/>
              <a:t>			"basic": {</a:t>
            </a:r>
          </a:p>
          <a:p>
            <a:r>
              <a:rPr lang="en-US" sz="1000" i="1" dirty="0"/>
              <a:t>				"driver": "</a:t>
            </a:r>
            <a:r>
              <a:rPr lang="en-US" sz="1000" i="1" dirty="0" err="1"/>
              <a:t>netconf</a:t>
            </a:r>
            <a:r>
              <a:rPr lang="en-US" sz="1000" i="1" dirty="0"/>
              <a:t>"</a:t>
            </a:r>
          </a:p>
          <a:p>
            <a:r>
              <a:rPr lang="en-US" sz="1000" i="1" dirty="0"/>
              <a:t>			}</a:t>
            </a:r>
          </a:p>
          <a:p>
            <a:r>
              <a:rPr lang="en-US" sz="1000" i="1" dirty="0"/>
              <a:t>		}</a:t>
            </a:r>
          </a:p>
          <a:p>
            <a:r>
              <a:rPr lang="en-US" sz="1000" i="1" dirty="0"/>
              <a:t>	}</a:t>
            </a:r>
          </a:p>
          <a:p>
            <a:r>
              <a:rPr lang="en-US" sz="1000" i="1" dirty="0"/>
              <a:t>}</a:t>
            </a:r>
          </a:p>
          <a:p>
            <a:endParaRPr lang="en-US" sz="1000" i="1" dirty="0">
              <a:solidFill>
                <a:schemeClr val="tx2"/>
              </a:solidFill>
              <a:latin typeface="+mn-lt"/>
              <a:cs typeface="Nokia Pure Headline Light"/>
            </a:endParaRPr>
          </a:p>
        </p:txBody>
      </p:sp>
    </p:spTree>
    <p:extLst>
      <p:ext uri="{BB962C8B-B14F-4D97-AF65-F5344CB8AC3E}">
        <p14:creationId xmlns:p14="http://schemas.microsoft.com/office/powerpoint/2010/main" val="3793875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74E9E9-44B8-4C6D-B1E2-FACD37AF90E0}"/>
              </a:ext>
            </a:extLst>
          </p:cNvPr>
          <p:cNvSpPr>
            <a:spLocks noGrp="1"/>
          </p:cNvSpPr>
          <p:nvPr>
            <p:ph type="title"/>
          </p:nvPr>
        </p:nvSpPr>
        <p:spPr/>
        <p:txBody>
          <a:bodyPr/>
          <a:lstStyle/>
          <a:p>
            <a:r>
              <a:rPr lang="en-US" dirty="0"/>
              <a:t>EXPERIMENTS</a:t>
            </a:r>
          </a:p>
        </p:txBody>
      </p:sp>
      <p:sp>
        <p:nvSpPr>
          <p:cNvPr id="5" name="Text Placeholder 4">
            <a:extLst>
              <a:ext uri="{FF2B5EF4-FFF2-40B4-BE49-F238E27FC236}">
                <a16:creationId xmlns:a16="http://schemas.microsoft.com/office/drawing/2014/main" id="{D83B328D-F04B-410D-91CD-A08473649D1F}"/>
              </a:ext>
            </a:extLst>
          </p:cNvPr>
          <p:cNvSpPr>
            <a:spLocks noGrp="1"/>
          </p:cNvSpPr>
          <p:nvPr>
            <p:ph type="body" sz="quarter" idx="10"/>
          </p:nvPr>
        </p:nvSpPr>
        <p:spPr/>
        <p:txBody>
          <a:bodyPr/>
          <a:lstStyle/>
          <a:p>
            <a:r>
              <a:rPr lang="en-US" dirty="0"/>
              <a:t>NETCONF control session establishment time performance</a:t>
            </a:r>
          </a:p>
          <a:p>
            <a:endParaRPr lang="en-US" dirty="0"/>
          </a:p>
        </p:txBody>
      </p:sp>
      <p:cxnSp>
        <p:nvCxnSpPr>
          <p:cNvPr id="24" name="Straight Arrow Connector 23">
            <a:extLst>
              <a:ext uri="{FF2B5EF4-FFF2-40B4-BE49-F238E27FC236}">
                <a16:creationId xmlns:a16="http://schemas.microsoft.com/office/drawing/2014/main" id="{5745B8C3-5AFC-4778-8CFA-743ABF05F4B3}"/>
              </a:ext>
            </a:extLst>
          </p:cNvPr>
          <p:cNvCxnSpPr/>
          <p:nvPr/>
        </p:nvCxnSpPr>
        <p:spPr>
          <a:xfrm rot="5400000">
            <a:off x="1190218" y="2690908"/>
            <a:ext cx="2531165" cy="0"/>
          </a:xfrm>
          <a:prstGeom prst="straightConnector1">
            <a:avLst/>
          </a:prstGeom>
          <a:ln w="635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5B6A83B-3881-49D2-B939-C2F9677161CC}"/>
              </a:ext>
            </a:extLst>
          </p:cNvPr>
          <p:cNvCxnSpPr/>
          <p:nvPr/>
        </p:nvCxnSpPr>
        <p:spPr>
          <a:xfrm rot="5400000">
            <a:off x="-592203" y="2674143"/>
            <a:ext cx="2531165" cy="0"/>
          </a:xfrm>
          <a:prstGeom prst="straightConnector1">
            <a:avLst/>
          </a:prstGeom>
          <a:ln w="635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DD75F478-9729-45C6-B7E7-5FDA996E7030}"/>
              </a:ext>
            </a:extLst>
          </p:cNvPr>
          <p:cNvCxnSpPr/>
          <p:nvPr/>
        </p:nvCxnSpPr>
        <p:spPr>
          <a:xfrm rot="5400000">
            <a:off x="1561277" y="838442"/>
            <a:ext cx="0" cy="1762540"/>
          </a:xfrm>
          <a:prstGeom prst="straightConnector1">
            <a:avLst/>
          </a:prstGeom>
          <a:ln w="6350" cmpd="sng">
            <a:solidFill>
              <a:schemeClr val="bg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344B5FF-BC3B-41AE-B3D0-A6372A64FEC2}"/>
              </a:ext>
            </a:extLst>
          </p:cNvPr>
          <p:cNvCxnSpPr>
            <a:cxnSpLocks/>
          </p:cNvCxnSpPr>
          <p:nvPr/>
        </p:nvCxnSpPr>
        <p:spPr>
          <a:xfrm>
            <a:off x="686632" y="1977407"/>
            <a:ext cx="1755915" cy="1702906"/>
          </a:xfrm>
          <a:prstGeom prst="straightConnector1">
            <a:avLst/>
          </a:prstGeom>
          <a:ln w="635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B2D284DE-13E3-4D6E-8182-F3C90E5F7C50}"/>
              </a:ext>
            </a:extLst>
          </p:cNvPr>
          <p:cNvCxnSpPr/>
          <p:nvPr/>
        </p:nvCxnSpPr>
        <p:spPr>
          <a:xfrm rot="5400000">
            <a:off x="719761" y="1970782"/>
            <a:ext cx="1656522" cy="1762540"/>
          </a:xfrm>
          <a:prstGeom prst="straightConnector1">
            <a:avLst/>
          </a:prstGeom>
          <a:ln w="635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D83B7992-BA0D-4130-B443-6A25562A31ED}"/>
              </a:ext>
            </a:extLst>
          </p:cNvPr>
          <p:cNvSpPr txBox="1"/>
          <p:nvPr/>
        </p:nvSpPr>
        <p:spPr>
          <a:xfrm>
            <a:off x="258806" y="1137047"/>
            <a:ext cx="722611" cy="309600"/>
          </a:xfrm>
          <a:prstGeom prst="rect">
            <a:avLst/>
          </a:prstGeom>
          <a:no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ONOS</a:t>
            </a:r>
          </a:p>
        </p:txBody>
      </p:sp>
      <p:sp>
        <p:nvSpPr>
          <p:cNvPr id="39" name="TextBox 38">
            <a:extLst>
              <a:ext uri="{FF2B5EF4-FFF2-40B4-BE49-F238E27FC236}">
                <a16:creationId xmlns:a16="http://schemas.microsoft.com/office/drawing/2014/main" id="{97B8C496-07DF-406E-81E0-4E57DE60DCE4}"/>
              </a:ext>
            </a:extLst>
          </p:cNvPr>
          <p:cNvSpPr txBox="1"/>
          <p:nvPr/>
        </p:nvSpPr>
        <p:spPr>
          <a:xfrm>
            <a:off x="2141139" y="1139250"/>
            <a:ext cx="667212" cy="305194"/>
          </a:xfrm>
          <a:prstGeom prst="rect">
            <a:avLst/>
          </a:prstGeom>
          <a:no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Device</a:t>
            </a:r>
          </a:p>
        </p:txBody>
      </p:sp>
      <p:sp>
        <p:nvSpPr>
          <p:cNvPr id="40" name="TextBox 39">
            <a:extLst>
              <a:ext uri="{FF2B5EF4-FFF2-40B4-BE49-F238E27FC236}">
                <a16:creationId xmlns:a16="http://schemas.microsoft.com/office/drawing/2014/main" id="{2E52B8CC-EABB-46EC-BA4F-A3DD43BD7A04}"/>
              </a:ext>
            </a:extLst>
          </p:cNvPr>
          <p:cNvSpPr txBox="1"/>
          <p:nvPr/>
        </p:nvSpPr>
        <p:spPr>
          <a:xfrm>
            <a:off x="1227672" y="1414517"/>
            <a:ext cx="667212" cy="305194"/>
          </a:xfrm>
          <a:prstGeom prst="rect">
            <a:avLst/>
          </a:prstGeom>
          <a:no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SSH</a:t>
            </a:r>
          </a:p>
        </p:txBody>
      </p:sp>
      <p:sp>
        <p:nvSpPr>
          <p:cNvPr id="43" name="TextBox 42">
            <a:extLst>
              <a:ext uri="{FF2B5EF4-FFF2-40B4-BE49-F238E27FC236}">
                <a16:creationId xmlns:a16="http://schemas.microsoft.com/office/drawing/2014/main" id="{9C2B07F9-DFDB-471F-BF6E-9CC4E23B5E9D}"/>
              </a:ext>
            </a:extLst>
          </p:cNvPr>
          <p:cNvSpPr txBox="1"/>
          <p:nvPr/>
        </p:nvSpPr>
        <p:spPr>
          <a:xfrm rot="2626569">
            <a:off x="1620973" y="3051251"/>
            <a:ext cx="667212" cy="305194"/>
          </a:xfrm>
          <a:prstGeom prst="rect">
            <a:avLst/>
          </a:prstGeom>
          <a:solidFill>
            <a:schemeClr val="bg1"/>
          </a:solid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Hello</a:t>
            </a:r>
          </a:p>
        </p:txBody>
      </p:sp>
      <p:sp>
        <p:nvSpPr>
          <p:cNvPr id="44" name="TextBox 43">
            <a:extLst>
              <a:ext uri="{FF2B5EF4-FFF2-40B4-BE49-F238E27FC236}">
                <a16:creationId xmlns:a16="http://schemas.microsoft.com/office/drawing/2014/main" id="{D900CB6A-0D20-4F09-8716-B3BF9941FDF1}"/>
              </a:ext>
            </a:extLst>
          </p:cNvPr>
          <p:cNvSpPr txBox="1"/>
          <p:nvPr/>
        </p:nvSpPr>
        <p:spPr>
          <a:xfrm rot="18965956">
            <a:off x="1618674" y="2290730"/>
            <a:ext cx="667212" cy="305194"/>
          </a:xfrm>
          <a:prstGeom prst="rect">
            <a:avLst/>
          </a:prstGeom>
          <a:solidFill>
            <a:schemeClr val="bg1"/>
          </a:solid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Hello</a:t>
            </a:r>
          </a:p>
        </p:txBody>
      </p:sp>
      <p:sp>
        <p:nvSpPr>
          <p:cNvPr id="46" name="TextBox 45">
            <a:extLst>
              <a:ext uri="{FF2B5EF4-FFF2-40B4-BE49-F238E27FC236}">
                <a16:creationId xmlns:a16="http://schemas.microsoft.com/office/drawing/2014/main" id="{FC01A3AA-2559-4580-93C9-2D1AF3DD6002}"/>
              </a:ext>
            </a:extLst>
          </p:cNvPr>
          <p:cNvSpPr txBox="1"/>
          <p:nvPr/>
        </p:nvSpPr>
        <p:spPr>
          <a:xfrm>
            <a:off x="3543377" y="3257305"/>
            <a:ext cx="3525120" cy="1225215"/>
          </a:xfrm>
          <a:prstGeom prst="rect">
            <a:avLst/>
          </a:prstGeom>
          <a:noFill/>
          <a:ln>
            <a:solidFill>
              <a:schemeClr val="tx1">
                <a:lumMod val="60000"/>
                <a:lumOff val="40000"/>
              </a:schemeClr>
            </a:solidFill>
          </a:ln>
        </p:spPr>
        <p:txBody>
          <a:bodyPr wrap="square" lIns="72000" tIns="72000" rIns="72000" bIns="72000" rtlCol="0">
            <a:noAutofit/>
          </a:bodyPr>
          <a:lstStyle/>
          <a:p>
            <a:r>
              <a:rPr lang="en-US" sz="1000" i="1" dirty="0"/>
              <a:t>&lt;?xml version="1.0" encoding="UTF-8"?&gt;</a:t>
            </a:r>
          </a:p>
          <a:p>
            <a:r>
              <a:rPr lang="en-US" sz="1000" i="1" dirty="0"/>
              <a:t>&lt;hello </a:t>
            </a:r>
            <a:r>
              <a:rPr lang="en-US" sz="1000" i="1" dirty="0" err="1"/>
              <a:t>xmlns</a:t>
            </a:r>
            <a:r>
              <a:rPr lang="en-US" sz="1000" i="1" dirty="0"/>
              <a:t>="urn:ietf:params:xml:ns:netconf:base:1.0"&gt;</a:t>
            </a:r>
          </a:p>
          <a:p>
            <a:r>
              <a:rPr lang="en-US" sz="1000" i="1" dirty="0"/>
              <a:t>  &lt;capabilities&gt;</a:t>
            </a:r>
          </a:p>
          <a:p>
            <a:r>
              <a:rPr lang="en-US" sz="1000" i="1" dirty="0"/>
              <a:t>    &lt;capability&gt;urn:ietf:params:netconf:base:1.0&lt;/capability&gt;</a:t>
            </a:r>
          </a:p>
          <a:p>
            <a:r>
              <a:rPr lang="en-US" sz="1000" i="1" dirty="0"/>
              <a:t>    &lt;capability&gt;urn:ietf:params:netconf:base:1.1&lt;/capability&gt;</a:t>
            </a:r>
          </a:p>
          <a:p>
            <a:r>
              <a:rPr lang="en-US" sz="1000" i="1" dirty="0"/>
              <a:t>  &lt;/capabilities&gt;</a:t>
            </a:r>
          </a:p>
          <a:p>
            <a:r>
              <a:rPr lang="en-US" sz="1000" i="1" dirty="0"/>
              <a:t>&lt;/hello&gt;</a:t>
            </a:r>
            <a:endParaRPr lang="en-US" sz="1000" i="1" dirty="0">
              <a:solidFill>
                <a:schemeClr val="tx2"/>
              </a:solidFill>
              <a:latin typeface="+mn-lt"/>
              <a:cs typeface="Nokia Pure Headline Light"/>
            </a:endParaRPr>
          </a:p>
        </p:txBody>
      </p:sp>
      <p:sp>
        <p:nvSpPr>
          <p:cNvPr id="47" name="TextBox 46">
            <a:extLst>
              <a:ext uri="{FF2B5EF4-FFF2-40B4-BE49-F238E27FC236}">
                <a16:creationId xmlns:a16="http://schemas.microsoft.com/office/drawing/2014/main" id="{1444CA16-9D75-4A55-A938-D0585EE797E2}"/>
              </a:ext>
            </a:extLst>
          </p:cNvPr>
          <p:cNvSpPr txBox="1"/>
          <p:nvPr/>
        </p:nvSpPr>
        <p:spPr>
          <a:xfrm>
            <a:off x="3543377" y="1306370"/>
            <a:ext cx="4913991" cy="1591356"/>
          </a:xfrm>
          <a:prstGeom prst="rect">
            <a:avLst/>
          </a:prstGeom>
          <a:noFill/>
          <a:ln>
            <a:solidFill>
              <a:schemeClr val="tx1">
                <a:lumMod val="60000"/>
                <a:lumOff val="40000"/>
              </a:schemeClr>
            </a:solidFill>
          </a:ln>
        </p:spPr>
        <p:txBody>
          <a:bodyPr wrap="square" lIns="72000" tIns="72000" rIns="72000" bIns="72000" rtlCol="0">
            <a:noAutofit/>
          </a:bodyPr>
          <a:lstStyle/>
          <a:p>
            <a:r>
              <a:rPr lang="en-US" sz="1000" i="1" dirty="0"/>
              <a:t>&lt;?xml version="1.0" encoding="UTF-8"?&gt;</a:t>
            </a:r>
          </a:p>
          <a:p>
            <a:r>
              <a:rPr lang="en-US" sz="1000" i="1" dirty="0"/>
              <a:t>&lt;hello </a:t>
            </a:r>
            <a:r>
              <a:rPr lang="en-US" sz="1000" i="1" dirty="0" err="1"/>
              <a:t>xmlns</a:t>
            </a:r>
            <a:r>
              <a:rPr lang="en-US" sz="1000" i="1" dirty="0"/>
              <a:t>="urn:ietf:params:xml:ns:netconf:base:1.0"&gt;</a:t>
            </a:r>
          </a:p>
          <a:p>
            <a:r>
              <a:rPr lang="en-US" sz="1000" i="1" dirty="0"/>
              <a:t>    &lt;capabilities&gt;</a:t>
            </a:r>
          </a:p>
          <a:p>
            <a:r>
              <a:rPr lang="en-US" sz="1000" i="1" dirty="0"/>
              <a:t>        &lt;capability&gt;urn:ietf:params:netconf:base:1.0&lt;/capability&gt;</a:t>
            </a:r>
          </a:p>
          <a:p>
            <a:r>
              <a:rPr lang="en-US" sz="1000" i="1" dirty="0"/>
              <a:t>        &lt;capability&gt;urn:ietf:params:netconf:base:1.1&lt;/capability&gt;</a:t>
            </a:r>
          </a:p>
          <a:p>
            <a:r>
              <a:rPr lang="en-US" sz="1000" i="1" dirty="0"/>
              <a:t>        &lt;capability&gt;urn:ietf:params:netconf:capability:startup:1.0&lt;/capability&gt;</a:t>
            </a:r>
          </a:p>
          <a:p>
            <a:r>
              <a:rPr lang="en-US" sz="1000" i="1" dirty="0"/>
              <a:t>        &lt;capability&gt;urn:ietf:params:netconf:capability:writable-running:1.0&lt;/capability&gt;</a:t>
            </a:r>
          </a:p>
          <a:p>
            <a:r>
              <a:rPr lang="en-US" sz="1000" i="1" dirty="0"/>
              <a:t>    &lt;/capabilities&gt;</a:t>
            </a:r>
          </a:p>
          <a:p>
            <a:r>
              <a:rPr lang="en-US" sz="1000" i="1" dirty="0"/>
              <a:t>    &lt;session-id&gt;53&lt;/session-id&gt;</a:t>
            </a:r>
          </a:p>
          <a:p>
            <a:r>
              <a:rPr lang="en-US" sz="1000" i="1" dirty="0"/>
              <a:t>&lt;/hello&gt;</a:t>
            </a:r>
            <a:endParaRPr lang="en-US" sz="1000" i="1" dirty="0">
              <a:solidFill>
                <a:schemeClr val="tx2"/>
              </a:solidFill>
              <a:latin typeface="+mn-lt"/>
              <a:cs typeface="Nokia Pure Headline Light"/>
            </a:endParaRPr>
          </a:p>
        </p:txBody>
      </p:sp>
      <p:sp>
        <p:nvSpPr>
          <p:cNvPr id="48" name="Arrow: Right 47">
            <a:extLst>
              <a:ext uri="{FF2B5EF4-FFF2-40B4-BE49-F238E27FC236}">
                <a16:creationId xmlns:a16="http://schemas.microsoft.com/office/drawing/2014/main" id="{DB40CD23-A8E4-4BA1-BF9A-6CB32BEF3178}"/>
              </a:ext>
            </a:extLst>
          </p:cNvPr>
          <p:cNvSpPr/>
          <p:nvPr/>
        </p:nvSpPr>
        <p:spPr>
          <a:xfrm rot="11117709">
            <a:off x="2201875" y="3242230"/>
            <a:ext cx="1212952" cy="269321"/>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fontAlgn="auto">
              <a:spcBef>
                <a:spcPts val="0"/>
              </a:spcBef>
              <a:spcAft>
                <a:spcPts val="0"/>
              </a:spcAft>
            </a:pPr>
            <a:endParaRPr lang="en-US" sz="1200" dirty="0">
              <a:solidFill>
                <a:schemeClr val="bg1"/>
              </a:solidFill>
            </a:endParaRPr>
          </a:p>
        </p:txBody>
      </p:sp>
      <p:sp>
        <p:nvSpPr>
          <p:cNvPr id="49" name="Arrow: Right 48">
            <a:extLst>
              <a:ext uri="{FF2B5EF4-FFF2-40B4-BE49-F238E27FC236}">
                <a16:creationId xmlns:a16="http://schemas.microsoft.com/office/drawing/2014/main" id="{600DCA48-9C2C-437E-BC6D-8FD36D087E8D}"/>
              </a:ext>
            </a:extLst>
          </p:cNvPr>
          <p:cNvSpPr/>
          <p:nvPr/>
        </p:nvSpPr>
        <p:spPr>
          <a:xfrm rot="9264919">
            <a:off x="2104527" y="2013562"/>
            <a:ext cx="1444495" cy="301814"/>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fontAlgn="auto">
              <a:spcBef>
                <a:spcPts val="0"/>
              </a:spcBef>
              <a:spcAft>
                <a:spcPts val="0"/>
              </a:spcAft>
            </a:pPr>
            <a:endParaRPr lang="en-US" sz="1200" dirty="0">
              <a:solidFill>
                <a:schemeClr val="bg1"/>
              </a:solidFill>
            </a:endParaRPr>
          </a:p>
        </p:txBody>
      </p:sp>
    </p:spTree>
    <p:extLst>
      <p:ext uri="{BB962C8B-B14F-4D97-AF65-F5344CB8AC3E}">
        <p14:creationId xmlns:p14="http://schemas.microsoft.com/office/powerpoint/2010/main" val="4215629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3" grpId="0" animBg="1"/>
      <p:bldP spid="44" grpId="0" animBg="1"/>
      <p:bldP spid="46" grpId="0" animBg="1"/>
      <p:bldP spid="47" grpId="0" animBg="1"/>
      <p:bldP spid="48" grpId="0" animBg="1"/>
      <p:bldP spid="4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EXPERIMENTS</a:t>
            </a:r>
          </a:p>
        </p:txBody>
      </p:sp>
      <p:sp>
        <p:nvSpPr>
          <p:cNvPr id="5" name="Text Placeholder 4"/>
          <p:cNvSpPr>
            <a:spLocks noGrp="1"/>
          </p:cNvSpPr>
          <p:nvPr>
            <p:ph type="body" sz="quarter" idx="10"/>
          </p:nvPr>
        </p:nvSpPr>
        <p:spPr/>
        <p:txBody>
          <a:bodyPr/>
          <a:lstStyle/>
          <a:p>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424" y="588849"/>
            <a:ext cx="8206853" cy="4044317"/>
          </a:xfrm>
          <a:prstGeom prst="rect">
            <a:avLst/>
          </a:prstGeom>
        </p:spPr>
      </p:pic>
    </p:spTree>
    <p:extLst>
      <p:ext uri="{BB962C8B-B14F-4D97-AF65-F5344CB8AC3E}">
        <p14:creationId xmlns:p14="http://schemas.microsoft.com/office/powerpoint/2010/main" val="173286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EXPERIMENTS</a:t>
            </a:r>
          </a:p>
        </p:txBody>
      </p:sp>
      <p:sp>
        <p:nvSpPr>
          <p:cNvPr id="5" name="Text Placeholder 4"/>
          <p:cNvSpPr>
            <a:spLocks noGrp="1"/>
          </p:cNvSpPr>
          <p:nvPr>
            <p:ph type="body" sz="quarter" idx="10"/>
          </p:nvPr>
        </p:nvSpPr>
        <p:spPr/>
        <p:txBody>
          <a:bodyPr/>
          <a:lstStyle/>
          <a:p>
            <a:r>
              <a:rPr lang="en-US" dirty="0"/>
              <a:t>NETCONF control session establishment time </a:t>
            </a:r>
          </a:p>
        </p:txBody>
      </p:sp>
      <p:graphicFrame>
        <p:nvGraphicFramePr>
          <p:cNvPr id="3" name="Table 2">
            <a:extLst>
              <a:ext uri="{FF2B5EF4-FFF2-40B4-BE49-F238E27FC236}">
                <a16:creationId xmlns:a16="http://schemas.microsoft.com/office/drawing/2014/main" id="{B686D0DF-B2A6-43DD-B97E-80E8795EAEF6}"/>
              </a:ext>
            </a:extLst>
          </p:cNvPr>
          <p:cNvGraphicFramePr>
            <a:graphicFrameLocks noGrp="1"/>
          </p:cNvGraphicFramePr>
          <p:nvPr>
            <p:extLst>
              <p:ext uri="{D42A27DB-BD31-4B8C-83A1-F6EECF244321}">
                <p14:modId xmlns:p14="http://schemas.microsoft.com/office/powerpoint/2010/main" val="1014636379"/>
              </p:ext>
            </p:extLst>
          </p:nvPr>
        </p:nvGraphicFramePr>
        <p:xfrm>
          <a:off x="108251" y="1698906"/>
          <a:ext cx="4238460" cy="2235289"/>
        </p:xfrm>
        <a:graphic>
          <a:graphicData uri="http://schemas.openxmlformats.org/drawingml/2006/table">
            <a:tbl>
              <a:tblPr firstRow="1" bandRow="1">
                <a:tableStyleId>{5C22544A-7EE6-4342-B048-85BDC9FD1C3A}</a:tableStyleId>
              </a:tblPr>
              <a:tblGrid>
                <a:gridCol w="847692">
                  <a:extLst>
                    <a:ext uri="{9D8B030D-6E8A-4147-A177-3AD203B41FA5}">
                      <a16:colId xmlns:a16="http://schemas.microsoft.com/office/drawing/2014/main" val="1777926294"/>
                    </a:ext>
                  </a:extLst>
                </a:gridCol>
                <a:gridCol w="847692">
                  <a:extLst>
                    <a:ext uri="{9D8B030D-6E8A-4147-A177-3AD203B41FA5}">
                      <a16:colId xmlns:a16="http://schemas.microsoft.com/office/drawing/2014/main" val="832716495"/>
                    </a:ext>
                  </a:extLst>
                </a:gridCol>
                <a:gridCol w="847692">
                  <a:extLst>
                    <a:ext uri="{9D8B030D-6E8A-4147-A177-3AD203B41FA5}">
                      <a16:colId xmlns:a16="http://schemas.microsoft.com/office/drawing/2014/main" val="2708703542"/>
                    </a:ext>
                  </a:extLst>
                </a:gridCol>
                <a:gridCol w="847692">
                  <a:extLst>
                    <a:ext uri="{9D8B030D-6E8A-4147-A177-3AD203B41FA5}">
                      <a16:colId xmlns:a16="http://schemas.microsoft.com/office/drawing/2014/main" val="1380357884"/>
                    </a:ext>
                  </a:extLst>
                </a:gridCol>
                <a:gridCol w="847692">
                  <a:extLst>
                    <a:ext uri="{9D8B030D-6E8A-4147-A177-3AD203B41FA5}">
                      <a16:colId xmlns:a16="http://schemas.microsoft.com/office/drawing/2014/main" val="4079576811"/>
                    </a:ext>
                  </a:extLst>
                </a:gridCol>
              </a:tblGrid>
              <a:tr h="319327">
                <a:tc rowSpan="2">
                  <a:txBody>
                    <a:bodyPr/>
                    <a:lstStyle/>
                    <a:p>
                      <a:pPr algn="ctr"/>
                      <a:r>
                        <a:rPr lang="en-US" sz="1200" dirty="0"/>
                        <a:t>Devices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4">
                  <a:txBody>
                    <a:bodyPr/>
                    <a:lstStyle/>
                    <a:p>
                      <a:pPr algn="ctr"/>
                      <a:r>
                        <a:rPr lang="en-US" sz="1200" dirty="0"/>
                        <a:t>Time (s)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60862260"/>
                  </a:ext>
                </a:extLst>
              </a:tr>
              <a:tr h="319327">
                <a:tc vMerge="1">
                  <a:txBody>
                    <a:bodyPr/>
                    <a:lstStyle/>
                    <a:p>
                      <a:endParaRPr lang="en-US" dirty="0"/>
                    </a:p>
                  </a:txBody>
                  <a:tcPr/>
                </a:tc>
                <a:tc>
                  <a:txBody>
                    <a:bodyPr/>
                    <a:lstStyle/>
                    <a:p>
                      <a:pPr marL="0" algn="ctr" defTabSz="457200" rtl="0" eaLnBrk="1" latinLnBrk="0" hangingPunct="1"/>
                      <a:r>
                        <a:rPr lang="en-US" sz="1200" b="1" kern="1200" dirty="0">
                          <a:solidFill>
                            <a:schemeClr val="lt1"/>
                          </a:solidFill>
                          <a:latin typeface="+mn-lt"/>
                          <a:ea typeface="+mn-ea"/>
                          <a:cs typeface="+mn-cs"/>
                        </a:rPr>
                        <a:t>First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457200" rtl="0" eaLnBrk="1" latinLnBrk="0" hangingPunct="1"/>
                      <a:r>
                        <a:rPr lang="en-US" sz="1200" b="1" kern="1200" dirty="0">
                          <a:solidFill>
                            <a:schemeClr val="lt1"/>
                          </a:solidFill>
                          <a:latin typeface="+mn-lt"/>
                          <a:ea typeface="+mn-ea"/>
                          <a:cs typeface="+mn-cs"/>
                        </a:rPr>
                        <a:t>Second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457200" rtl="0" eaLnBrk="1" latinLnBrk="0" hangingPunct="1"/>
                      <a:r>
                        <a:rPr lang="en-US" sz="1200" b="1" kern="1200" dirty="0">
                          <a:solidFill>
                            <a:schemeClr val="lt1"/>
                          </a:solidFill>
                          <a:latin typeface="+mn-lt"/>
                          <a:ea typeface="+mn-ea"/>
                          <a:cs typeface="+mn-cs"/>
                        </a:rPr>
                        <a:t>Third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457200" rtl="0" eaLnBrk="1" latinLnBrk="0" hangingPunct="1"/>
                      <a:r>
                        <a:rPr lang="en-US" sz="1200" b="1" kern="1200" dirty="0">
                          <a:solidFill>
                            <a:schemeClr val="lt1"/>
                          </a:solidFill>
                          <a:latin typeface="+mn-lt"/>
                          <a:ea typeface="+mn-ea"/>
                          <a:cs typeface="+mn-cs"/>
                        </a:rPr>
                        <a:t>Average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64046644"/>
                  </a:ext>
                </a:extLst>
              </a:tr>
              <a:tr h="319327">
                <a:tc>
                  <a:txBody>
                    <a:bodyPr/>
                    <a:lstStyle/>
                    <a:p>
                      <a:pPr algn="ctr"/>
                      <a:r>
                        <a:rPr lang="en-US" sz="1200" dirty="0"/>
                        <a:t>100</a:t>
                      </a:r>
                    </a:p>
                  </a:txBody>
                  <a:tcPr anchor="ctr">
                    <a:lnT w="12700" cap="flat" cmpd="sng" algn="ctr">
                      <a:solidFill>
                        <a:schemeClr val="bg1"/>
                      </a:solidFill>
                      <a:prstDash val="solid"/>
                      <a:round/>
                      <a:headEnd type="none" w="med" len="med"/>
                      <a:tailEnd type="none" w="med" len="med"/>
                    </a:lnT>
                  </a:tcPr>
                </a:tc>
                <a:tc>
                  <a:txBody>
                    <a:bodyPr/>
                    <a:lstStyle/>
                    <a:p>
                      <a:pPr algn="ctr"/>
                      <a:r>
                        <a:rPr lang="en-US" sz="1200" dirty="0"/>
                        <a:t>12.65</a:t>
                      </a:r>
                    </a:p>
                  </a:txBody>
                  <a:tcPr anchor="ctr">
                    <a:lnT w="12700" cap="flat" cmpd="sng" algn="ctr">
                      <a:solidFill>
                        <a:schemeClr val="bg1"/>
                      </a:solidFill>
                      <a:prstDash val="solid"/>
                      <a:round/>
                      <a:headEnd type="none" w="med" len="med"/>
                      <a:tailEnd type="none" w="med" len="med"/>
                    </a:lnT>
                  </a:tcPr>
                </a:tc>
                <a:tc>
                  <a:txBody>
                    <a:bodyPr/>
                    <a:lstStyle/>
                    <a:p>
                      <a:pPr algn="ctr"/>
                      <a:r>
                        <a:rPr lang="en-US" sz="1200" dirty="0"/>
                        <a:t>12.84</a:t>
                      </a:r>
                    </a:p>
                  </a:txBody>
                  <a:tcPr anchor="ctr">
                    <a:lnT w="12700" cap="flat" cmpd="sng" algn="ctr">
                      <a:solidFill>
                        <a:schemeClr val="bg1"/>
                      </a:solidFill>
                      <a:prstDash val="solid"/>
                      <a:round/>
                      <a:headEnd type="none" w="med" len="med"/>
                      <a:tailEnd type="none" w="med" len="med"/>
                    </a:lnT>
                  </a:tcPr>
                </a:tc>
                <a:tc>
                  <a:txBody>
                    <a:bodyPr/>
                    <a:lstStyle/>
                    <a:p>
                      <a:pPr algn="ctr"/>
                      <a:r>
                        <a:rPr lang="en-US" sz="1200" dirty="0"/>
                        <a:t>13.04</a:t>
                      </a:r>
                    </a:p>
                  </a:txBody>
                  <a:tcPr anchor="ctr">
                    <a:lnT w="12700" cap="flat" cmpd="sng" algn="ctr">
                      <a:solidFill>
                        <a:schemeClr val="bg1"/>
                      </a:solidFill>
                      <a:prstDash val="solid"/>
                      <a:round/>
                      <a:headEnd type="none" w="med" len="med"/>
                      <a:tailEnd type="none" w="med" len="med"/>
                    </a:lnT>
                  </a:tcPr>
                </a:tc>
                <a:tc>
                  <a:txBody>
                    <a:bodyPr/>
                    <a:lstStyle/>
                    <a:p>
                      <a:pPr algn="ctr"/>
                      <a:r>
                        <a:rPr lang="en-US" sz="1200" dirty="0"/>
                        <a:t>12.84</a:t>
                      </a:r>
                    </a:p>
                  </a:txBody>
                  <a:tcPr anchor="ct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3479856994"/>
                  </a:ext>
                </a:extLst>
              </a:tr>
              <a:tr h="319327">
                <a:tc>
                  <a:txBody>
                    <a:bodyPr/>
                    <a:lstStyle/>
                    <a:p>
                      <a:pPr algn="ctr"/>
                      <a:r>
                        <a:rPr lang="en-US" sz="1200" dirty="0"/>
                        <a:t>200</a:t>
                      </a:r>
                    </a:p>
                  </a:txBody>
                  <a:tcPr anchor="ctr"/>
                </a:tc>
                <a:tc>
                  <a:txBody>
                    <a:bodyPr/>
                    <a:lstStyle/>
                    <a:p>
                      <a:pPr algn="ctr"/>
                      <a:r>
                        <a:rPr lang="en-US" sz="1200" dirty="0"/>
                        <a:t>25.68</a:t>
                      </a:r>
                    </a:p>
                  </a:txBody>
                  <a:tcPr anchor="ctr"/>
                </a:tc>
                <a:tc>
                  <a:txBody>
                    <a:bodyPr/>
                    <a:lstStyle/>
                    <a:p>
                      <a:pPr algn="ctr"/>
                      <a:r>
                        <a:rPr lang="en-US" sz="1200" dirty="0"/>
                        <a:t>24.56</a:t>
                      </a:r>
                    </a:p>
                  </a:txBody>
                  <a:tcPr anchor="ctr"/>
                </a:tc>
                <a:tc>
                  <a:txBody>
                    <a:bodyPr/>
                    <a:lstStyle/>
                    <a:p>
                      <a:pPr algn="ctr"/>
                      <a:r>
                        <a:rPr lang="en-US" sz="1200" dirty="0"/>
                        <a:t>23.68</a:t>
                      </a:r>
                    </a:p>
                  </a:txBody>
                  <a:tcPr anchor="ctr"/>
                </a:tc>
                <a:tc>
                  <a:txBody>
                    <a:bodyPr/>
                    <a:lstStyle/>
                    <a:p>
                      <a:pPr algn="ctr"/>
                      <a:r>
                        <a:rPr lang="en-US" sz="1200" dirty="0"/>
                        <a:t>24.64</a:t>
                      </a:r>
                    </a:p>
                  </a:txBody>
                  <a:tcPr anchor="ctr"/>
                </a:tc>
                <a:extLst>
                  <a:ext uri="{0D108BD9-81ED-4DB2-BD59-A6C34878D82A}">
                    <a16:rowId xmlns:a16="http://schemas.microsoft.com/office/drawing/2014/main" val="611797549"/>
                  </a:ext>
                </a:extLst>
              </a:tr>
              <a:tr h="319327">
                <a:tc>
                  <a:txBody>
                    <a:bodyPr/>
                    <a:lstStyle/>
                    <a:p>
                      <a:pPr algn="ctr"/>
                      <a:r>
                        <a:rPr lang="en-US" sz="1200" dirty="0"/>
                        <a:t>300</a:t>
                      </a:r>
                    </a:p>
                  </a:txBody>
                  <a:tcPr anchor="ctr"/>
                </a:tc>
                <a:tc>
                  <a:txBody>
                    <a:bodyPr/>
                    <a:lstStyle/>
                    <a:p>
                      <a:pPr algn="ctr"/>
                      <a:r>
                        <a:rPr lang="en-US" sz="1200" dirty="0"/>
                        <a:t>35.29</a:t>
                      </a:r>
                    </a:p>
                  </a:txBody>
                  <a:tcPr anchor="ctr"/>
                </a:tc>
                <a:tc>
                  <a:txBody>
                    <a:bodyPr/>
                    <a:lstStyle/>
                    <a:p>
                      <a:pPr algn="ctr"/>
                      <a:r>
                        <a:rPr lang="en-US" sz="1200" dirty="0"/>
                        <a:t>36.85</a:t>
                      </a:r>
                    </a:p>
                  </a:txBody>
                  <a:tcPr anchor="ctr"/>
                </a:tc>
                <a:tc>
                  <a:txBody>
                    <a:bodyPr/>
                    <a:lstStyle/>
                    <a:p>
                      <a:pPr algn="ctr"/>
                      <a:r>
                        <a:rPr lang="en-US" sz="1200" dirty="0"/>
                        <a:t>35.62</a:t>
                      </a:r>
                    </a:p>
                  </a:txBody>
                  <a:tcPr anchor="ctr"/>
                </a:tc>
                <a:tc>
                  <a:txBody>
                    <a:bodyPr/>
                    <a:lstStyle/>
                    <a:p>
                      <a:pPr algn="ctr"/>
                      <a:r>
                        <a:rPr lang="en-US" sz="1200" dirty="0"/>
                        <a:t>35.92</a:t>
                      </a:r>
                    </a:p>
                  </a:txBody>
                  <a:tcPr anchor="ctr"/>
                </a:tc>
                <a:extLst>
                  <a:ext uri="{0D108BD9-81ED-4DB2-BD59-A6C34878D82A}">
                    <a16:rowId xmlns:a16="http://schemas.microsoft.com/office/drawing/2014/main" val="2472918280"/>
                  </a:ext>
                </a:extLst>
              </a:tr>
              <a:tr h="319327">
                <a:tc>
                  <a:txBody>
                    <a:bodyPr/>
                    <a:lstStyle/>
                    <a:p>
                      <a:pPr algn="ctr"/>
                      <a:r>
                        <a:rPr lang="en-US" sz="1200" dirty="0"/>
                        <a:t>400</a:t>
                      </a:r>
                    </a:p>
                  </a:txBody>
                  <a:tcPr anchor="ctr"/>
                </a:tc>
                <a:tc>
                  <a:txBody>
                    <a:bodyPr/>
                    <a:lstStyle/>
                    <a:p>
                      <a:pPr algn="ctr"/>
                      <a:r>
                        <a:rPr lang="en-US" sz="1200" dirty="0"/>
                        <a:t>45.7</a:t>
                      </a:r>
                    </a:p>
                  </a:txBody>
                  <a:tcPr anchor="ctr"/>
                </a:tc>
                <a:tc>
                  <a:txBody>
                    <a:bodyPr/>
                    <a:lstStyle/>
                    <a:p>
                      <a:pPr algn="ctr"/>
                      <a:r>
                        <a:rPr lang="en-US" sz="1200" dirty="0"/>
                        <a:t>46.89</a:t>
                      </a:r>
                    </a:p>
                  </a:txBody>
                  <a:tcPr anchor="ctr"/>
                </a:tc>
                <a:tc>
                  <a:txBody>
                    <a:bodyPr/>
                    <a:lstStyle/>
                    <a:p>
                      <a:pPr algn="ctr"/>
                      <a:r>
                        <a:rPr lang="en-US" sz="1200" dirty="0"/>
                        <a:t>48.69</a:t>
                      </a:r>
                    </a:p>
                  </a:txBody>
                  <a:tcPr anchor="ctr"/>
                </a:tc>
                <a:tc>
                  <a:txBody>
                    <a:bodyPr/>
                    <a:lstStyle/>
                    <a:p>
                      <a:pPr algn="ctr"/>
                      <a:r>
                        <a:rPr lang="en-US" sz="1200" dirty="0"/>
                        <a:t>47.09</a:t>
                      </a:r>
                    </a:p>
                  </a:txBody>
                  <a:tcPr anchor="ctr"/>
                </a:tc>
                <a:extLst>
                  <a:ext uri="{0D108BD9-81ED-4DB2-BD59-A6C34878D82A}">
                    <a16:rowId xmlns:a16="http://schemas.microsoft.com/office/drawing/2014/main" val="824366447"/>
                  </a:ext>
                </a:extLst>
              </a:tr>
              <a:tr h="319327">
                <a:tc>
                  <a:txBody>
                    <a:bodyPr/>
                    <a:lstStyle/>
                    <a:p>
                      <a:pPr algn="ctr"/>
                      <a:r>
                        <a:rPr lang="en-US" sz="1200" dirty="0"/>
                        <a:t>500</a:t>
                      </a:r>
                    </a:p>
                  </a:txBody>
                  <a:tcPr anchor="ctr"/>
                </a:tc>
                <a:tc>
                  <a:txBody>
                    <a:bodyPr/>
                    <a:lstStyle/>
                    <a:p>
                      <a:pPr algn="ctr"/>
                      <a:r>
                        <a:rPr lang="en-US" sz="1200" dirty="0"/>
                        <a:t>62.74</a:t>
                      </a:r>
                    </a:p>
                  </a:txBody>
                  <a:tcPr anchor="ctr"/>
                </a:tc>
                <a:tc>
                  <a:txBody>
                    <a:bodyPr/>
                    <a:lstStyle/>
                    <a:p>
                      <a:pPr algn="ctr"/>
                      <a:r>
                        <a:rPr lang="en-US" sz="1200" dirty="0"/>
                        <a:t>62.6</a:t>
                      </a:r>
                    </a:p>
                  </a:txBody>
                  <a:tcPr anchor="ctr"/>
                </a:tc>
                <a:tc>
                  <a:txBody>
                    <a:bodyPr/>
                    <a:lstStyle/>
                    <a:p>
                      <a:pPr algn="ctr"/>
                      <a:r>
                        <a:rPr lang="en-US" sz="1200" dirty="0"/>
                        <a:t>63.01</a:t>
                      </a:r>
                    </a:p>
                  </a:txBody>
                  <a:tcPr anchor="ctr"/>
                </a:tc>
                <a:tc>
                  <a:txBody>
                    <a:bodyPr/>
                    <a:lstStyle/>
                    <a:p>
                      <a:pPr algn="ctr"/>
                      <a:r>
                        <a:rPr lang="en-US" sz="1200" dirty="0"/>
                        <a:t>62.78</a:t>
                      </a:r>
                    </a:p>
                  </a:txBody>
                  <a:tcPr anchor="ctr"/>
                </a:tc>
                <a:extLst>
                  <a:ext uri="{0D108BD9-81ED-4DB2-BD59-A6C34878D82A}">
                    <a16:rowId xmlns:a16="http://schemas.microsoft.com/office/drawing/2014/main" val="2720715958"/>
                  </a:ext>
                </a:extLst>
              </a:tr>
            </a:tbl>
          </a:graphicData>
        </a:graphic>
      </p:graphicFrame>
      <p:graphicFrame>
        <p:nvGraphicFramePr>
          <p:cNvPr id="8" name="Chart 7">
            <a:extLst>
              <a:ext uri="{FF2B5EF4-FFF2-40B4-BE49-F238E27FC236}">
                <a16:creationId xmlns:a16="http://schemas.microsoft.com/office/drawing/2014/main" id="{031D7A97-8A24-4974-9D8F-A0BD52BDB8DE}"/>
              </a:ext>
            </a:extLst>
          </p:cNvPr>
          <p:cNvGraphicFramePr/>
          <p:nvPr>
            <p:extLst>
              <p:ext uri="{D42A27DB-BD31-4B8C-83A1-F6EECF244321}">
                <p14:modId xmlns:p14="http://schemas.microsoft.com/office/powerpoint/2010/main" val="729732370"/>
              </p:ext>
            </p:extLst>
          </p:nvPr>
        </p:nvGraphicFramePr>
        <p:xfrm>
          <a:off x="4505743" y="1036956"/>
          <a:ext cx="4583019" cy="35591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8233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marL="342900" indent="-342900" algn="just">
              <a:buFont typeface="+mj-lt"/>
              <a:buAutoNum type="arabicPeriod"/>
            </a:pPr>
            <a:r>
              <a:rPr lang="en-US" dirty="0"/>
              <a:t>Configure the data plane with multiple LINC switch instances running NETCONF servers (100, 200, 300, 400, 500 containers)</a:t>
            </a:r>
          </a:p>
          <a:p>
            <a:pPr marL="342900" indent="-342900" algn="just">
              <a:buFont typeface="+mj-lt"/>
              <a:buAutoNum type="arabicPeriod"/>
            </a:pPr>
            <a:r>
              <a:rPr lang="en-US" dirty="0"/>
              <a:t>Start the controller and activate the NETCONF driver (</a:t>
            </a:r>
            <a:r>
              <a:rPr lang="en-US" dirty="0" err="1"/>
              <a:t>org.onosproject.drivers.netconf</a:t>
            </a:r>
            <a:r>
              <a:rPr lang="en-US" dirty="0"/>
              <a:t>)</a:t>
            </a:r>
          </a:p>
          <a:p>
            <a:pPr marL="342900" indent="-342900" algn="just">
              <a:buFont typeface="+mj-lt"/>
              <a:buAutoNum type="arabicPeriod"/>
            </a:pPr>
            <a:r>
              <a:rPr lang="en-US" dirty="0"/>
              <a:t>Compose and upload the configuration file to ONOS controller</a:t>
            </a:r>
          </a:p>
          <a:p>
            <a:pPr marL="342900" indent="-342900" algn="just">
              <a:buFont typeface="+mj-lt"/>
              <a:buAutoNum type="arabicPeriod"/>
            </a:pPr>
            <a:r>
              <a:rPr lang="en-US" dirty="0"/>
              <a:t>Send </a:t>
            </a:r>
            <a:r>
              <a:rPr lang="en-US" i="1" dirty="0" err="1"/>
              <a:t>netconf</a:t>
            </a:r>
            <a:r>
              <a:rPr lang="en-US" i="1" dirty="0"/>
              <a:t>-get</a:t>
            </a:r>
            <a:r>
              <a:rPr lang="en-US" dirty="0"/>
              <a:t> message from the controller to get the configuration of NETCONF devices</a:t>
            </a:r>
          </a:p>
          <a:p>
            <a:pPr marL="342900" indent="-342900" algn="just">
              <a:buFont typeface="+mj-lt"/>
              <a:buAutoNum type="arabicPeriod"/>
            </a:pPr>
            <a:r>
              <a:rPr lang="en-US" dirty="0"/>
              <a:t>Measure the percentage of memory and CPU used by the controller</a:t>
            </a:r>
          </a:p>
          <a:p>
            <a:pPr marL="342900" indent="-342900" algn="just">
              <a:buFont typeface="+mj-lt"/>
              <a:buAutoNum type="arabicPeriod"/>
            </a:pPr>
            <a:r>
              <a:rPr lang="en-US" dirty="0"/>
              <a:t>Repeat the test with the same number of switches for three times</a:t>
            </a:r>
          </a:p>
          <a:p>
            <a:pPr marL="342900" indent="-342900" algn="just">
              <a:buFont typeface="+mj-lt"/>
              <a:buAutoNum type="arabicPeriod"/>
            </a:pPr>
            <a:r>
              <a:rPr lang="en-US" dirty="0"/>
              <a:t>Restart the test with various number of switches : 100, 200, 300, 400 &amp; 500 devices</a:t>
            </a:r>
          </a:p>
          <a:p>
            <a:pPr marL="285750" indent="-285750">
              <a:buFont typeface="Arial" panose="020B0604020202020204" pitchFamily="34" charset="0"/>
              <a:buChar char="•"/>
            </a:pPr>
            <a:endParaRPr lang="en-US" dirty="0"/>
          </a:p>
        </p:txBody>
      </p:sp>
      <p:sp>
        <p:nvSpPr>
          <p:cNvPr id="4" name="Title 3"/>
          <p:cNvSpPr>
            <a:spLocks noGrp="1"/>
          </p:cNvSpPr>
          <p:nvPr>
            <p:ph type="title"/>
          </p:nvPr>
        </p:nvSpPr>
        <p:spPr/>
        <p:txBody>
          <a:bodyPr/>
          <a:lstStyle/>
          <a:p>
            <a:r>
              <a:rPr lang="en-US" dirty="0"/>
              <a:t>EXPERIMENTS on device configuration monitoring </a:t>
            </a:r>
          </a:p>
        </p:txBody>
      </p:sp>
      <p:sp>
        <p:nvSpPr>
          <p:cNvPr id="5" name="Text Placeholder 4"/>
          <p:cNvSpPr>
            <a:spLocks noGrp="1"/>
          </p:cNvSpPr>
          <p:nvPr>
            <p:ph type="body" sz="quarter" idx="10"/>
          </p:nvPr>
        </p:nvSpPr>
        <p:spPr>
          <a:xfrm>
            <a:off x="417512" y="590400"/>
            <a:ext cx="8308800" cy="309600"/>
          </a:xfrm>
        </p:spPr>
        <p:txBody>
          <a:bodyPr/>
          <a:lstStyle/>
          <a:p>
            <a:r>
              <a:rPr lang="en-US" dirty="0"/>
              <a:t>GET message exchange</a:t>
            </a:r>
          </a:p>
        </p:txBody>
      </p:sp>
    </p:spTree>
    <p:extLst>
      <p:ext uri="{BB962C8B-B14F-4D97-AF65-F5344CB8AC3E}">
        <p14:creationId xmlns:p14="http://schemas.microsoft.com/office/powerpoint/2010/main" val="628016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417598" y="1079999"/>
            <a:ext cx="8308800" cy="3784251"/>
          </a:xfrm>
        </p:spPr>
        <p:txBody>
          <a:bodyPr/>
          <a:lstStyle/>
          <a:p>
            <a:pPr marL="171450" indent="-171450">
              <a:buFont typeface="Arial" panose="020B0604020202020204" pitchFamily="34" charset="0"/>
              <a:buChar char="•"/>
            </a:pPr>
            <a:r>
              <a:rPr lang="en-US" b="1" dirty="0" err="1"/>
              <a:t>onos</a:t>
            </a:r>
            <a:r>
              <a:rPr lang="en-US" b="1" dirty="0"/>
              <a:t>&gt;</a:t>
            </a:r>
            <a:r>
              <a:rPr lang="en-US" b="1" i="1" dirty="0"/>
              <a:t> </a:t>
            </a:r>
            <a:r>
              <a:rPr lang="en-US" i="1" dirty="0" err="1"/>
              <a:t>netconf</a:t>
            </a:r>
            <a:r>
              <a:rPr lang="en-US" i="1" dirty="0"/>
              <a:t>-get netconf:192.168.1.55:50001</a:t>
            </a:r>
          </a:p>
          <a:p>
            <a:endParaRPr lang="en-US" sz="800" dirty="0"/>
          </a:p>
        </p:txBody>
      </p:sp>
      <p:sp>
        <p:nvSpPr>
          <p:cNvPr id="4" name="Title 3"/>
          <p:cNvSpPr>
            <a:spLocks noGrp="1"/>
          </p:cNvSpPr>
          <p:nvPr>
            <p:ph type="title"/>
          </p:nvPr>
        </p:nvSpPr>
        <p:spPr/>
        <p:txBody>
          <a:bodyPr/>
          <a:lstStyle/>
          <a:p>
            <a:r>
              <a:rPr lang="en-US" dirty="0"/>
              <a:t>EXPERIMENTS</a:t>
            </a:r>
          </a:p>
        </p:txBody>
      </p:sp>
      <p:sp>
        <p:nvSpPr>
          <p:cNvPr id="5" name="Text Placeholder 4"/>
          <p:cNvSpPr>
            <a:spLocks noGrp="1"/>
          </p:cNvSpPr>
          <p:nvPr>
            <p:ph type="body" sz="quarter" idx="10"/>
          </p:nvPr>
        </p:nvSpPr>
        <p:spPr/>
        <p:txBody>
          <a:bodyPr/>
          <a:lstStyle/>
          <a:p>
            <a:r>
              <a:rPr lang="en-US" dirty="0"/>
              <a:t>NETCONF GET message exchanges</a:t>
            </a:r>
          </a:p>
        </p:txBody>
      </p:sp>
      <p:sp>
        <p:nvSpPr>
          <p:cNvPr id="3" name="TextBox 2">
            <a:extLst>
              <a:ext uri="{FF2B5EF4-FFF2-40B4-BE49-F238E27FC236}">
                <a16:creationId xmlns:a16="http://schemas.microsoft.com/office/drawing/2014/main" id="{BD799304-7611-48D6-AE0A-8DC5228AFCE5}"/>
              </a:ext>
            </a:extLst>
          </p:cNvPr>
          <p:cNvSpPr txBox="1"/>
          <p:nvPr/>
        </p:nvSpPr>
        <p:spPr>
          <a:xfrm>
            <a:off x="4230270" y="1474781"/>
            <a:ext cx="4844470" cy="3613154"/>
          </a:xfrm>
          <a:prstGeom prst="rect">
            <a:avLst/>
          </a:prstGeom>
          <a:solidFill>
            <a:schemeClr val="bg1"/>
          </a:solidFill>
          <a:ln>
            <a:solidFill>
              <a:schemeClr val="tx1">
                <a:lumMod val="60000"/>
                <a:lumOff val="40000"/>
              </a:schemeClr>
            </a:solidFill>
          </a:ln>
        </p:spPr>
        <p:txBody>
          <a:bodyPr wrap="square" lIns="72000" tIns="72000" rIns="72000" bIns="72000" rtlCol="0">
            <a:noAutofit/>
          </a:bodyPr>
          <a:lstStyle/>
          <a:p>
            <a:r>
              <a:rPr lang="en-US" sz="1000" i="1" dirty="0"/>
              <a:t>&lt;?xml version="1.0" encoding="UTF-8"?&gt;</a:t>
            </a:r>
          </a:p>
          <a:p>
            <a:r>
              <a:rPr lang="en-US" sz="1000" i="1" dirty="0"/>
              <a:t>&lt;</a:t>
            </a:r>
            <a:r>
              <a:rPr lang="en-US" sz="1000" i="1" dirty="0" err="1"/>
              <a:t>rpc</a:t>
            </a:r>
            <a:r>
              <a:rPr lang="en-US" sz="1000" i="1" dirty="0"/>
              <a:t>-reply message-id="2" </a:t>
            </a:r>
            <a:r>
              <a:rPr lang="en-US" sz="1000" i="1" dirty="0" err="1"/>
              <a:t>xmlns</a:t>
            </a:r>
            <a:r>
              <a:rPr lang="en-US" sz="1000" i="1" dirty="0"/>
              <a:t>="urn:ietf:params:xml:ns:netconf:base:1.0"&gt;</a:t>
            </a:r>
          </a:p>
          <a:p>
            <a:r>
              <a:rPr lang="en-US" sz="1000" i="1" dirty="0"/>
              <a:t>    &lt;data&gt;</a:t>
            </a:r>
          </a:p>
          <a:p>
            <a:r>
              <a:rPr lang="en-US" sz="1000" i="1" dirty="0"/>
              <a:t>        &lt;capable-switch </a:t>
            </a:r>
            <a:r>
              <a:rPr lang="en-US" sz="1000" i="1" dirty="0" err="1"/>
              <a:t>xmlns</a:t>
            </a:r>
            <a:r>
              <a:rPr lang="en-US" sz="1000" i="1" dirty="0"/>
              <a:t>="urn:onf:of111:config:yang"&gt;</a:t>
            </a:r>
          </a:p>
          <a:p>
            <a:r>
              <a:rPr lang="en-US" sz="1000" i="1" dirty="0"/>
              <a:t>            &lt;id&gt;CapableSwitch0&lt;/id&gt;</a:t>
            </a:r>
          </a:p>
          <a:p>
            <a:r>
              <a:rPr lang="en-US" sz="1000" i="1" dirty="0"/>
              <a:t>            &lt;resources /&gt;</a:t>
            </a:r>
          </a:p>
          <a:p>
            <a:r>
              <a:rPr lang="en-US" sz="1000" i="1" dirty="0"/>
              <a:t>            &lt;logical-switches&gt;</a:t>
            </a:r>
          </a:p>
          <a:p>
            <a:r>
              <a:rPr lang="en-US" sz="1000" i="1" dirty="0"/>
              <a:t>                &lt;switch&gt;</a:t>
            </a:r>
          </a:p>
          <a:p>
            <a:r>
              <a:rPr lang="en-US" sz="1000" i="1" dirty="0"/>
              <a:t>                    &lt;id&gt;LogicalSwitch0&lt;/id&gt;</a:t>
            </a:r>
          </a:p>
          <a:p>
            <a:r>
              <a:rPr lang="en-US" sz="1000" i="1" dirty="0"/>
              <a:t>                    &lt;capabilities&gt;</a:t>
            </a:r>
          </a:p>
          <a:p>
            <a:r>
              <a:rPr lang="en-US" sz="1000" i="1" dirty="0"/>
              <a:t>                    ...</a:t>
            </a:r>
          </a:p>
          <a:p>
            <a:r>
              <a:rPr lang="en-US" sz="1000" i="1" dirty="0"/>
              <a:t>                    &lt;/capabilities&gt;</a:t>
            </a:r>
          </a:p>
          <a:p>
            <a:r>
              <a:rPr lang="en-US" sz="1000" i="1" dirty="0"/>
              <a:t>                    &lt;</a:t>
            </a:r>
            <a:r>
              <a:rPr lang="en-US" sz="1000" i="1" dirty="0" err="1"/>
              <a:t>datapath</a:t>
            </a:r>
            <a:r>
              <a:rPr lang="en-US" sz="1000" i="1" dirty="0"/>
              <a:t>-id&gt;00:00:00:00:00:00:00:01&lt;/</a:t>
            </a:r>
            <a:r>
              <a:rPr lang="en-US" sz="1000" i="1" dirty="0" err="1"/>
              <a:t>datapath</a:t>
            </a:r>
            <a:r>
              <a:rPr lang="en-US" sz="1000" i="1" dirty="0"/>
              <a:t>-id&gt;</a:t>
            </a:r>
          </a:p>
          <a:p>
            <a:r>
              <a:rPr lang="en-US" sz="1000" i="1" dirty="0"/>
              <a:t>                    &lt;enabled&gt;true&lt;/enabled&gt;</a:t>
            </a:r>
          </a:p>
          <a:p>
            <a:r>
              <a:rPr lang="en-US" sz="1000" i="1" dirty="0"/>
              <a:t>                    &lt;check-controller-certificate&gt;false&lt;/check-controller-certificate&gt;</a:t>
            </a:r>
          </a:p>
          <a:p>
            <a:r>
              <a:rPr lang="en-US" sz="1000" i="1" dirty="0"/>
              <a:t>                    &lt;lost-connection-behavior&gt;</a:t>
            </a:r>
            <a:r>
              <a:rPr lang="en-US" sz="1000" i="1" dirty="0" err="1"/>
              <a:t>failSecureMode</a:t>
            </a:r>
            <a:r>
              <a:rPr lang="en-US" sz="1000" i="1" dirty="0"/>
              <a:t>&lt;/lost-connection-behavior&gt;</a:t>
            </a:r>
          </a:p>
          <a:p>
            <a:r>
              <a:rPr lang="en-US" sz="1000" i="1" dirty="0"/>
              <a:t>                    &lt;controllers /&gt;</a:t>
            </a:r>
          </a:p>
          <a:p>
            <a:r>
              <a:rPr lang="en-US" sz="1000" i="1" dirty="0"/>
              <a:t>                    &lt;resources /&gt;</a:t>
            </a:r>
          </a:p>
          <a:p>
            <a:r>
              <a:rPr lang="en-US" sz="1000" i="1" dirty="0"/>
              <a:t>                &lt;/switch&gt;</a:t>
            </a:r>
          </a:p>
          <a:p>
            <a:r>
              <a:rPr lang="en-US" sz="1000" i="1" dirty="0"/>
              <a:t>            &lt;/logical-switches&gt;</a:t>
            </a:r>
          </a:p>
          <a:p>
            <a:r>
              <a:rPr lang="en-US" sz="1000" i="1" dirty="0"/>
              <a:t>        &lt;/capable-switch&gt;</a:t>
            </a:r>
          </a:p>
          <a:p>
            <a:r>
              <a:rPr lang="en-US" sz="1000" i="1" dirty="0"/>
              <a:t>    &lt;/data&gt;</a:t>
            </a:r>
          </a:p>
          <a:p>
            <a:r>
              <a:rPr lang="en-US" sz="1000" i="1" dirty="0"/>
              <a:t>&lt;/</a:t>
            </a:r>
            <a:r>
              <a:rPr lang="en-US" sz="1000" i="1" dirty="0" err="1"/>
              <a:t>rpc</a:t>
            </a:r>
            <a:r>
              <a:rPr lang="en-US" sz="1000" i="1" dirty="0"/>
              <a:t>-reply&gt;</a:t>
            </a:r>
            <a:endParaRPr lang="en-US" sz="1000" i="1" dirty="0">
              <a:solidFill>
                <a:schemeClr val="tx2"/>
              </a:solidFill>
              <a:latin typeface="+mn-lt"/>
              <a:cs typeface="Nokia Pure Headline Light"/>
            </a:endParaRPr>
          </a:p>
        </p:txBody>
      </p:sp>
      <p:sp>
        <p:nvSpPr>
          <p:cNvPr id="6" name="TextBox 5">
            <a:extLst>
              <a:ext uri="{FF2B5EF4-FFF2-40B4-BE49-F238E27FC236}">
                <a16:creationId xmlns:a16="http://schemas.microsoft.com/office/drawing/2014/main" id="{B94BCFA4-DC4C-4A21-A50A-F430FDFC99FE}"/>
              </a:ext>
            </a:extLst>
          </p:cNvPr>
          <p:cNvSpPr txBox="1"/>
          <p:nvPr/>
        </p:nvSpPr>
        <p:spPr>
          <a:xfrm>
            <a:off x="4230270" y="608665"/>
            <a:ext cx="3267309" cy="728869"/>
          </a:xfrm>
          <a:prstGeom prst="rect">
            <a:avLst/>
          </a:prstGeom>
          <a:noFill/>
          <a:ln>
            <a:solidFill>
              <a:schemeClr val="tx1">
                <a:lumMod val="60000"/>
                <a:lumOff val="40000"/>
              </a:schemeClr>
            </a:solidFill>
          </a:ln>
        </p:spPr>
        <p:txBody>
          <a:bodyPr wrap="square" lIns="72000" tIns="72000" rIns="72000" bIns="72000" rtlCol="0">
            <a:noAutofit/>
          </a:bodyPr>
          <a:lstStyle/>
          <a:p>
            <a:r>
              <a:rPr lang="en-US" sz="1000" i="1" dirty="0"/>
              <a:t>&lt;</a:t>
            </a:r>
            <a:r>
              <a:rPr lang="en-US" sz="1000" i="1" dirty="0" err="1"/>
              <a:t>rpc</a:t>
            </a:r>
            <a:r>
              <a:rPr lang="en-US" sz="1000" i="1" dirty="0"/>
              <a:t> </a:t>
            </a:r>
            <a:r>
              <a:rPr lang="en-US" sz="1000" i="1" dirty="0" err="1"/>
              <a:t>xmlns</a:t>
            </a:r>
            <a:r>
              <a:rPr lang="en-US" sz="1000" i="1" dirty="0"/>
              <a:t>="urn:ietf:params:xml:ns:netconf:base:1.0"&gt;</a:t>
            </a:r>
          </a:p>
          <a:p>
            <a:r>
              <a:rPr lang="en-US" sz="1000" i="1" dirty="0"/>
              <a:t>&lt;get&gt;</a:t>
            </a:r>
          </a:p>
          <a:p>
            <a:r>
              <a:rPr lang="en-US" sz="1000" i="1" dirty="0"/>
              <a:t>&lt;/get&gt;</a:t>
            </a:r>
          </a:p>
          <a:p>
            <a:r>
              <a:rPr lang="en-US" sz="1000" i="1" dirty="0"/>
              <a:t>&lt;/</a:t>
            </a:r>
            <a:r>
              <a:rPr lang="en-US" sz="1000" i="1" dirty="0" err="1"/>
              <a:t>rpc</a:t>
            </a:r>
            <a:r>
              <a:rPr lang="en-US" sz="1000" i="1" dirty="0"/>
              <a:t>&gt;</a:t>
            </a:r>
          </a:p>
        </p:txBody>
      </p:sp>
      <p:cxnSp>
        <p:nvCxnSpPr>
          <p:cNvPr id="14" name="Straight Arrow Connector 13">
            <a:extLst>
              <a:ext uri="{FF2B5EF4-FFF2-40B4-BE49-F238E27FC236}">
                <a16:creationId xmlns:a16="http://schemas.microsoft.com/office/drawing/2014/main" id="{75D76321-6624-42D2-9895-E5D680C4B1D6}"/>
              </a:ext>
            </a:extLst>
          </p:cNvPr>
          <p:cNvCxnSpPr/>
          <p:nvPr/>
        </p:nvCxnSpPr>
        <p:spPr>
          <a:xfrm rot="5400000">
            <a:off x="1680551" y="2945013"/>
            <a:ext cx="2531165" cy="0"/>
          </a:xfrm>
          <a:prstGeom prst="straightConnector1">
            <a:avLst/>
          </a:prstGeom>
          <a:ln w="635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2C99B8FB-7B49-428B-AB7C-B35CC4381361}"/>
              </a:ext>
            </a:extLst>
          </p:cNvPr>
          <p:cNvCxnSpPr/>
          <p:nvPr/>
        </p:nvCxnSpPr>
        <p:spPr>
          <a:xfrm rot="5400000">
            <a:off x="-101871" y="2928248"/>
            <a:ext cx="2531165" cy="0"/>
          </a:xfrm>
          <a:prstGeom prst="straightConnector1">
            <a:avLst/>
          </a:prstGeom>
          <a:ln w="635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6060207-53C7-4857-BCE9-F84C501C3320}"/>
              </a:ext>
            </a:extLst>
          </p:cNvPr>
          <p:cNvCxnSpPr>
            <a:cxnSpLocks/>
          </p:cNvCxnSpPr>
          <p:nvPr/>
        </p:nvCxnSpPr>
        <p:spPr>
          <a:xfrm>
            <a:off x="1176966" y="2231513"/>
            <a:ext cx="1769168" cy="636119"/>
          </a:xfrm>
          <a:prstGeom prst="straightConnector1">
            <a:avLst/>
          </a:prstGeom>
          <a:ln w="635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B7E9A73-3C40-4563-90ED-2298D65D11D0}"/>
              </a:ext>
            </a:extLst>
          </p:cNvPr>
          <p:cNvCxnSpPr>
            <a:cxnSpLocks/>
          </p:cNvCxnSpPr>
          <p:nvPr/>
        </p:nvCxnSpPr>
        <p:spPr>
          <a:xfrm flipH="1">
            <a:off x="1157086" y="3400596"/>
            <a:ext cx="1775794" cy="533823"/>
          </a:xfrm>
          <a:prstGeom prst="straightConnector1">
            <a:avLst/>
          </a:prstGeom>
          <a:ln w="635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78DE46D-7051-4A4A-8A6E-40C94D0E486F}"/>
              </a:ext>
            </a:extLst>
          </p:cNvPr>
          <p:cNvSpPr txBox="1"/>
          <p:nvPr/>
        </p:nvSpPr>
        <p:spPr>
          <a:xfrm>
            <a:off x="806117" y="1391150"/>
            <a:ext cx="665632" cy="309600"/>
          </a:xfrm>
          <a:prstGeom prst="rect">
            <a:avLst/>
          </a:prstGeom>
          <a:no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ONOS</a:t>
            </a:r>
          </a:p>
        </p:txBody>
      </p:sp>
      <p:sp>
        <p:nvSpPr>
          <p:cNvPr id="10" name="TextBox 9">
            <a:extLst>
              <a:ext uri="{FF2B5EF4-FFF2-40B4-BE49-F238E27FC236}">
                <a16:creationId xmlns:a16="http://schemas.microsoft.com/office/drawing/2014/main" id="{3DF0C50F-316C-4A11-BD11-EDDB2DA28146}"/>
              </a:ext>
            </a:extLst>
          </p:cNvPr>
          <p:cNvSpPr txBox="1"/>
          <p:nvPr/>
        </p:nvSpPr>
        <p:spPr>
          <a:xfrm>
            <a:off x="2631470" y="1393353"/>
            <a:ext cx="667212" cy="305194"/>
          </a:xfrm>
          <a:prstGeom prst="rect">
            <a:avLst/>
          </a:prstGeom>
          <a:no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Switch</a:t>
            </a:r>
          </a:p>
        </p:txBody>
      </p:sp>
      <p:sp>
        <p:nvSpPr>
          <p:cNvPr id="12" name="TextBox 11">
            <a:extLst>
              <a:ext uri="{FF2B5EF4-FFF2-40B4-BE49-F238E27FC236}">
                <a16:creationId xmlns:a16="http://schemas.microsoft.com/office/drawing/2014/main" id="{8E2E9271-A590-45A7-9FB4-468CD745FDF3}"/>
              </a:ext>
            </a:extLst>
          </p:cNvPr>
          <p:cNvSpPr txBox="1"/>
          <p:nvPr/>
        </p:nvSpPr>
        <p:spPr>
          <a:xfrm rot="1261896">
            <a:off x="1748096" y="2374843"/>
            <a:ext cx="667212" cy="305194"/>
          </a:xfrm>
          <a:prstGeom prst="rect">
            <a:avLst/>
          </a:prstGeom>
          <a:solidFill>
            <a:schemeClr val="bg1"/>
          </a:solid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GET</a:t>
            </a:r>
          </a:p>
        </p:txBody>
      </p:sp>
      <p:sp>
        <p:nvSpPr>
          <p:cNvPr id="13" name="TextBox 12">
            <a:extLst>
              <a:ext uri="{FF2B5EF4-FFF2-40B4-BE49-F238E27FC236}">
                <a16:creationId xmlns:a16="http://schemas.microsoft.com/office/drawing/2014/main" id="{4A7AA2F9-B1F9-444C-8BF3-6C40DD27566F}"/>
              </a:ext>
            </a:extLst>
          </p:cNvPr>
          <p:cNvSpPr txBox="1"/>
          <p:nvPr/>
        </p:nvSpPr>
        <p:spPr>
          <a:xfrm rot="20576371">
            <a:off x="1639282" y="3457674"/>
            <a:ext cx="842462" cy="419662"/>
          </a:xfrm>
          <a:prstGeom prst="rect">
            <a:avLst/>
          </a:prstGeom>
          <a:solidFill>
            <a:schemeClr val="bg1"/>
          </a:solidFill>
        </p:spPr>
        <p:txBody>
          <a:bodyPr wrap="square" lIns="72000" tIns="72000" rIns="72000" bIns="72000" rtlCol="0">
            <a:noAutofit/>
          </a:bodyPr>
          <a:lstStyle/>
          <a:p>
            <a:pPr marR="0" algn="ctr" defTabSz="457200" rtl="0" eaLnBrk="1" fontAlgn="base" latinLnBrk="0" hangingPunct="1">
              <a:lnSpc>
                <a:spcPct val="100000"/>
              </a:lnSpc>
              <a:spcBef>
                <a:spcPts val="0"/>
              </a:spcBef>
              <a:spcAft>
                <a:spcPct val="0"/>
              </a:spcAft>
              <a:buClrTx/>
              <a:buSzTx/>
              <a:tabLst/>
            </a:pPr>
            <a:r>
              <a:rPr lang="en-US" sz="1200" dirty="0">
                <a:solidFill>
                  <a:schemeClr val="tx2"/>
                </a:solidFill>
                <a:latin typeface="+mn-lt"/>
                <a:cs typeface="Nokia Pure Headline Light"/>
              </a:rPr>
              <a:t>GET response</a:t>
            </a:r>
          </a:p>
        </p:txBody>
      </p:sp>
      <p:sp>
        <p:nvSpPr>
          <p:cNvPr id="22" name="Arrow: Right 21">
            <a:extLst>
              <a:ext uri="{FF2B5EF4-FFF2-40B4-BE49-F238E27FC236}">
                <a16:creationId xmlns:a16="http://schemas.microsoft.com/office/drawing/2014/main" id="{C9C7EBAB-A4AF-499E-96FB-FE39744EE5F4}"/>
              </a:ext>
            </a:extLst>
          </p:cNvPr>
          <p:cNvSpPr/>
          <p:nvPr/>
        </p:nvSpPr>
        <p:spPr>
          <a:xfrm rot="8710097">
            <a:off x="2067122" y="1688509"/>
            <a:ext cx="2273893" cy="32548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fontAlgn="auto">
              <a:spcBef>
                <a:spcPts val="0"/>
              </a:spcBef>
              <a:spcAft>
                <a:spcPts val="0"/>
              </a:spcAft>
            </a:pPr>
            <a:endParaRPr lang="en-US" sz="1200" dirty="0">
              <a:solidFill>
                <a:schemeClr val="bg1"/>
              </a:solidFill>
            </a:endParaRPr>
          </a:p>
        </p:txBody>
      </p:sp>
      <p:sp>
        <p:nvSpPr>
          <p:cNvPr id="23" name="Arrow: Right 22">
            <a:extLst>
              <a:ext uri="{FF2B5EF4-FFF2-40B4-BE49-F238E27FC236}">
                <a16:creationId xmlns:a16="http://schemas.microsoft.com/office/drawing/2014/main" id="{1E57BA6B-F49A-420E-B3E2-866A320A826A}"/>
              </a:ext>
            </a:extLst>
          </p:cNvPr>
          <p:cNvSpPr/>
          <p:nvPr/>
        </p:nvSpPr>
        <p:spPr>
          <a:xfrm rot="10602024">
            <a:off x="2457424" y="3549178"/>
            <a:ext cx="1691527" cy="311604"/>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fontAlgn="auto">
              <a:spcBef>
                <a:spcPts val="0"/>
              </a:spcBef>
              <a:spcAft>
                <a:spcPts val="0"/>
              </a:spcAft>
            </a:pPr>
            <a:endParaRPr lang="en-US" sz="1200" dirty="0">
              <a:solidFill>
                <a:schemeClr val="bg1"/>
              </a:solidFill>
            </a:endParaRPr>
          </a:p>
        </p:txBody>
      </p:sp>
    </p:spTree>
    <p:extLst>
      <p:ext uri="{BB962C8B-B14F-4D97-AF65-F5344CB8AC3E}">
        <p14:creationId xmlns:p14="http://schemas.microsoft.com/office/powerpoint/2010/main" val="321558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nimBg="1"/>
      <p:bldP spid="6" grpId="0" animBg="1"/>
      <p:bldP spid="9" grpId="0"/>
      <p:bldP spid="10" grpId="0"/>
      <p:bldP spid="12" grpId="0" animBg="1"/>
      <p:bldP spid="13" grpId="0" animBg="1"/>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7188B6-985F-47BB-A4BF-2B0036C49D3D}"/>
              </a:ext>
            </a:extLst>
          </p:cNvPr>
          <p:cNvSpPr>
            <a:spLocks noGrp="1"/>
          </p:cNvSpPr>
          <p:nvPr>
            <p:ph type="title"/>
          </p:nvPr>
        </p:nvSpPr>
        <p:spPr/>
        <p:txBody>
          <a:bodyPr/>
          <a:lstStyle/>
          <a:p>
            <a:r>
              <a:rPr lang="en-US" dirty="0"/>
              <a:t>EXPERIMENTS</a:t>
            </a:r>
          </a:p>
        </p:txBody>
      </p:sp>
      <p:sp>
        <p:nvSpPr>
          <p:cNvPr id="5" name="Text Placeholder 4">
            <a:extLst>
              <a:ext uri="{FF2B5EF4-FFF2-40B4-BE49-F238E27FC236}">
                <a16:creationId xmlns:a16="http://schemas.microsoft.com/office/drawing/2014/main" id="{97629889-C441-4F7B-BF33-27CFE474D10E}"/>
              </a:ext>
            </a:extLst>
          </p:cNvPr>
          <p:cNvSpPr>
            <a:spLocks noGrp="1"/>
          </p:cNvSpPr>
          <p:nvPr>
            <p:ph type="body" sz="quarter" idx="10"/>
          </p:nvPr>
        </p:nvSpPr>
        <p:spPr/>
        <p:txBody>
          <a:bodyPr/>
          <a:lstStyle/>
          <a:p>
            <a:r>
              <a:rPr lang="en-US" dirty="0"/>
              <a:t>NETCONF GET message exchanges</a:t>
            </a:r>
          </a:p>
          <a:p>
            <a:endParaRPr lang="en-US" dirty="0"/>
          </a:p>
        </p:txBody>
      </p:sp>
      <p:graphicFrame>
        <p:nvGraphicFramePr>
          <p:cNvPr id="8" name="Chart 7">
            <a:extLst>
              <a:ext uri="{FF2B5EF4-FFF2-40B4-BE49-F238E27FC236}">
                <a16:creationId xmlns:a16="http://schemas.microsoft.com/office/drawing/2014/main" id="{FFDAAD5A-97F1-44B5-8782-0149FC1CF716}"/>
              </a:ext>
            </a:extLst>
          </p:cNvPr>
          <p:cNvGraphicFramePr/>
          <p:nvPr>
            <p:extLst>
              <p:ext uri="{D42A27DB-BD31-4B8C-83A1-F6EECF244321}">
                <p14:modId xmlns:p14="http://schemas.microsoft.com/office/powerpoint/2010/main" val="4249855341"/>
              </p:ext>
            </p:extLst>
          </p:nvPr>
        </p:nvGraphicFramePr>
        <p:xfrm>
          <a:off x="6100108" y="1253897"/>
          <a:ext cx="3176413" cy="32125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a:extLst>
              <a:ext uri="{FF2B5EF4-FFF2-40B4-BE49-F238E27FC236}">
                <a16:creationId xmlns:a16="http://schemas.microsoft.com/office/drawing/2014/main" id="{1F519715-CA8E-4788-B274-6B49236AAB3D}"/>
              </a:ext>
            </a:extLst>
          </p:cNvPr>
          <p:cNvGraphicFramePr/>
          <p:nvPr>
            <p:extLst>
              <p:ext uri="{D42A27DB-BD31-4B8C-83A1-F6EECF244321}">
                <p14:modId xmlns:p14="http://schemas.microsoft.com/office/powerpoint/2010/main" val="3293614179"/>
              </p:ext>
            </p:extLst>
          </p:nvPr>
        </p:nvGraphicFramePr>
        <p:xfrm>
          <a:off x="3043894" y="1253896"/>
          <a:ext cx="3176412" cy="32125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90C49EFC-3A02-4FE8-A28C-092049B70D70}"/>
              </a:ext>
            </a:extLst>
          </p:cNvPr>
          <p:cNvGraphicFramePr/>
          <p:nvPr>
            <p:extLst>
              <p:ext uri="{D42A27DB-BD31-4B8C-83A1-F6EECF244321}">
                <p14:modId xmlns:p14="http://schemas.microsoft.com/office/powerpoint/2010/main" val="1788749416"/>
              </p:ext>
            </p:extLst>
          </p:nvPr>
        </p:nvGraphicFramePr>
        <p:xfrm>
          <a:off x="0" y="1253895"/>
          <a:ext cx="3176413" cy="32125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582203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FB4A07-44B6-440E-B444-51FC8C4C7786}"/>
              </a:ext>
            </a:extLst>
          </p:cNvPr>
          <p:cNvSpPr>
            <a:spLocks noGrp="1"/>
          </p:cNvSpPr>
          <p:nvPr>
            <p:ph type="body" sz="quarter" idx="16"/>
          </p:nvPr>
        </p:nvSpPr>
        <p:spPr/>
        <p:txBody>
          <a:bodyPr/>
          <a:lstStyle/>
          <a:p>
            <a:pPr marL="285750" indent="-285750">
              <a:buFont typeface="Arial" panose="020B0604020202020204" pitchFamily="34" charset="0"/>
              <a:buChar char="•"/>
            </a:pPr>
            <a:r>
              <a:rPr lang="en-US" dirty="0"/>
              <a:t>Performing the tests on ONOS cluster mode </a:t>
            </a:r>
          </a:p>
          <a:p>
            <a:pPr marL="285750" indent="-285750">
              <a:buFont typeface="Arial" panose="020B0604020202020204" pitchFamily="34" charset="0"/>
              <a:buChar char="•"/>
            </a:pPr>
            <a:r>
              <a:rPr lang="en-US" dirty="0"/>
              <a:t>Developing and Performing new benchmarking on the optical network operation use-cases.</a:t>
            </a:r>
          </a:p>
        </p:txBody>
      </p:sp>
      <p:sp>
        <p:nvSpPr>
          <p:cNvPr id="4" name="Title 3">
            <a:extLst>
              <a:ext uri="{FF2B5EF4-FFF2-40B4-BE49-F238E27FC236}">
                <a16:creationId xmlns:a16="http://schemas.microsoft.com/office/drawing/2014/main" id="{73137C3D-C7FD-44EC-8E5A-C250B5B60392}"/>
              </a:ext>
            </a:extLst>
          </p:cNvPr>
          <p:cNvSpPr>
            <a:spLocks noGrp="1"/>
          </p:cNvSpPr>
          <p:nvPr>
            <p:ph type="title"/>
          </p:nvPr>
        </p:nvSpPr>
        <p:spPr/>
        <p:txBody>
          <a:bodyPr/>
          <a:lstStyle/>
          <a:p>
            <a:r>
              <a:rPr lang="en-US"/>
              <a:t>Next Steps </a:t>
            </a:r>
          </a:p>
        </p:txBody>
      </p:sp>
      <p:sp>
        <p:nvSpPr>
          <p:cNvPr id="5" name="Text Placeholder 4">
            <a:extLst>
              <a:ext uri="{FF2B5EF4-FFF2-40B4-BE49-F238E27FC236}">
                <a16:creationId xmlns:a16="http://schemas.microsoft.com/office/drawing/2014/main" id="{DBCD777F-82FF-4086-BE62-D9A6CCAD0A5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74762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0" y="4816475"/>
            <a:ext cx="2581275" cy="122238"/>
          </a:xfrm>
          <a:prstGeom prst="rect">
            <a:avLst/>
          </a:prstGeom>
        </p:spPr>
        <p:txBody>
          <a:bodyPr/>
          <a:lstStyle/>
          <a:p>
            <a:r>
              <a:rPr lang="en-US">
                <a:cs typeface="Arial" panose="020B0604020202020204" pitchFamily="34" charset="0"/>
              </a:rPr>
              <a:t>Confidential</a:t>
            </a:r>
            <a:endParaRPr lang="en-US" dirty="0">
              <a:cs typeface="Arial" panose="020B0604020202020204" pitchFamily="34" charset="0"/>
            </a:endParaRPr>
          </a:p>
        </p:txBody>
      </p:sp>
    </p:spTree>
  </p:cSld>
  <p:clrMapOvr>
    <a:masterClrMapping/>
  </p:clrMapOvr>
</p:sld>
</file>

<file path=ppt/theme/theme1.xml><?xml version="1.0" encoding="utf-8"?>
<a:theme xmlns:a="http://schemas.openxmlformats.org/drawingml/2006/main" name="Nokia_Pure_PPT_CORP_V2">
  <a:themeElements>
    <a:clrScheme name="Nokia 120515">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0645AD"/>
      </a:hlink>
      <a:folHlink>
        <a:srgbClr val="0B0080"/>
      </a:folHlink>
    </a:clrScheme>
    <a:fontScheme name="Nokia Pure">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fontAlgn="auto">
          <a:spcBef>
            <a:spcPts val="0"/>
          </a:spcBef>
          <a:spcAft>
            <a:spcPts val="0"/>
          </a:spcAft>
          <a:defRPr sz="1200" dirty="0" err="1"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635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72000" tIns="72000" rIns="72000" bIns="72000" rtlCol="0">
        <a:spAutoFit/>
      </a:bodyPr>
      <a:lstStyle>
        <a:defPPr marR="0" algn="l" defTabSz="457200" rtl="0" eaLnBrk="1" fontAlgn="base" latinLnBrk="0" hangingPunct="1">
          <a:lnSpc>
            <a:spcPct val="100000"/>
          </a:lnSpc>
          <a:spcBef>
            <a:spcPts val="0"/>
          </a:spcBef>
          <a:spcAft>
            <a:spcPct val="0"/>
          </a:spcAft>
          <a:buClr>
            <a:srgbClr val="001135"/>
          </a:buClr>
          <a:buSzTx/>
          <a:tabLst/>
          <a:defRPr sz="1400" dirty="0" smtClean="0">
            <a:solidFill>
              <a:schemeClr val="tx2"/>
            </a:solidFill>
            <a:latin typeface="+mn-lt"/>
            <a:ea typeface="Nokia Pure Text" panose="020B0503020202020204" pitchFamily="34" charset="0"/>
            <a:cs typeface="Nokia Pure Headline Light"/>
          </a:defRPr>
        </a:defPPr>
      </a:lstStyle>
    </a:txDef>
  </a:objectDefaults>
  <a:extraClrSchemeLst/>
  <a:extLst>
    <a:ext uri="{05A4C25C-085E-4340-85A3-A5531E510DB2}">
      <thm15:themeFamily xmlns:thm15="http://schemas.microsoft.com/office/thememl/2012/main" name="Nokia_Pure_PPT_CORP_V3.1" id="{655C0B4C-DD58-4366-A06D-BF0A1B81A469}" vid="{6AA74208-B53C-4696-ADC1-7541119D5A96}"/>
    </a:ext>
  </a:extLst>
</a:theme>
</file>

<file path=ppt/theme/theme2.xml><?xml version="1.0" encoding="utf-8"?>
<a:theme xmlns:a="http://schemas.openxmlformats.org/drawingml/2006/main" name="Nokia_Pure_PPT_Bell_Labs_V2">
  <a:themeElements>
    <a:clrScheme name="Nokia 120515">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0645AD"/>
      </a:hlink>
      <a:folHlink>
        <a:srgbClr val="0B0080"/>
      </a:folHlink>
    </a:clrScheme>
    <a:fontScheme name="Nokia Pure">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fontAlgn="auto">
          <a:spcBef>
            <a:spcPts val="0"/>
          </a:spcBef>
          <a:spcAft>
            <a:spcPts val="0"/>
          </a:spcAft>
          <a:defRPr sz="12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635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accent2"/>
        </a:solidFill>
      </a:spPr>
      <a:bodyPr wrap="square" lIns="72000" tIns="72000" rIns="72000" bIns="72000" rtlCol="0">
        <a:noAutofit/>
      </a:bodyPr>
      <a:lstStyle>
        <a:defPPr marR="0" algn="l" defTabSz="457200" rtl="0" eaLnBrk="1" fontAlgn="base" latinLnBrk="0" hangingPunct="1">
          <a:lnSpc>
            <a:spcPct val="100000"/>
          </a:lnSpc>
          <a:spcBef>
            <a:spcPts val="0"/>
          </a:spcBef>
          <a:spcAft>
            <a:spcPct val="0"/>
          </a:spcAft>
          <a:buClrTx/>
          <a:buSzTx/>
          <a:tabLst/>
          <a:defRPr sz="1200" smtClean="0">
            <a:solidFill>
              <a:schemeClr val="tx2"/>
            </a:solidFill>
            <a:latin typeface="+mn-lt"/>
            <a:cs typeface="Nokia Pure Headline Light"/>
          </a:defRPr>
        </a:defPPr>
      </a:lstStyle>
    </a:txDef>
  </a:objectDefaults>
  <a:extraClrSchemeLst/>
  <a:extLst>
    <a:ext uri="{05A4C25C-085E-4340-85A3-A5531E510DB2}">
      <thm15:themeFamily xmlns:thm15="http://schemas.microsoft.com/office/thememl/2012/main" name="Nokia_Pure_PPT_Bell_Labs_V3" id="{4A5A4DD9-BAE3-40EF-B4FC-C36EDD80505B}" vid="{4888C388-2489-434B-9073-67D5BA73B42C}"/>
    </a:ext>
  </a:extLst>
</a:theme>
</file>

<file path=ppt/theme/theme3.xml><?xml version="1.0" encoding="utf-8"?>
<a:theme xmlns:a="http://schemas.openxmlformats.org/drawingml/2006/main" name="Nokia Master Blue Background">
  <a:themeElements>
    <a:clrScheme name="Nokia 120515">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0645AD"/>
      </a:hlink>
      <a:folHlink>
        <a:srgbClr val="0B0080"/>
      </a:folHlink>
    </a:clrScheme>
    <a:fontScheme name="Nokia Pure">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tIns="90000" bIns="90000" rtlCol="0" anchor="t" anchorCtr="0"/>
      <a:lstStyle>
        <a:defPPr algn="ctr" fontAlgn="auto">
          <a:spcBef>
            <a:spcPts val="0"/>
          </a:spcBef>
          <a:spcAft>
            <a:spcPts val="0"/>
          </a:spcAft>
          <a:defRPr dirty="0" smtClean="0">
            <a:solidFill>
              <a:schemeClr val="accent4"/>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bg2"/>
          </a:solidFill>
        </a:ln>
      </a:spPr>
      <a:bodyPr/>
      <a:lstStyle/>
      <a:style>
        <a:lnRef idx="1">
          <a:schemeClr val="accent3"/>
        </a:lnRef>
        <a:fillRef idx="0">
          <a:schemeClr val="accent3"/>
        </a:fillRef>
        <a:effectRef idx="0">
          <a:schemeClr val="accent3"/>
        </a:effectRef>
        <a:fontRef idx="minor">
          <a:schemeClr val="tx1"/>
        </a:fontRef>
      </a:style>
    </a:lnDef>
    <a:txDef>
      <a:spPr>
        <a:noFill/>
      </a:spPr>
      <a:bodyPr wrap="square" lIns="0" tIns="0" rIns="0" bIns="0" rtlCol="0">
        <a:spAutoFit/>
      </a:bodyPr>
      <a:lstStyle>
        <a:defPPr>
          <a:defRPr sz="900" dirty="0" err="1" smtClean="0">
            <a:latin typeface="+mn-lt"/>
          </a:defRPr>
        </a:defPPr>
      </a:lstStyle>
    </a:txDef>
  </a:objectDefaults>
  <a:extraClrSchemeLst/>
  <a:extLst>
    <a:ext uri="{05A4C25C-085E-4340-85A3-A5531E510DB2}">
      <thm15:themeFamily xmlns:thm15="http://schemas.microsoft.com/office/thememl/2012/main" name="Nokia_Pure_PPT_CORP_V3.1" id="{655C0B4C-DD58-4366-A06D-BF0A1B81A469}" vid="{0014268F-4AA0-40E4-9A1C-DE908DD31C6B}"/>
    </a:ext>
  </a:extLst>
</a:theme>
</file>

<file path=ppt/theme/theme4.xml><?xml version="1.0" encoding="utf-8"?>
<a:theme xmlns:a="http://schemas.openxmlformats.org/drawingml/2006/main" name="1_Nokia Master Blue Background">
  <a:themeElements>
    <a:clrScheme name="Nokia 120515">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0645AD"/>
      </a:hlink>
      <a:folHlink>
        <a:srgbClr val="0B0080"/>
      </a:folHlink>
    </a:clrScheme>
    <a:fontScheme name="Nokia Pure">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tIns="90000" bIns="90000" rtlCol="0" anchor="t" anchorCtr="0"/>
      <a:lstStyle>
        <a:defPPr algn="ctr" fontAlgn="auto">
          <a:spcBef>
            <a:spcPts val="0"/>
          </a:spcBef>
          <a:spcAft>
            <a:spcPts val="0"/>
          </a:spcAft>
          <a:defRPr dirty="0" smtClean="0">
            <a:solidFill>
              <a:schemeClr val="accent4"/>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bg2"/>
          </a:solidFill>
        </a:ln>
      </a:spPr>
      <a:bodyPr/>
      <a:lstStyle/>
      <a:style>
        <a:lnRef idx="1">
          <a:schemeClr val="accent3"/>
        </a:lnRef>
        <a:fillRef idx="0">
          <a:schemeClr val="accent3"/>
        </a:fillRef>
        <a:effectRef idx="0">
          <a:schemeClr val="accent3"/>
        </a:effectRef>
        <a:fontRef idx="minor">
          <a:schemeClr val="tx1"/>
        </a:fontRef>
      </a:style>
    </a:lnDef>
    <a:txDef>
      <a:spPr>
        <a:noFill/>
      </a:spPr>
      <a:bodyPr wrap="square" lIns="0" tIns="0" rIns="0" bIns="0" rtlCol="0">
        <a:spAutoFit/>
      </a:bodyPr>
      <a:lstStyle>
        <a:defPPr>
          <a:defRPr sz="900" dirty="0" err="1" smtClean="0">
            <a:latin typeface="+mn-lt"/>
          </a:defRPr>
        </a:defPPr>
      </a:lstStyle>
    </a:txDef>
  </a:objectDefaults>
  <a:extraClrSchemeLst/>
  <a:extLst>
    <a:ext uri="{05A4C25C-085E-4340-85A3-A5531E510DB2}">
      <thm15:themeFamily xmlns:thm15="http://schemas.microsoft.com/office/thememl/2012/main" name="Nokia_Pure_PPT_Bell_Labs_V3" id="{4A5A4DD9-BAE3-40EF-B4FC-C36EDD80505B}" vid="{706BE652-DEA1-48E0-9065-C2ACB715019F}"/>
    </a:ext>
  </a:extLst>
</a:theme>
</file>

<file path=ppt/theme/theme5.xml><?xml version="1.0" encoding="utf-8"?>
<a:theme xmlns:a="http://schemas.openxmlformats.org/drawingml/2006/main" name="2_Nokia Master Blue Background">
  <a:themeElements>
    <a:clrScheme name="Nokia 120515">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0645AD"/>
      </a:hlink>
      <a:folHlink>
        <a:srgbClr val="0B0080"/>
      </a:folHlink>
    </a:clrScheme>
    <a:fontScheme name="Nokia Pure">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tIns="90000" bIns="90000" rtlCol="0" anchor="t" anchorCtr="0"/>
      <a:lstStyle>
        <a:defPPr algn="ctr" fontAlgn="auto">
          <a:spcBef>
            <a:spcPts val="0"/>
          </a:spcBef>
          <a:spcAft>
            <a:spcPts val="0"/>
          </a:spcAft>
          <a:defRPr dirty="0" smtClean="0">
            <a:solidFill>
              <a:schemeClr val="accent4"/>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bg2"/>
          </a:solidFill>
        </a:ln>
      </a:spPr>
      <a:bodyPr/>
      <a:lstStyle/>
      <a:style>
        <a:lnRef idx="1">
          <a:schemeClr val="accent3"/>
        </a:lnRef>
        <a:fillRef idx="0">
          <a:schemeClr val="accent3"/>
        </a:fillRef>
        <a:effectRef idx="0">
          <a:schemeClr val="accent3"/>
        </a:effectRef>
        <a:fontRef idx="minor">
          <a:schemeClr val="tx1"/>
        </a:fontRef>
      </a:style>
    </a:lnDef>
    <a:txDef>
      <a:spPr>
        <a:noFill/>
      </a:spPr>
      <a:bodyPr wrap="square" lIns="0" tIns="0" rIns="0" bIns="0" rtlCol="0">
        <a:spAutoFit/>
      </a:bodyPr>
      <a:lstStyle>
        <a:defPPr>
          <a:defRPr sz="900" dirty="0" err="1" smtClean="0">
            <a:latin typeface="+mn-lt"/>
          </a:defRPr>
        </a:defPPr>
      </a:lstStyle>
    </a:txDef>
  </a:objectDefaults>
  <a:extraClrSchemeLst/>
  <a:extLst>
    <a:ext uri="{05A4C25C-085E-4340-85A3-A5531E510DB2}">
      <thm15:themeFamily xmlns:thm15="http://schemas.microsoft.com/office/thememl/2012/main" name="Nokia_Pure_PPT_CORP_V3.1" id="{655C0B4C-DD58-4366-A06D-BF0A1B81A469}" vid="{8F31C629-EC6E-4393-810E-F49A1DA42255}"/>
    </a:ext>
  </a:extLst>
</a:theme>
</file>

<file path=ppt/theme/theme6.xml><?xml version="1.0" encoding="utf-8"?>
<a:theme xmlns:a="http://schemas.openxmlformats.org/drawingml/2006/main" name="5. Final Slide Blue">
  <a:themeElements>
    <a:clrScheme name="Nokia 120515">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0645AD"/>
      </a:hlink>
      <a:folHlink>
        <a:srgbClr val="0B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okia_Pure_PPT_CORP_V3.1" id="{655C0B4C-DD58-4366-A06D-BF0A1B81A469}" vid="{2CBD20D3-E00C-4FAE-BD3B-3916D1FEE0E6}"/>
    </a:ext>
  </a:extLst>
</a:theme>
</file>

<file path=ppt/theme/theme7.xml><?xml version="1.0" encoding="utf-8"?>
<a:theme xmlns:a="http://schemas.openxmlformats.org/drawingml/2006/main" name="6_Final Slide White">
  <a:themeElements>
    <a:clrScheme name="Nokia 120515">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0645AD"/>
      </a:hlink>
      <a:folHlink>
        <a:srgbClr val="0B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okia_Pure_PPT_CORP_V3.1" id="{655C0B4C-DD58-4366-A06D-BF0A1B81A469}" vid="{AD46D50E-C031-467B-95C1-0B5C9E2FA568}"/>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Nokia_Pure_PPT_CORP_V2</Template>
  <TotalTime>0</TotalTime>
  <Words>1294</Words>
  <Application>Microsoft Office PowerPoint</Application>
  <PresentationFormat>On-screen Show (16:9)</PresentationFormat>
  <Paragraphs>203</Paragraphs>
  <Slides>13</Slides>
  <Notes>7</Notes>
  <HiddenSlides>0</HiddenSlides>
  <MMClips>0</MMClips>
  <ScaleCrop>false</ScaleCrop>
  <HeadingPairs>
    <vt:vector size="6" baseType="variant">
      <vt:variant>
        <vt:lpstr>Fonts Used</vt:lpstr>
      </vt:variant>
      <vt:variant>
        <vt:i4>10</vt:i4>
      </vt:variant>
      <vt:variant>
        <vt:lpstr>Theme</vt:lpstr>
      </vt:variant>
      <vt:variant>
        <vt:i4>7</vt:i4>
      </vt:variant>
      <vt:variant>
        <vt:lpstr>Slide Titles</vt:lpstr>
      </vt:variant>
      <vt:variant>
        <vt:i4>13</vt:i4>
      </vt:variant>
    </vt:vector>
  </HeadingPairs>
  <TitlesOfParts>
    <vt:vector size="30" baseType="lpstr">
      <vt:lpstr>Arial</vt:lpstr>
      <vt:lpstr>Calibri</vt:lpstr>
      <vt:lpstr>Lucida Grande</vt:lpstr>
      <vt:lpstr>Nokia Pure Headline Light</vt:lpstr>
      <vt:lpstr>Nokia Pure Headline Ultra Light</vt:lpstr>
      <vt:lpstr>Nokia Pure Text</vt:lpstr>
      <vt:lpstr>Nokia Pure Text Light</vt:lpstr>
      <vt:lpstr>Times New Roman</vt:lpstr>
      <vt:lpstr>Trebuchet MS</vt:lpstr>
      <vt:lpstr>ヒラギノ角ゴ Pro W3</vt:lpstr>
      <vt:lpstr>Nokia_Pure_PPT_CORP_V2</vt:lpstr>
      <vt:lpstr>Nokia_Pure_PPT_Bell_Labs_V2</vt:lpstr>
      <vt:lpstr>Nokia Master Blue Background</vt:lpstr>
      <vt:lpstr>1_Nokia Master Blue Background</vt:lpstr>
      <vt:lpstr>2_Nokia Master Blue Background</vt:lpstr>
      <vt:lpstr>5. Final Slide Blue</vt:lpstr>
      <vt:lpstr>6_Final Slide White</vt:lpstr>
      <vt:lpstr>PowerPoint Presentation</vt:lpstr>
      <vt:lpstr>INTRODUCTION</vt:lpstr>
      <vt:lpstr>EXPERIMENTS</vt:lpstr>
      <vt:lpstr>EXPERIMENTS</vt:lpstr>
      <vt:lpstr>EXPERIMENTS</vt:lpstr>
      <vt:lpstr>EXPERIMENTS</vt:lpstr>
      <vt:lpstr>EXPERIMENTS</vt:lpstr>
      <vt:lpstr>EXPERIMENTS</vt:lpstr>
      <vt:lpstr>EXPERIMENTS on device configuration monitoring </vt:lpstr>
      <vt:lpstr>EXPERIMENTS</vt:lpstr>
      <vt:lpstr>EXPERIMENTS</vt:lpstr>
      <vt:lpstr>Next Steps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2016-01-27T15:01:40Z</dcterms:created>
  <dcterms:modified xsi:type="dcterms:W3CDTF">2018-04-17T10:11:44Z</dcterms:modified>
</cp:coreProperties>
</file>