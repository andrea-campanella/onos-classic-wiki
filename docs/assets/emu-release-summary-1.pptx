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theme+xml" PartName="/ppt/theme/theme5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autoCompressPictures="0" embedTrueTypeFonts="1" strictFirstAndLastChars="0" saveSubsetFonts="1">
  <p:sldMasterIdLst>
    <p:sldMasterId id="2147483686" r:id="rId4"/>
    <p:sldMasterId id="2147483687" r:id="rId5"/>
    <p:sldMasterId id="2147483688" r:id="rId6"/>
    <p:sldMasterId id="2147483689" r:id="rId7"/>
  </p:sldMasterIdLst>
  <p:notesMasterIdLst>
    <p:notesMasterId r:id="rId8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  <p:sldId id="277" r:id="rId30"/>
  </p:sldIdLst>
  <p:sldSz cy="5143500" cx="9144000"/>
  <p:notesSz cx="6858000" cy="9144000"/>
  <p:embeddedFontLst>
    <p:embeddedFont>
      <p:font typeface="Helvetica Neue"/>
      <p:regular r:id="rId31"/>
      <p:bold r:id="rId32"/>
      <p:italic r:id="rId33"/>
      <p:boldItalic r:id="rId3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/>
</file>

<file path=ppt/tableStyles.xml><?xml version="1.0" encoding="utf-8"?>
<a:tblStyleLst xmlns:a="http://schemas.openxmlformats.org/drawingml/2006/main" xmlns:r="http://schemas.openxmlformats.org/officeDocument/2006/relationships" def="{2E41FEE5-1255-4313-A710-033CD51E16F8}">
  <a:tblStyle styleId="{2E41FEE5-1255-4313-A710-033CD51E16F8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a:insideV>
        </a:tcBdr>
        <a:fill>
          <a:solidFill>
            <a:srgbClr val="ECE6E6"/>
          </a:solidFill>
        </a:fill>
      </a:tcStyle>
    </a:wholeTbl>
    <a:band1H>
      <a:tcStyle>
        <a:fill>
          <a:solidFill>
            <a:srgbClr val="D7CACA"/>
          </a:solidFill>
        </a:fill>
      </a:tcStyle>
    </a:band1H>
    <a:band1V>
      <a:tcStyle>
        <a:fill>
          <a:solidFill>
            <a:srgbClr val="D7CACA"/>
          </a:solidFill>
        </a:fill>
      </a:tcStyle>
    </a:band1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a:top>
        </a:tcBdr>
        <a:fill>
          <a:solidFill>
            <a:schemeClr val="accent1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a:bottom>
        </a:tcBdr>
        <a:fill>
          <a:solidFill>
            <a:schemeClr val="accent1"/>
          </a:solidFill>
        </a:fill>
      </a:tcStyle>
    </a:firstRow>
  </a:tblStyle>
  <a:tblStyle styleId="{C694E01B-2364-454A-8E9F-C733A2EB9E23}" styleName="Table_1">
    <a:wholeTbl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med" w="med" type="none"/>
              <a:tailEnd len="med" w="med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med" w="med" type="none"/>
              <a:tailEnd len="med" w="med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med" w="med" type="none"/>
              <a:tailEnd len="med" w="med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med" w="med" type="none"/>
              <a:tailEnd len="med" w="med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med" w="med" type="none"/>
              <a:tailEnd len="med" w="med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med" w="med" type="none"/>
              <a:tailEnd len="med" w="med" type="none"/>
            </a:ln>
          </a:insideV>
        </a:tcBdr>
      </a:tcStyle>
    </a:wholeTb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2.xml"/><Relationship Id="rId22" Type="http://schemas.openxmlformats.org/officeDocument/2006/relationships/slide" Target="slides/slide14.xml"/><Relationship Id="rId21" Type="http://schemas.openxmlformats.org/officeDocument/2006/relationships/slide" Target="slides/slide13.xml"/><Relationship Id="rId24" Type="http://schemas.openxmlformats.org/officeDocument/2006/relationships/slide" Target="slides/slide16.xml"/><Relationship Id="rId23" Type="http://schemas.openxmlformats.org/officeDocument/2006/relationships/slide" Target="slides/slide15.xml"/><Relationship Id="rId1" Type="http://schemas.openxmlformats.org/officeDocument/2006/relationships/theme" Target="theme/theme4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26" Type="http://schemas.openxmlformats.org/officeDocument/2006/relationships/slide" Target="slides/slide18.xml"/><Relationship Id="rId25" Type="http://schemas.openxmlformats.org/officeDocument/2006/relationships/slide" Target="slides/slide17.xml"/><Relationship Id="rId28" Type="http://schemas.openxmlformats.org/officeDocument/2006/relationships/slide" Target="slides/slide20.xml"/><Relationship Id="rId27" Type="http://schemas.openxmlformats.org/officeDocument/2006/relationships/slide" Target="slides/slide19.xml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29" Type="http://schemas.openxmlformats.org/officeDocument/2006/relationships/slide" Target="slides/slide21.xml"/><Relationship Id="rId7" Type="http://schemas.openxmlformats.org/officeDocument/2006/relationships/slideMaster" Target="slideMasters/slideMaster4.xml"/><Relationship Id="rId8" Type="http://schemas.openxmlformats.org/officeDocument/2006/relationships/notesMaster" Target="notesMasters/notesMaster1.xml"/><Relationship Id="rId31" Type="http://schemas.openxmlformats.org/officeDocument/2006/relationships/font" Target="fonts/HelveticaNeue-regular.fntdata"/><Relationship Id="rId30" Type="http://schemas.openxmlformats.org/officeDocument/2006/relationships/slide" Target="slides/slide22.xml"/><Relationship Id="rId11" Type="http://schemas.openxmlformats.org/officeDocument/2006/relationships/slide" Target="slides/slide3.xml"/><Relationship Id="rId33" Type="http://schemas.openxmlformats.org/officeDocument/2006/relationships/font" Target="fonts/HelveticaNeue-italic.fntdata"/><Relationship Id="rId10" Type="http://schemas.openxmlformats.org/officeDocument/2006/relationships/slide" Target="slides/slide2.xml"/><Relationship Id="rId32" Type="http://schemas.openxmlformats.org/officeDocument/2006/relationships/font" Target="fonts/HelveticaNeue-bold.fntdata"/><Relationship Id="rId13" Type="http://schemas.openxmlformats.org/officeDocument/2006/relationships/slide" Target="slides/slide5.xml"/><Relationship Id="rId12" Type="http://schemas.openxmlformats.org/officeDocument/2006/relationships/slide" Target="slides/slide4.xml"/><Relationship Id="rId34" Type="http://schemas.openxmlformats.org/officeDocument/2006/relationships/font" Target="fonts/HelveticaNeue-boldItalic.fntdata"/><Relationship Id="rId15" Type="http://schemas.openxmlformats.org/officeDocument/2006/relationships/slide" Target="slides/slide7.xml"/><Relationship Id="rId14" Type="http://schemas.openxmlformats.org/officeDocument/2006/relationships/slide" Target="slides/slide6.xml"/><Relationship Id="rId17" Type="http://schemas.openxmlformats.org/officeDocument/2006/relationships/slide" Target="slides/slide9.xml"/><Relationship Id="rId16" Type="http://schemas.openxmlformats.org/officeDocument/2006/relationships/slide" Target="slides/slide8.xml"/><Relationship Id="rId19" Type="http://schemas.openxmlformats.org/officeDocument/2006/relationships/slide" Target="slides/slide11.xml"/><Relationship Id="rId18" Type="http://schemas.openxmlformats.org/officeDocument/2006/relationships/slide" Target="slides/slide10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4" name="Shape 4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lvl="0">
              <a:spcBef>
                <a:spcPts val="0"/>
              </a:spcBef>
              <a:defRPr sz="1100"/>
            </a:lvl1pPr>
            <a:lvl2pPr lvl="1">
              <a:spcBef>
                <a:spcPts val="0"/>
              </a:spcBef>
              <a:defRPr sz="1100"/>
            </a:lvl2pPr>
            <a:lvl3pPr lvl="2">
              <a:spcBef>
                <a:spcPts val="0"/>
              </a:spcBef>
              <a:defRPr sz="1100"/>
            </a:lvl3pPr>
            <a:lvl4pPr lvl="3">
              <a:spcBef>
                <a:spcPts val="0"/>
              </a:spcBef>
              <a:defRPr sz="1100"/>
            </a:lvl4pPr>
            <a:lvl5pPr lvl="4">
              <a:spcBef>
                <a:spcPts val="0"/>
              </a:spcBef>
              <a:defRPr sz="1100"/>
            </a:lvl5pPr>
            <a:lvl6pPr lvl="5">
              <a:spcBef>
                <a:spcPts val="0"/>
              </a:spcBef>
              <a:defRPr sz="1100"/>
            </a:lvl6pPr>
            <a:lvl7pPr lvl="6">
              <a:spcBef>
                <a:spcPts val="0"/>
              </a:spcBef>
              <a:defRPr sz="1100"/>
            </a:lvl7pPr>
            <a:lvl8pPr lvl="7">
              <a:spcBef>
                <a:spcPts val="0"/>
              </a:spcBef>
              <a:defRPr sz="1100"/>
            </a:lvl8pPr>
            <a:lvl9pPr lvl="8">
              <a:spcBef>
                <a:spcPts val="0"/>
              </a:spcBef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Shape 243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Shape 244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Shape 249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" name="Shape 250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Shape 254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255" name="Shape 255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buSzPct val="25000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ONOS is the SDN OS platform that enables many solutions and that is the value of ONOS or any platform for that matter. </a:t>
            </a:r>
          </a:p>
          <a:p>
            <a:pPr indent="0" lvl="0" marL="0" marR="0" rtl="0" algn="l">
              <a:spcBef>
                <a:spcPts val="0"/>
              </a:spcBef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buSzPct val="25000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 are in the process of creating the following solutions with ONOS. </a:t>
            </a:r>
          </a:p>
          <a:p>
            <a:pPr indent="0" lvl="0" marL="0" marR="0" rtl="0" algn="l">
              <a:spcBef>
                <a:spcPts val="0"/>
              </a:spcBef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buSzPct val="25000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And as we build these solutions and make them more and more real, we find new requirements and opportunities to make ONOS better. </a:t>
            </a:r>
          </a:p>
          <a:p>
            <a:pPr indent="0" lvl="0" marL="0" marR="0" rtl="0" algn="l">
              <a:spcBef>
                <a:spcPts val="0"/>
              </a:spcBef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buSzPct val="25000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This has been a very powerful cycle – it has been true for other platforms in the past. </a:t>
            </a:r>
          </a:p>
          <a:p>
            <a:pPr indent="0" lvl="0" marL="0" marR="0" rtl="0" algn="l">
              <a:spcBef>
                <a:spcPts val="0"/>
              </a:spcBef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Shape 269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270" name="Shape 270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Shape 297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298" name="Shape 298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Shape 311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312" name="Shape 312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buClr>
                <a:schemeClr val="dk1"/>
              </a:buClr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Shape 360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361" name="Shape 361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Shape 366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>
            <a:noAutofit/>
          </a:bodyPr>
          <a:lstStyle/>
          <a:p>
            <a:pPr lvl="0" rtl="0"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None/>
            </a:pP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The southbound interfaces are based on OpenFlow. This enhancement includes support in creation , deleting and restoration of data paths.</a:t>
            </a:r>
          </a:p>
          <a:p>
            <a:pPr lvl="0" rtl="0"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None/>
            </a:pP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ECI has successfully demonstrated these features with ONOS over ECI Optical Equipment (Apollo and Neptune product families) , this will apply to any equipment that supports OpenFlow Optical extensions.</a:t>
            </a:r>
          </a:p>
          <a:p>
            <a:pPr lvl="0" rtl="0"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None/>
            </a:pP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ECI plans to continue and contribute to ONOS and ONF communities in the following areas:</a:t>
            </a:r>
          </a:p>
          <a:p>
            <a:pPr lvl="0" rtl="0"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None/>
            </a:pP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</a:rPr>
              <a:t>·</a:t>
            </a:r>
            <a:r>
              <a:rPr lang="en" sz="7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        </a:t>
            </a: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Enhanced Optical Modeling: adding physical limitations and restrictions including real-time network status, to enable the configuration of optical network</a:t>
            </a:r>
            <a:r>
              <a:rPr lang="en" sz="1100">
                <a:solidFill>
                  <a:srgbClr val="1F497D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s</a:t>
            </a: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 (in conjunction with ECI's work at ONF)</a:t>
            </a:r>
          </a:p>
          <a:p>
            <a:pPr lvl="0" rtl="0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None/>
            </a:pP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</a:rPr>
              <a:t>·</a:t>
            </a:r>
            <a:r>
              <a:rPr lang="en" sz="7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        </a:t>
            </a: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Enhanced programmability of the data path, with strong emphasis on OpenFlow enhancements</a:t>
            </a:r>
          </a:p>
          <a:p>
            <a:pPr lvl="0" rtl="0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None/>
            </a:pP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</a:rPr>
              <a:t>·</a:t>
            </a:r>
            <a:r>
              <a:rPr lang="en" sz="7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        </a:t>
            </a: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Enhanced the Northbound interfaces: to enable the creation of a  wide range of SDN applications that can take full advantage of all of the capabilities of the data path and of the services provided by the controller.</a:t>
            </a:r>
          </a:p>
          <a:p>
            <a:pPr lvl="0" rtl="0">
              <a:spcBef>
                <a:spcPts val="0"/>
              </a:spcBef>
              <a:buNone/>
            </a:pPr>
            <a:r>
              <a:rPr lang="en" sz="950">
                <a:solidFill>
                  <a:srgbClr val="222222"/>
                </a:solidFill>
                <a:highlight>
                  <a:srgbClr val="FFFFFF"/>
                </a:highlight>
              </a:rPr>
              <a:t>"GUI archetypes" allow a developer to quickly set up skeleton code that they can use as the basis for adding GUI functionality from their application.</a:t>
            </a:r>
          </a:p>
        </p:txBody>
      </p:sp>
      <p:sp>
        <p:nvSpPr>
          <p:cNvPr id="367" name="Shape 367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Shape 372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373" name="Shape 373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buSzPct val="25000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ONOS is the SDN OS platform that enables many solutions and that is the value of ONOS or any platform for that matter. </a:t>
            </a:r>
          </a:p>
          <a:p>
            <a:pPr indent="0" lvl="0" marL="0" marR="0" rtl="0" algn="l">
              <a:spcBef>
                <a:spcPts val="0"/>
              </a:spcBef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buSzPct val="25000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 are in the process of creating the following solutions with ONOS. </a:t>
            </a:r>
          </a:p>
          <a:p>
            <a:pPr indent="0" lvl="0" marL="0" marR="0" rtl="0" algn="l">
              <a:spcBef>
                <a:spcPts val="0"/>
              </a:spcBef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buSzPct val="25000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And as we build these solutions and make them more and more real, we find new requirements and opportunities to make ONOS better. </a:t>
            </a:r>
          </a:p>
          <a:p>
            <a:pPr indent="0" lvl="0" marL="0" marR="0" rtl="0" algn="l">
              <a:spcBef>
                <a:spcPts val="0"/>
              </a:spcBef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buSzPct val="25000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This has been a very powerful cycle – it has been true for other platforms in the past. </a:t>
            </a:r>
          </a:p>
          <a:p>
            <a:pPr indent="0" lvl="0" marL="0" marR="0" rtl="0" algn="l">
              <a:spcBef>
                <a:spcPts val="0"/>
              </a:spcBef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Shape 387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388" name="Shape 388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Shape 480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481" name="Shape 481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598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Shape 599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600" name="Shape 600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627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Shape 628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629" name="Shape 629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743" name="Shape 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" name="Shape 744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745" name="Shape 745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797" name="Shape 7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" name="Shape 798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/>
            <a:headEnd len="med" w="med" type="none"/>
            <a:tailEnd len="med" w="med" type="none"/>
          </a:ln>
        </p:spPr>
      </p:sp>
      <p:sp>
        <p:nvSpPr>
          <p:cNvPr id="799" name="Shape 799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buSzPct val="25000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Here is our community today…. </a:t>
            </a:r>
          </a:p>
          <a:p>
            <a:pPr indent="0" lvl="0" marL="0" marR="0" rtl="0" algn="l">
              <a:spcBef>
                <a:spcPts val="0"/>
              </a:spcBef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buSzPct val="25000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It includes ON.Lab, a set of leading service providers, leading vendors, and a large group of collaborating organizations, and the larger community. </a:t>
            </a:r>
          </a:p>
          <a:p>
            <a:pPr indent="0" lvl="0" marL="0" marR="0" rtl="0" algn="l">
              <a:spcBef>
                <a:spcPts val="0"/>
              </a:spcBef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buSzPct val="25000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It is really important to understand the role of all these stack holders. </a:t>
            </a:r>
          </a:p>
          <a:p>
            <a:pPr indent="0" lvl="0" marL="0" marR="0" rtl="0" algn="l">
              <a:spcBef>
                <a:spcPts val="0"/>
              </a:spcBef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buSzPct val="25000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Read each bullet </a:t>
            </a:r>
          </a:p>
          <a:p>
            <a:pPr indent="0" lvl="0" marL="0" marR="0" rtl="0" algn="l">
              <a:spcBef>
                <a:spcPts val="0"/>
              </a:spcBef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buSzPct val="25000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o </a:t>
            </a:r>
          </a:p>
          <a:p>
            <a:pPr indent="0" lvl="0" marL="0" marR="0" rtl="0" algn="l">
              <a:spcBef>
                <a:spcPts val="0"/>
              </a:spcBef>
              <a:buSzPct val="25000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o </a:t>
            </a:r>
          </a:p>
          <a:p>
            <a:pPr indent="0" lvl="0" marL="0" marR="0" rtl="0" algn="l">
              <a:spcBef>
                <a:spcPts val="0"/>
              </a:spcBef>
              <a:buSzPct val="25000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Another way to understand the ONOS partnership is that it is by the service providers and for the service providers. They play a vey important role. BTW there is high probability Verizon will also join the partnership… Hope Bell will too. </a:t>
            </a:r>
          </a:p>
          <a:p>
            <a:pPr indent="0" lvl="0" marL="0" marR="0" rtl="0" algn="l">
              <a:spcBef>
                <a:spcPts val="0"/>
              </a:spcBef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buSzPct val="25000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o </a:t>
            </a:r>
          </a:p>
          <a:p>
            <a:pPr indent="0" lvl="0" marL="0" marR="0" rtl="0" algn="l">
              <a:spcBef>
                <a:spcPts val="0"/>
              </a:spcBef>
              <a:buSzPct val="25000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o </a:t>
            </a:r>
          </a:p>
        </p:txBody>
      </p:sp>
      <p:sp>
        <p:nvSpPr>
          <p:cNvPr id="800" name="Shape 800"/>
          <p:cNvSpPr txBox="1"/>
          <p:nvPr>
            <p:ph idx="12" type="sldNum"/>
          </p:nvPr>
        </p:nvSpPr>
        <p:spPr>
          <a:xfrm>
            <a:off x="3884612" y="8685213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rIns="91425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buSzPct val="25000"/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832" name="Shape 8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3" name="Shape 833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/>
            <a:headEnd len="med" w="med" type="none"/>
            <a:tailEnd len="med" w="med" type="none"/>
          </a:ln>
        </p:spPr>
      </p:sp>
      <p:sp>
        <p:nvSpPr>
          <p:cNvPr id="834" name="Shape 834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buSzPct val="25000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Here is our community today…. </a:t>
            </a:r>
          </a:p>
          <a:p>
            <a:pPr indent="0" lvl="0" marL="0" marR="0" rtl="0" algn="l">
              <a:spcBef>
                <a:spcPts val="0"/>
              </a:spcBef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buSzPct val="25000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It includes ON.Lab, a set of leading service providers, leading vendors, and a large group of collaborating organizations, and the larger community. </a:t>
            </a:r>
          </a:p>
          <a:p>
            <a:pPr indent="0" lvl="0" marL="0" marR="0" rtl="0" algn="l">
              <a:spcBef>
                <a:spcPts val="0"/>
              </a:spcBef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buSzPct val="25000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It is really important to understand the role of all these stack holders. </a:t>
            </a:r>
          </a:p>
          <a:p>
            <a:pPr indent="0" lvl="0" marL="0" marR="0" rtl="0" algn="l">
              <a:spcBef>
                <a:spcPts val="0"/>
              </a:spcBef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buSzPct val="25000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Read each bullet </a:t>
            </a:r>
          </a:p>
          <a:p>
            <a:pPr indent="0" lvl="0" marL="0" marR="0" rtl="0" algn="l">
              <a:spcBef>
                <a:spcPts val="0"/>
              </a:spcBef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buSzPct val="25000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o </a:t>
            </a:r>
          </a:p>
          <a:p>
            <a:pPr indent="0" lvl="0" marL="0" marR="0" rtl="0" algn="l">
              <a:spcBef>
                <a:spcPts val="0"/>
              </a:spcBef>
              <a:buSzPct val="25000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o </a:t>
            </a:r>
          </a:p>
          <a:p>
            <a:pPr indent="0" lvl="0" marL="0" marR="0" rtl="0" algn="l">
              <a:spcBef>
                <a:spcPts val="0"/>
              </a:spcBef>
              <a:buSzPct val="25000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Another way to understand the ONOS partnership is that it is by the service providers and for the service providers. They play a vey important role. BTW there is high probability Verizon will also join the partnership… Hope Bell will too. </a:t>
            </a:r>
          </a:p>
          <a:p>
            <a:pPr indent="0" lvl="0" marL="0" marR="0" rtl="0" algn="l">
              <a:spcBef>
                <a:spcPts val="0"/>
              </a:spcBef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buSzPct val="25000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o </a:t>
            </a:r>
          </a:p>
          <a:p>
            <a:pPr indent="0" lvl="0" marL="0" marR="0" rtl="0" algn="l">
              <a:spcBef>
                <a:spcPts val="0"/>
              </a:spcBef>
              <a:buSzPct val="25000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o </a:t>
            </a:r>
          </a:p>
        </p:txBody>
      </p:sp>
      <p:sp>
        <p:nvSpPr>
          <p:cNvPr id="835" name="Shape 835"/>
          <p:cNvSpPr txBox="1"/>
          <p:nvPr>
            <p:ph idx="12" type="sldNum"/>
          </p:nvPr>
        </p:nvSpPr>
        <p:spPr>
          <a:xfrm>
            <a:off x="3884612" y="8685213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rIns="91425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buSzPct val="25000"/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881" name="Shape 8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2" name="Shape 882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3" name="Shape 883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887" name="Shape 8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8" name="Shape 888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9" name="Shape 889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892" name="Shape 8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3" name="Shape 893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4" name="Shape 894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898" name="Shape 8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9" name="Shape 899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0" name="Shape 900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Optical Transport Protocol Extensions support ODU Multiplexing and ODU Cross-Connect services 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904" name="Shape 9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5" name="Shape 905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6" name="Shape 906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Optical Transport Protocol Extensions support ODU Multiplexing and ODU Cross-Connect services 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910" name="Shape 9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" name="Shape 911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2" name="Shape 912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 rtl="0" algn="just"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None/>
            </a:pPr>
            <a:r>
              <a:rPr lang="en"/>
              <a:t>archetypes for views (custom, tabular, topology, overlay) as well as a new overlay for Badged nodes. Both make it much easier to customize the user's view of the network.</a:t>
            </a:r>
          </a:p>
          <a:p>
            <a:pPr lvl="0" rt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04.jpg"/><Relationship Id="rId3" Type="http://schemas.openxmlformats.org/officeDocument/2006/relationships/image" Target="../media/image0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0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0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02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02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02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04.jpg"/><Relationship Id="rId3" Type="http://schemas.openxmlformats.org/officeDocument/2006/relationships/image" Target="../media/image01.png"/><Relationship Id="rId4" Type="http://schemas.openxmlformats.org/officeDocument/2006/relationships/image" Target="../media/image00.png"/><Relationship Id="rId5" Type="http://schemas.openxmlformats.org/officeDocument/2006/relationships/image" Target="../media/image03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06.jpg"/><Relationship Id="rId3" Type="http://schemas.openxmlformats.org/officeDocument/2006/relationships/image" Target="../media/image09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09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09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06.jpg"/><Relationship Id="rId3" Type="http://schemas.openxmlformats.org/officeDocument/2006/relationships/image" Target="../media/image07.png"/><Relationship Id="rId4" Type="http://schemas.openxmlformats.org/officeDocument/2006/relationships/image" Target="../media/image05.png"/><Relationship Id="rId5" Type="http://schemas.openxmlformats.org/officeDocument/2006/relationships/image" Target="../media/image08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09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1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2.jpg"/><Relationship Id="rId3" Type="http://schemas.openxmlformats.org/officeDocument/2006/relationships/image" Target="../media/image13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3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3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3.pn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3.pn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2.jpg"/><Relationship Id="rId3" Type="http://schemas.openxmlformats.org/officeDocument/2006/relationships/image" Target="../media/image15.png"/><Relationship Id="rId4" Type="http://schemas.openxmlformats.org/officeDocument/2006/relationships/image" Target="../media/image14.png"/><Relationship Id="rId5" Type="http://schemas.openxmlformats.org/officeDocument/2006/relationships/image" Target="../media/image16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type="title">
  <p:cSld name="Title slid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Shape 10"/>
          <p:cNvPicPr preferRelativeResize="0"/>
          <p:nvPr/>
        </p:nvPicPr>
        <p:blipFill rotWithShape="1">
          <a:blip r:embed="rId2">
            <a:alphaModFix/>
          </a:blip>
          <a:srcRect b="43638" l="0" r="0" t="15840"/>
          <a:stretch/>
        </p:blipFill>
        <p:spPr>
          <a:xfrm>
            <a:off x="-12450" y="0"/>
            <a:ext cx="9168902" cy="2476502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Shape 11"/>
          <p:cNvSpPr txBox="1"/>
          <p:nvPr>
            <p:ph type="ctrTitle"/>
          </p:nvPr>
        </p:nvSpPr>
        <p:spPr>
          <a:xfrm>
            <a:off x="-24900" y="1800900"/>
            <a:ext cx="9181200" cy="1265999"/>
          </a:xfrm>
          <a:prstGeom prst="rect">
            <a:avLst/>
          </a:prstGeom>
          <a:solidFill>
            <a:srgbClr val="980000"/>
          </a:solidFill>
        </p:spPr>
        <p:txBody>
          <a:bodyPr anchorCtr="0" anchor="ctr" bIns="91425" lIns="91425" rIns="91425" tIns="91425"/>
          <a:lstStyle>
            <a:lvl1pPr lvl="0" algn="ctr">
              <a:spcBef>
                <a:spcPts val="0"/>
              </a:spcBef>
              <a:buClr>
                <a:srgbClr val="FFFFFF"/>
              </a:buClr>
              <a:buSzPct val="100000"/>
              <a:defRPr b="0" sz="3200">
                <a:solidFill>
                  <a:srgbClr val="FFFFFF"/>
                </a:solidFill>
              </a:defRPr>
            </a:lvl1pPr>
            <a:lvl2pPr lvl="1" algn="ctr">
              <a:spcBef>
                <a:spcPts val="0"/>
              </a:spcBef>
              <a:buSzPct val="100000"/>
              <a:defRPr sz="4800"/>
            </a:lvl2pPr>
            <a:lvl3pPr lvl="2" algn="ctr">
              <a:spcBef>
                <a:spcPts val="0"/>
              </a:spcBef>
              <a:buSzPct val="100000"/>
              <a:defRPr sz="4800"/>
            </a:lvl3pPr>
            <a:lvl4pPr lvl="3" algn="ctr">
              <a:spcBef>
                <a:spcPts val="0"/>
              </a:spcBef>
              <a:buSzPct val="100000"/>
              <a:defRPr sz="4800"/>
            </a:lvl4pPr>
            <a:lvl5pPr lvl="4" algn="ctr">
              <a:spcBef>
                <a:spcPts val="0"/>
              </a:spcBef>
              <a:buSzPct val="100000"/>
              <a:defRPr sz="4800"/>
            </a:lvl5pPr>
            <a:lvl6pPr lvl="5" algn="ctr">
              <a:spcBef>
                <a:spcPts val="0"/>
              </a:spcBef>
              <a:buSzPct val="100000"/>
              <a:defRPr sz="4800"/>
            </a:lvl6pPr>
            <a:lvl7pPr lvl="6" algn="ctr">
              <a:spcBef>
                <a:spcPts val="0"/>
              </a:spcBef>
              <a:buSzPct val="100000"/>
              <a:defRPr sz="4800"/>
            </a:lvl7pPr>
            <a:lvl8pPr lvl="7" algn="ctr">
              <a:spcBef>
                <a:spcPts val="0"/>
              </a:spcBef>
              <a:buSzPct val="100000"/>
              <a:defRPr sz="4800"/>
            </a:lvl8pPr>
            <a:lvl9pPr lvl="8" algn="ctr">
              <a:spcBef>
                <a:spcPts val="0"/>
              </a:spcBef>
              <a:buSzPct val="100000"/>
              <a:defRPr sz="4800"/>
            </a:lvl9pPr>
          </a:lstStyle>
          <a:p/>
        </p:txBody>
      </p:sp>
      <p:sp>
        <p:nvSpPr>
          <p:cNvPr id="12" name="Shape 12"/>
          <p:cNvSpPr txBox="1"/>
          <p:nvPr>
            <p:ph idx="1" type="subTitle"/>
          </p:nvPr>
        </p:nvSpPr>
        <p:spPr>
          <a:xfrm>
            <a:off x="723900" y="3174725"/>
            <a:ext cx="7696199" cy="932099"/>
          </a:xfrm>
          <a:prstGeom prst="rect">
            <a:avLst/>
          </a:prstGeom>
        </p:spPr>
        <p:txBody>
          <a:bodyPr anchorCtr="0" anchor="t" bIns="91425" lIns="91425" rIns="91425" tIns="91425"/>
          <a:lstStyle>
            <a:lvl1pPr lvl="0" algn="ctr">
              <a:spcBef>
                <a:spcPts val="0"/>
              </a:spcBef>
              <a:buClr>
                <a:schemeClr val="dk2"/>
              </a:buClr>
              <a:buSzPct val="100000"/>
              <a:buNone/>
              <a:defRPr sz="18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buClr>
                <a:schemeClr val="dk2"/>
              </a:buClr>
              <a:buSzPct val="100000"/>
              <a:buNone/>
              <a:defRPr sz="18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buClr>
                <a:schemeClr val="dk2"/>
              </a:buClr>
              <a:buSzPct val="100000"/>
              <a:buNone/>
              <a:defRPr sz="18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buClr>
                <a:schemeClr val="dk2"/>
              </a:buClr>
              <a:buSzPct val="100000"/>
              <a:buNone/>
              <a:defRPr sz="18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buClr>
                <a:schemeClr val="dk2"/>
              </a:buClr>
              <a:buSzPct val="100000"/>
              <a:buNone/>
              <a:defRPr sz="18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buClr>
                <a:schemeClr val="dk2"/>
              </a:buClr>
              <a:buNone/>
              <a:defRPr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buClr>
                <a:schemeClr val="dk2"/>
              </a:buClr>
              <a:buNone/>
              <a:defRPr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buClr>
                <a:schemeClr val="dk2"/>
              </a:buClr>
              <a:buNone/>
              <a:defRPr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buClr>
                <a:schemeClr val="dk2"/>
              </a:buClr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pic>
        <p:nvPicPr>
          <p:cNvPr id="13" name="Shape 13"/>
          <p:cNvPicPr preferRelativeResize="0"/>
          <p:nvPr/>
        </p:nvPicPr>
        <p:blipFill>
          <a:blip r:embed="rId3">
            <a:alphaModFix amt="96000"/>
          </a:blip>
          <a:stretch>
            <a:fillRect/>
          </a:stretch>
        </p:blipFill>
        <p:spPr>
          <a:xfrm>
            <a:off x="7369200" y="3563068"/>
            <a:ext cx="1491550" cy="1381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type="tx">
  <p:cSld name="Title and body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hape 15"/>
          <p:cNvSpPr txBox="1"/>
          <p:nvPr>
            <p:ph type="title"/>
          </p:nvPr>
        </p:nvSpPr>
        <p:spPr>
          <a:xfrm>
            <a:off x="377775" y="3"/>
            <a:ext cx="8229600" cy="857400"/>
          </a:xfrm>
          <a:prstGeom prst="rect">
            <a:avLst/>
          </a:prstGeom>
        </p:spPr>
        <p:txBody>
          <a:bodyPr anchorCtr="0" anchor="b" bIns="91425" lIns="91425" rIns="91425" tIns="91425"/>
          <a:lstStyle>
            <a:lvl1pPr lvl="0">
              <a:spcBef>
                <a:spcPts val="0"/>
              </a:spcBef>
              <a:defRPr/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defRPr/>
            </a:lvl4pPr>
            <a:lvl5pPr lvl="4">
              <a:spcBef>
                <a:spcPts val="0"/>
              </a:spcBef>
              <a:defRPr/>
            </a:lvl5pPr>
            <a:lvl6pPr lvl="5">
              <a:spcBef>
                <a:spcPts val="0"/>
              </a:spcBef>
              <a:defRPr/>
            </a:lvl6pPr>
            <a:lvl7pPr lvl="6">
              <a:spcBef>
                <a:spcPts val="0"/>
              </a:spcBef>
              <a:defRPr/>
            </a:lvl7pPr>
            <a:lvl8pPr lvl="7">
              <a:spcBef>
                <a:spcPts val="0"/>
              </a:spcBef>
              <a:defRPr/>
            </a:lvl8pPr>
            <a:lvl9pPr lvl="8">
              <a:spcBef>
                <a:spcPts val="0"/>
              </a:spcBef>
              <a:defRPr/>
            </a:lvl9pPr>
          </a:lstStyle>
          <a:p/>
        </p:txBody>
      </p:sp>
      <p:sp>
        <p:nvSpPr>
          <p:cNvPr id="16" name="Shape 16"/>
          <p:cNvSpPr txBox="1"/>
          <p:nvPr>
            <p:ph idx="12" type="sldNum"/>
          </p:nvPr>
        </p:nvSpPr>
        <p:spPr>
          <a:xfrm>
            <a:off x="8556791" y="4749850"/>
            <a:ext cx="548699" cy="393600"/>
          </a:xfrm>
          <a:prstGeom prst="rect">
            <a:avLst/>
          </a:prstGeom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en"/>
              <a:t>‹#›</a:t>
            </a:fld>
          </a:p>
        </p:txBody>
      </p:sp>
      <p:pic>
        <p:nvPicPr>
          <p:cNvPr id="17" name="Shape 17"/>
          <p:cNvPicPr preferRelativeResize="0"/>
          <p:nvPr/>
        </p:nvPicPr>
        <p:blipFill>
          <a:blip r:embed="rId2">
            <a:alphaModFix amt="96000"/>
          </a:blip>
          <a:stretch>
            <a:fillRect/>
          </a:stretch>
        </p:blipFill>
        <p:spPr>
          <a:xfrm>
            <a:off x="8344100" y="131246"/>
            <a:ext cx="623100" cy="577293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Shape 18"/>
          <p:cNvSpPr txBox="1"/>
          <p:nvPr>
            <p:ph idx="1" type="body"/>
          </p:nvPr>
        </p:nvSpPr>
        <p:spPr>
          <a:xfrm>
            <a:off x="457200" y="751498"/>
            <a:ext cx="8229600" cy="3989400"/>
          </a:xfrm>
          <a:prstGeom prst="rect">
            <a:avLst/>
          </a:prstGeom>
        </p:spPr>
        <p:txBody>
          <a:bodyPr anchorCtr="0" anchor="t" bIns="91425" lIns="91425" rIns="91425" tIns="91425"/>
          <a:lstStyle>
            <a:lvl1pPr lvl="0">
              <a:spcBef>
                <a:spcPts val="0"/>
              </a:spcBef>
              <a:buSzPct val="100000"/>
              <a:defRPr sz="2400"/>
            </a:lvl1pPr>
            <a:lvl2pPr lvl="1">
              <a:spcBef>
                <a:spcPts val="0"/>
              </a:spcBef>
              <a:buSzPct val="100000"/>
              <a:defRPr sz="1800"/>
            </a:lvl2pPr>
            <a:lvl3pPr lvl="2">
              <a:spcBef>
                <a:spcPts val="0"/>
              </a:spcBef>
              <a:buSzPct val="100000"/>
              <a:defRPr sz="1400"/>
            </a:lvl3pPr>
            <a:lvl4pPr lvl="3">
              <a:spcBef>
                <a:spcPts val="0"/>
              </a:spcBef>
              <a:buSzPct val="100000"/>
              <a:defRPr sz="1200"/>
            </a:lvl4pPr>
            <a:lvl5pPr lvl="4">
              <a:spcBef>
                <a:spcPts val="0"/>
              </a:spcBef>
              <a:defRPr/>
            </a:lvl5pPr>
            <a:lvl6pPr lvl="5">
              <a:spcBef>
                <a:spcPts val="0"/>
              </a:spcBef>
              <a:defRPr/>
            </a:lvl6pPr>
            <a:lvl7pPr lvl="6">
              <a:spcBef>
                <a:spcPts val="0"/>
              </a:spcBef>
              <a:defRPr/>
            </a:lvl7pPr>
            <a:lvl8pPr lvl="7">
              <a:spcBef>
                <a:spcPts val="0"/>
              </a:spcBef>
              <a:defRPr/>
            </a:lvl8pPr>
            <a:lvl9pPr lvl="8">
              <a:spcBef>
                <a:spcPts val="0"/>
              </a:spcBef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type="twoColTx">
  <p:cSld name="Title and two columns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20"/>
          <p:cNvSpPr txBox="1"/>
          <p:nvPr>
            <p:ph type="title"/>
          </p:nvPr>
        </p:nvSpPr>
        <p:spPr>
          <a:xfrm>
            <a:off x="377775" y="3"/>
            <a:ext cx="8229600" cy="857400"/>
          </a:xfrm>
          <a:prstGeom prst="rect">
            <a:avLst/>
          </a:prstGeom>
        </p:spPr>
        <p:txBody>
          <a:bodyPr anchorCtr="0" anchor="b" bIns="91425" lIns="91425" rIns="91425" tIns="91425"/>
          <a:lstStyle>
            <a:lvl1pPr lvl="0">
              <a:spcBef>
                <a:spcPts val="0"/>
              </a:spcBef>
              <a:defRPr/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defRPr/>
            </a:lvl4pPr>
            <a:lvl5pPr lvl="4">
              <a:spcBef>
                <a:spcPts val="0"/>
              </a:spcBef>
              <a:defRPr/>
            </a:lvl5pPr>
            <a:lvl6pPr lvl="5">
              <a:spcBef>
                <a:spcPts val="0"/>
              </a:spcBef>
              <a:defRPr/>
            </a:lvl6pPr>
            <a:lvl7pPr lvl="6">
              <a:spcBef>
                <a:spcPts val="0"/>
              </a:spcBef>
              <a:defRPr/>
            </a:lvl7pPr>
            <a:lvl8pPr lvl="7">
              <a:spcBef>
                <a:spcPts val="0"/>
              </a:spcBef>
              <a:defRPr/>
            </a:lvl8pPr>
            <a:lvl9pPr lvl="8">
              <a:spcBef>
                <a:spcPts val="0"/>
              </a:spcBef>
              <a:defRPr/>
            </a:lvl9pPr>
          </a:lstStyle>
          <a:p/>
        </p:txBody>
      </p:sp>
      <p:sp>
        <p:nvSpPr>
          <p:cNvPr id="21" name="Shape 21"/>
          <p:cNvSpPr txBox="1"/>
          <p:nvPr>
            <p:ph idx="1" type="body"/>
          </p:nvPr>
        </p:nvSpPr>
        <p:spPr>
          <a:xfrm>
            <a:off x="457200" y="758825"/>
            <a:ext cx="3994500" cy="3725699"/>
          </a:xfrm>
          <a:prstGeom prst="rect">
            <a:avLst/>
          </a:prstGeom>
        </p:spPr>
        <p:txBody>
          <a:bodyPr anchorCtr="0" anchor="t" bIns="91425" lIns="91425" rIns="91425" tIns="91425"/>
          <a:lstStyle>
            <a:lvl1pPr lvl="0">
              <a:spcBef>
                <a:spcPts val="0"/>
              </a:spcBef>
              <a:defRPr/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defRPr/>
            </a:lvl4pPr>
            <a:lvl5pPr lvl="4">
              <a:spcBef>
                <a:spcPts val="0"/>
              </a:spcBef>
              <a:defRPr/>
            </a:lvl5pPr>
            <a:lvl6pPr lvl="5">
              <a:spcBef>
                <a:spcPts val="0"/>
              </a:spcBef>
              <a:defRPr/>
            </a:lvl6pPr>
            <a:lvl7pPr lvl="6">
              <a:spcBef>
                <a:spcPts val="0"/>
              </a:spcBef>
              <a:defRPr/>
            </a:lvl7pPr>
            <a:lvl8pPr lvl="7">
              <a:spcBef>
                <a:spcPts val="0"/>
              </a:spcBef>
              <a:defRPr/>
            </a:lvl8pPr>
            <a:lvl9pPr lvl="8">
              <a:spcBef>
                <a:spcPts val="0"/>
              </a:spcBef>
              <a:defRPr/>
            </a:lvl9pPr>
          </a:lstStyle>
          <a:p/>
        </p:txBody>
      </p:sp>
      <p:sp>
        <p:nvSpPr>
          <p:cNvPr id="22" name="Shape 22"/>
          <p:cNvSpPr txBox="1"/>
          <p:nvPr>
            <p:ph idx="2" type="body"/>
          </p:nvPr>
        </p:nvSpPr>
        <p:spPr>
          <a:xfrm>
            <a:off x="4692273" y="758825"/>
            <a:ext cx="3994500" cy="3725699"/>
          </a:xfrm>
          <a:prstGeom prst="rect">
            <a:avLst/>
          </a:prstGeom>
        </p:spPr>
        <p:txBody>
          <a:bodyPr anchorCtr="0" anchor="t" bIns="91425" lIns="91425" rIns="91425" tIns="91425"/>
          <a:lstStyle>
            <a:lvl1pPr lvl="0">
              <a:spcBef>
                <a:spcPts val="0"/>
              </a:spcBef>
              <a:defRPr/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defRPr/>
            </a:lvl4pPr>
            <a:lvl5pPr lvl="4">
              <a:spcBef>
                <a:spcPts val="0"/>
              </a:spcBef>
              <a:defRPr/>
            </a:lvl5pPr>
            <a:lvl6pPr lvl="5">
              <a:spcBef>
                <a:spcPts val="0"/>
              </a:spcBef>
              <a:defRPr/>
            </a:lvl6pPr>
            <a:lvl7pPr lvl="6">
              <a:spcBef>
                <a:spcPts val="0"/>
              </a:spcBef>
              <a:defRPr/>
            </a:lvl7pPr>
            <a:lvl8pPr lvl="7">
              <a:spcBef>
                <a:spcPts val="0"/>
              </a:spcBef>
              <a:defRPr/>
            </a:lvl8pPr>
            <a:lvl9pPr lvl="8">
              <a:spcBef>
                <a:spcPts val="0"/>
              </a:spcBef>
              <a:defRPr/>
            </a:lvl9pPr>
          </a:lstStyle>
          <a:p/>
        </p:txBody>
      </p:sp>
      <p:sp>
        <p:nvSpPr>
          <p:cNvPr id="23" name="Shape 23"/>
          <p:cNvSpPr txBox="1"/>
          <p:nvPr>
            <p:ph idx="12" type="sldNum"/>
          </p:nvPr>
        </p:nvSpPr>
        <p:spPr>
          <a:xfrm>
            <a:off x="8556791" y="4749850"/>
            <a:ext cx="548699" cy="393600"/>
          </a:xfrm>
          <a:prstGeom prst="rect">
            <a:avLst/>
          </a:prstGeom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en"/>
              <a:t>‹#›</a:t>
            </a:fld>
          </a:p>
        </p:txBody>
      </p:sp>
      <p:pic>
        <p:nvPicPr>
          <p:cNvPr id="24" name="Shape 24"/>
          <p:cNvPicPr preferRelativeResize="0"/>
          <p:nvPr/>
        </p:nvPicPr>
        <p:blipFill>
          <a:blip r:embed="rId2">
            <a:alphaModFix amt="96000"/>
          </a:blip>
          <a:stretch>
            <a:fillRect/>
          </a:stretch>
        </p:blipFill>
        <p:spPr>
          <a:xfrm>
            <a:off x="8344100" y="131246"/>
            <a:ext cx="623100" cy="5772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type="titleOnly">
  <p:cSld name="Title 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hape 26"/>
          <p:cNvSpPr txBox="1"/>
          <p:nvPr>
            <p:ph type="title"/>
          </p:nvPr>
        </p:nvSpPr>
        <p:spPr>
          <a:xfrm>
            <a:off x="377775" y="3"/>
            <a:ext cx="8229600" cy="857400"/>
          </a:xfrm>
          <a:prstGeom prst="rect">
            <a:avLst/>
          </a:prstGeom>
        </p:spPr>
        <p:txBody>
          <a:bodyPr anchorCtr="0" anchor="b" bIns="91425" lIns="91425" rIns="91425" tIns="91425"/>
          <a:lstStyle>
            <a:lvl1pPr lvl="0">
              <a:spcBef>
                <a:spcPts val="0"/>
              </a:spcBef>
              <a:defRPr/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defRPr/>
            </a:lvl4pPr>
            <a:lvl5pPr lvl="4">
              <a:spcBef>
                <a:spcPts val="0"/>
              </a:spcBef>
              <a:defRPr/>
            </a:lvl5pPr>
            <a:lvl6pPr lvl="5">
              <a:spcBef>
                <a:spcPts val="0"/>
              </a:spcBef>
              <a:defRPr/>
            </a:lvl6pPr>
            <a:lvl7pPr lvl="6">
              <a:spcBef>
                <a:spcPts val="0"/>
              </a:spcBef>
              <a:defRPr/>
            </a:lvl7pPr>
            <a:lvl8pPr lvl="7">
              <a:spcBef>
                <a:spcPts val="0"/>
              </a:spcBef>
              <a:defRPr/>
            </a:lvl8pPr>
            <a:lvl9pPr lvl="8">
              <a:spcBef>
                <a:spcPts val="0"/>
              </a:spcBef>
              <a:defRPr/>
            </a:lvl9pPr>
          </a:lstStyle>
          <a:p/>
        </p:txBody>
      </p:sp>
      <p:sp>
        <p:nvSpPr>
          <p:cNvPr id="27" name="Shape 27"/>
          <p:cNvSpPr txBox="1"/>
          <p:nvPr>
            <p:ph idx="12" type="sldNum"/>
          </p:nvPr>
        </p:nvSpPr>
        <p:spPr>
          <a:xfrm>
            <a:off x="8556791" y="4749850"/>
            <a:ext cx="548699" cy="393600"/>
          </a:xfrm>
          <a:prstGeom prst="rect">
            <a:avLst/>
          </a:prstGeom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en"/>
              <a:t>‹#›</a:t>
            </a:fld>
          </a:p>
        </p:txBody>
      </p:sp>
      <p:pic>
        <p:nvPicPr>
          <p:cNvPr id="28" name="Shape 28"/>
          <p:cNvPicPr preferRelativeResize="0"/>
          <p:nvPr/>
        </p:nvPicPr>
        <p:blipFill>
          <a:blip r:embed="rId2">
            <a:alphaModFix amt="96000"/>
          </a:blip>
          <a:stretch>
            <a:fillRect/>
          </a:stretch>
        </p:blipFill>
        <p:spPr>
          <a:xfrm>
            <a:off x="8344100" y="131246"/>
            <a:ext cx="623100" cy="5772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 name="Caption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30"/>
          <p:cNvSpPr txBox="1"/>
          <p:nvPr>
            <p:ph idx="1" type="body"/>
          </p:nvPr>
        </p:nvSpPr>
        <p:spPr>
          <a:xfrm>
            <a:off x="457200" y="4406309"/>
            <a:ext cx="8229600" cy="519599"/>
          </a:xfrm>
          <a:prstGeom prst="rect">
            <a:avLst/>
          </a:prstGeom>
        </p:spPr>
        <p:txBody>
          <a:bodyPr anchorCtr="0" anchor="t" bIns="91425" lIns="91425" rIns="91425" tIns="91425"/>
          <a:lstStyle>
            <a:lvl1pPr lvl="0" algn="ctr">
              <a:spcBef>
                <a:spcPts val="360"/>
              </a:spcBef>
              <a:buSzPct val="100000"/>
              <a:buNone/>
              <a:defRPr sz="1800"/>
            </a:lvl1pPr>
          </a:lstStyle>
          <a:p/>
        </p:txBody>
      </p:sp>
      <p:sp>
        <p:nvSpPr>
          <p:cNvPr id="31" name="Shape 31"/>
          <p:cNvSpPr txBox="1"/>
          <p:nvPr>
            <p:ph idx="12" type="sldNum"/>
          </p:nvPr>
        </p:nvSpPr>
        <p:spPr>
          <a:xfrm>
            <a:off x="8556791" y="4749850"/>
            <a:ext cx="548699" cy="393600"/>
          </a:xfrm>
          <a:prstGeom prst="rect">
            <a:avLst/>
          </a:prstGeom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en"/>
              <a:t>‹#›</a:t>
            </a:fld>
          </a:p>
        </p:txBody>
      </p:sp>
      <p:pic>
        <p:nvPicPr>
          <p:cNvPr id="32" name="Shape 32"/>
          <p:cNvPicPr preferRelativeResize="0"/>
          <p:nvPr/>
        </p:nvPicPr>
        <p:blipFill>
          <a:blip r:embed="rId2">
            <a:alphaModFix amt="96000"/>
          </a:blip>
          <a:stretch>
            <a:fillRect/>
          </a:stretch>
        </p:blipFill>
        <p:spPr>
          <a:xfrm>
            <a:off x="8344100" y="131246"/>
            <a:ext cx="623100" cy="5772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type="blank">
  <p:cSld name="Blank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Shape 34"/>
          <p:cNvSpPr txBox="1"/>
          <p:nvPr>
            <p:ph idx="12" type="sldNum"/>
          </p:nvPr>
        </p:nvSpPr>
        <p:spPr>
          <a:xfrm>
            <a:off x="8556791" y="4749850"/>
            <a:ext cx="548699" cy="393600"/>
          </a:xfrm>
          <a:prstGeom prst="rect">
            <a:avLst/>
          </a:prstGeom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en"/>
              <a:t>‹#›</a:t>
            </a:fld>
          </a:p>
        </p:txBody>
      </p:sp>
      <p:pic>
        <p:nvPicPr>
          <p:cNvPr id="35" name="Shape 35"/>
          <p:cNvPicPr preferRelativeResize="0"/>
          <p:nvPr/>
        </p:nvPicPr>
        <p:blipFill>
          <a:blip r:embed="rId2">
            <a:alphaModFix amt="96000"/>
          </a:blip>
          <a:stretch>
            <a:fillRect/>
          </a:stretch>
        </p:blipFill>
        <p:spPr>
          <a:xfrm>
            <a:off x="8344100" y="131246"/>
            <a:ext cx="623100" cy="5772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 name="End Slide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Shape 37"/>
          <p:cNvPicPr preferRelativeResize="0"/>
          <p:nvPr/>
        </p:nvPicPr>
        <p:blipFill rotWithShape="1">
          <a:blip r:embed="rId2">
            <a:alphaModFix/>
          </a:blip>
          <a:srcRect b="33734" l="0" r="0" t="29701"/>
          <a:stretch/>
        </p:blipFill>
        <p:spPr>
          <a:xfrm>
            <a:off x="-12450" y="0"/>
            <a:ext cx="9168899" cy="1990800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Shape 38"/>
          <p:cNvSpPr txBox="1"/>
          <p:nvPr/>
        </p:nvSpPr>
        <p:spPr>
          <a:xfrm>
            <a:off x="696256" y="563224"/>
            <a:ext cx="7831199" cy="646199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SzPct val="25000"/>
              <a:buNone/>
            </a:pPr>
            <a:r>
              <a:rPr b="1" i="0" lang="en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Learn more about ONOS and join the community at</a:t>
            </a:r>
          </a:p>
          <a:p>
            <a:pPr indent="0" lvl="0" marL="0" marR="0" rtl="0" algn="ctr">
              <a:spcBef>
                <a:spcPts val="0"/>
              </a:spcBef>
              <a:buSzPct val="25000"/>
              <a:buNone/>
            </a:pPr>
            <a:r>
              <a:rPr b="1" i="0" lang="en" sz="1800" u="none" cap="none" strike="noStrike">
                <a:solidFill>
                  <a:srgbClr val="BA071F"/>
                </a:solidFill>
                <a:latin typeface="Calibri"/>
                <a:ea typeface="Calibri"/>
                <a:cs typeface="Calibri"/>
                <a:sym typeface="Calibri"/>
              </a:rPr>
              <a:t>onosproject.org</a:t>
            </a:r>
          </a:p>
        </p:txBody>
      </p:sp>
      <p:pic>
        <p:nvPicPr>
          <p:cNvPr id="39" name="Shape 39"/>
          <p:cNvPicPr preferRelativeResize="0"/>
          <p:nvPr/>
        </p:nvPicPr>
        <p:blipFill rotWithShape="1">
          <a:blip r:embed="rId3">
            <a:alphaModFix/>
          </a:blip>
          <a:srcRect b="30191" l="0" r="0" t="0"/>
          <a:stretch/>
        </p:blipFill>
        <p:spPr>
          <a:xfrm rot="-625452">
            <a:off x="6365907" y="298701"/>
            <a:ext cx="2949684" cy="1589847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Shape 40"/>
          <p:cNvSpPr/>
          <p:nvPr/>
        </p:nvSpPr>
        <p:spPr>
          <a:xfrm>
            <a:off x="497050" y="2074848"/>
            <a:ext cx="8229600" cy="1763699"/>
          </a:xfrm>
          <a:prstGeom prst="rect">
            <a:avLst/>
          </a:prstGeom>
          <a:noFill/>
          <a:ln cap="flat" cmpd="sng" w="9525">
            <a:solidFill>
              <a:srgbClr val="C00202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just">
              <a:spcBef>
                <a:spcPts val="0"/>
              </a:spcBef>
              <a:buSzPct val="25000"/>
              <a:buNone/>
            </a:pPr>
            <a:r>
              <a:rPr b="0" i="0" lang="en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“Software-defined networking can radically reshape the wide area network. The introduction of </a:t>
            </a:r>
            <a:r>
              <a:rPr b="1" i="0" lang="en" sz="1600" u="none" cap="none" strike="noStrike">
                <a:solidFill>
                  <a:srgbClr val="C00202"/>
                </a:solidFill>
                <a:latin typeface="Calibri"/>
                <a:ea typeface="Calibri"/>
                <a:cs typeface="Calibri"/>
                <a:sym typeface="Calibri"/>
              </a:rPr>
              <a:t>ONOS</a:t>
            </a:r>
            <a:r>
              <a:rPr b="0" i="0" lang="en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provides another open source SDN option designed for service provider networks with the potential to deliver the performance, scale, availability and core features that we value”</a:t>
            </a:r>
          </a:p>
          <a:p>
            <a:pPr indent="0" lvl="0" marL="0" marR="0" rtl="0" algn="just">
              <a:spcBef>
                <a:spcPts val="0"/>
              </a:spcBef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buSzPct val="25000"/>
              <a:buNone/>
            </a:pPr>
            <a:r>
              <a:rPr b="1" i="0" lang="en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John Donovan</a:t>
            </a:r>
          </a:p>
          <a:p>
            <a:pPr indent="0" lvl="0" marL="0" marR="0" rtl="0" algn="ctr">
              <a:spcBef>
                <a:spcPts val="0"/>
              </a:spcBef>
              <a:buSzPct val="25000"/>
              <a:buNone/>
            </a:pPr>
            <a:r>
              <a:rPr b="0" i="0" lang="en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Senior Executive Vice President</a:t>
            </a:r>
          </a:p>
          <a:p>
            <a:pPr indent="0" lvl="0" marL="0" marR="0" rtl="0" algn="ctr">
              <a:spcBef>
                <a:spcPts val="0"/>
              </a:spcBef>
              <a:buSzPct val="25000"/>
              <a:buNone/>
            </a:pPr>
            <a:r>
              <a:rPr b="0" i="0" lang="en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AT&amp;T Technology &amp; Operations</a:t>
            </a:r>
          </a:p>
        </p:txBody>
      </p:sp>
      <p:pic>
        <p:nvPicPr>
          <p:cNvPr id="41" name="Shape 4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30152" y="2901128"/>
            <a:ext cx="960599" cy="909299"/>
          </a:xfrm>
          <a:prstGeom prst="rect">
            <a:avLst/>
          </a:prstGeom>
          <a:noFill/>
          <a:ln cap="sq" cmpd="sng" w="9525">
            <a:solidFill>
              <a:srgbClr val="FFFFFF"/>
            </a:solidFill>
            <a:prstDash val="solid"/>
            <a:miter/>
            <a:headEnd len="med" w="med" type="none"/>
            <a:tailEnd len="med" w="med" type="none"/>
          </a:ln>
        </p:spPr>
      </p:pic>
      <p:pic>
        <p:nvPicPr>
          <p:cNvPr id="42" name="Shape 4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59550" y="3605025"/>
            <a:ext cx="7831199" cy="1624200"/>
          </a:xfrm>
          <a:prstGeom prst="rect">
            <a:avLst/>
          </a:prstGeom>
          <a:noFill/>
          <a:ln>
            <a:noFill/>
          </a:ln>
        </p:spPr>
      </p:pic>
      <p:sp>
        <p:nvSpPr>
          <p:cNvPr id="43" name="Shape 43"/>
          <p:cNvSpPr txBox="1"/>
          <p:nvPr/>
        </p:nvSpPr>
        <p:spPr>
          <a:xfrm>
            <a:off x="1170605" y="4747033"/>
            <a:ext cx="1485000" cy="312599"/>
          </a:xfrm>
          <a:prstGeom prst="rect">
            <a:avLst/>
          </a:prstGeom>
          <a:solidFill>
            <a:srgbClr val="953734"/>
          </a:solidFill>
          <a:ln cap="flat" cmpd="sng" w="38100">
            <a:solidFill>
              <a:srgbClr val="FFFFFF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SzPct val="25000"/>
              <a:buNone/>
            </a:pPr>
            <a:r>
              <a:rPr b="0" i="0" lang="en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BUILD</a:t>
            </a:r>
          </a:p>
        </p:txBody>
      </p:sp>
      <p:sp>
        <p:nvSpPr>
          <p:cNvPr id="44" name="Shape 44"/>
          <p:cNvSpPr txBox="1"/>
          <p:nvPr/>
        </p:nvSpPr>
        <p:spPr>
          <a:xfrm>
            <a:off x="3813192" y="4747033"/>
            <a:ext cx="1485000" cy="312599"/>
          </a:xfrm>
          <a:prstGeom prst="rect">
            <a:avLst/>
          </a:prstGeom>
          <a:solidFill>
            <a:srgbClr val="17365D"/>
          </a:solidFill>
          <a:ln cap="flat" cmpd="sng" w="38100">
            <a:solidFill>
              <a:srgbClr val="FFFFFF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SzPct val="25000"/>
              <a:buNone/>
            </a:pPr>
            <a:r>
              <a:rPr b="0" i="0" lang="en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USE</a:t>
            </a:r>
          </a:p>
        </p:txBody>
      </p:sp>
      <p:sp>
        <p:nvSpPr>
          <p:cNvPr id="45" name="Shape 45"/>
          <p:cNvSpPr txBox="1"/>
          <p:nvPr/>
        </p:nvSpPr>
        <p:spPr>
          <a:xfrm>
            <a:off x="6471443" y="4747033"/>
            <a:ext cx="1485000" cy="312599"/>
          </a:xfrm>
          <a:prstGeom prst="rect">
            <a:avLst/>
          </a:prstGeom>
          <a:solidFill>
            <a:srgbClr val="953734"/>
          </a:solidFill>
          <a:ln cap="flat" cmpd="sng" w="38100">
            <a:solidFill>
              <a:srgbClr val="FFFFFF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SzPct val="25000"/>
              <a:buNone/>
            </a:pPr>
            <a:r>
              <a:rPr b="0" i="0" lang="en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CHAMPION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type="obj">
  <p:cSld name="Title and Content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Shape 47"/>
          <p:cNvSpPr txBox="1"/>
          <p:nvPr>
            <p:ph type="title"/>
          </p:nvPr>
        </p:nvSpPr>
        <p:spPr>
          <a:xfrm>
            <a:off x="267375" y="30523"/>
            <a:ext cx="8419424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/>
          <a:lstStyle>
            <a:lvl1pPr lvl="0" rtl="0" algn="ctr">
              <a:spcBef>
                <a:spcPts val="0"/>
              </a:spcBef>
              <a:buClr>
                <a:schemeClr val="accent1"/>
              </a:buClr>
              <a:buFont typeface="Calibri"/>
              <a:buNone/>
              <a:defRPr sz="36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defRPr/>
            </a:lvl2pPr>
            <a:lvl3pPr lvl="2" rtl="0">
              <a:spcBef>
                <a:spcPts val="0"/>
              </a:spcBef>
              <a:defRPr/>
            </a:lvl3pPr>
            <a:lvl4pPr lvl="3" rtl="0">
              <a:spcBef>
                <a:spcPts val="0"/>
              </a:spcBef>
              <a:defRPr/>
            </a:lvl4pPr>
            <a:lvl5pPr lvl="4" rtl="0">
              <a:spcBef>
                <a:spcPts val="0"/>
              </a:spcBef>
              <a:defRPr/>
            </a:lvl5pPr>
            <a:lvl6pPr lvl="5" rtl="0">
              <a:spcBef>
                <a:spcPts val="0"/>
              </a:spcBef>
              <a:defRPr/>
            </a:lvl6pPr>
            <a:lvl7pPr lvl="6" rtl="0">
              <a:spcBef>
                <a:spcPts val="0"/>
              </a:spcBef>
              <a:defRPr/>
            </a:lvl7pPr>
            <a:lvl8pPr lvl="7" rtl="0">
              <a:spcBef>
                <a:spcPts val="0"/>
              </a:spcBef>
              <a:defRPr/>
            </a:lvl8pPr>
            <a:lvl9pPr lvl="8" rtl="0">
              <a:spcBef>
                <a:spcPts val="0"/>
              </a:spcBef>
              <a:defRPr/>
            </a:lvl9pPr>
          </a:lstStyle>
          <a:p/>
        </p:txBody>
      </p:sp>
      <p:sp>
        <p:nvSpPr>
          <p:cNvPr id="48" name="Shape 48"/>
          <p:cNvSpPr txBox="1"/>
          <p:nvPr>
            <p:ph idx="1" type="body"/>
          </p:nvPr>
        </p:nvSpPr>
        <p:spPr>
          <a:xfrm>
            <a:off x="267375" y="969170"/>
            <a:ext cx="8419424" cy="362545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indent="-190500" lvl="0" marL="342900" rtl="0" algn="l">
              <a:spcBef>
                <a:spcPts val="480"/>
              </a:spcBef>
              <a:buClr>
                <a:schemeClr val="dk1"/>
              </a:buClr>
              <a:buFont typeface="Arial"/>
              <a:buChar char="•"/>
              <a:def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158750" lvl="1" marL="742950" rtl="0" algn="l">
              <a:spcBef>
                <a:spcPts val="400"/>
              </a:spcBef>
              <a:buClr>
                <a:schemeClr val="dk1"/>
              </a:buClr>
              <a:buFont typeface="Arial"/>
              <a:buChar char="–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114300" lvl="2" marL="1143000" rtl="0" algn="l">
              <a:spcBef>
                <a:spcPts val="360"/>
              </a:spcBef>
              <a:buClr>
                <a:schemeClr val="dk1"/>
              </a:buClr>
              <a:buFont typeface="Arial"/>
              <a:buChar char="•"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127000" lvl="3" marL="1600200" rtl="0" algn="l">
              <a:spcBef>
                <a:spcPts val="320"/>
              </a:spcBef>
              <a:buClr>
                <a:schemeClr val="dk1"/>
              </a:buClr>
              <a:buFont typeface="Arial"/>
              <a:buChar char="–"/>
              <a:defRPr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127000" lvl="4" marL="2057400" rtl="0" algn="l">
              <a:spcBef>
                <a:spcPts val="320"/>
              </a:spcBef>
              <a:buClr>
                <a:schemeClr val="dk1"/>
              </a:buClr>
              <a:buFont typeface="Arial"/>
              <a:buChar char="»"/>
              <a:defRPr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101600" lvl="5" marL="2514600" rtl="0" algn="l">
              <a:spcBef>
                <a:spcPts val="400"/>
              </a:spcBef>
              <a:buClr>
                <a:schemeClr val="dk1"/>
              </a:buClr>
              <a:buFont typeface="Arial"/>
              <a:buChar char="•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101600" lvl="6" marL="2971800" rtl="0" algn="l">
              <a:spcBef>
                <a:spcPts val="400"/>
              </a:spcBef>
              <a:buClr>
                <a:schemeClr val="dk1"/>
              </a:buClr>
              <a:buFont typeface="Arial"/>
              <a:buChar char="•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101600" lvl="7" marL="3429000" rtl="0" algn="l">
              <a:spcBef>
                <a:spcPts val="400"/>
              </a:spcBef>
              <a:buClr>
                <a:schemeClr val="dk1"/>
              </a:buClr>
              <a:buFont typeface="Arial"/>
              <a:buChar char="•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101600" lvl="8" marL="3886200" rtl="0" algn="l">
              <a:spcBef>
                <a:spcPts val="400"/>
              </a:spcBef>
              <a:buClr>
                <a:schemeClr val="dk1"/>
              </a:buClr>
              <a:buFont typeface="Arial"/>
              <a:buChar char="•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9" name="Shape 49"/>
          <p:cNvSpPr txBox="1"/>
          <p:nvPr>
            <p:ph idx="10" type="dt"/>
          </p:nvPr>
        </p:nvSpPr>
        <p:spPr>
          <a:xfrm>
            <a:off x="457200" y="4767264"/>
            <a:ext cx="2133599" cy="27384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/>
          <a:lstStyle>
            <a:lvl1pPr indent="0" lvl="0" marL="0" marR="0" rtl="0" algn="l">
              <a:spcBef>
                <a:spcPts val="0"/>
              </a:spcBef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12567" lvl="1" marL="457067" marR="0" rtl="0" algn="l">
              <a:spcBef>
                <a:spcPts val="0"/>
              </a:spcBef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12424" lvl="2" marL="914124" marR="0" rtl="0" algn="l">
              <a:spcBef>
                <a:spcPts val="0"/>
              </a:spcBef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12291" lvl="3" marL="1371192" marR="0" rtl="0" algn="l">
              <a:spcBef>
                <a:spcPts val="0"/>
              </a:spcBef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12148" lvl="4" marL="1828248" marR="0" rtl="0" algn="l">
              <a:spcBef>
                <a:spcPts val="0"/>
              </a:spcBef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12015" lvl="5" marL="2285316" marR="0" rtl="0" algn="l">
              <a:spcBef>
                <a:spcPts val="0"/>
              </a:spcBef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11871" lvl="6" marL="2742372" marR="0" rtl="0" algn="l">
              <a:spcBef>
                <a:spcPts val="0"/>
              </a:spcBef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11739" lvl="7" marL="3199440" marR="0" rtl="0" algn="l">
              <a:spcBef>
                <a:spcPts val="0"/>
              </a:spcBef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11607" lvl="8" marL="3656507" marR="0" rtl="0" algn="l">
              <a:spcBef>
                <a:spcPts val="0"/>
              </a:spcBef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0" name="Shape 50"/>
          <p:cNvSpPr txBox="1"/>
          <p:nvPr>
            <p:ph idx="11" type="ftr"/>
          </p:nvPr>
        </p:nvSpPr>
        <p:spPr>
          <a:xfrm>
            <a:off x="3124200" y="4767264"/>
            <a:ext cx="2895600" cy="27384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/>
          <a:lstStyle>
            <a:lvl1pPr indent="0" lvl="0" marL="0" marR="0" rtl="0" algn="ctr">
              <a:spcBef>
                <a:spcPts val="0"/>
              </a:spcBef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12567" lvl="1" marL="457067" marR="0" rtl="0" algn="l">
              <a:spcBef>
                <a:spcPts val="0"/>
              </a:spcBef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12424" lvl="2" marL="914124" marR="0" rtl="0" algn="l">
              <a:spcBef>
                <a:spcPts val="0"/>
              </a:spcBef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12291" lvl="3" marL="1371192" marR="0" rtl="0" algn="l">
              <a:spcBef>
                <a:spcPts val="0"/>
              </a:spcBef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12148" lvl="4" marL="1828248" marR="0" rtl="0" algn="l">
              <a:spcBef>
                <a:spcPts val="0"/>
              </a:spcBef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12015" lvl="5" marL="2285316" marR="0" rtl="0" algn="l">
              <a:spcBef>
                <a:spcPts val="0"/>
              </a:spcBef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11871" lvl="6" marL="2742372" marR="0" rtl="0" algn="l">
              <a:spcBef>
                <a:spcPts val="0"/>
              </a:spcBef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11739" lvl="7" marL="3199440" marR="0" rtl="0" algn="l">
              <a:spcBef>
                <a:spcPts val="0"/>
              </a:spcBef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11607" lvl="8" marL="3656507" marR="0" rtl="0" algn="l">
              <a:spcBef>
                <a:spcPts val="0"/>
              </a:spcBef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1" name="Shape 51"/>
          <p:cNvSpPr txBox="1"/>
          <p:nvPr>
            <p:ph idx="12" type="sldNum"/>
          </p:nvPr>
        </p:nvSpPr>
        <p:spPr>
          <a:xfrm>
            <a:off x="6553200" y="4767264"/>
            <a:ext cx="2133599" cy="27384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buSzPct val="25000"/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 name="Title and Content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Shape 53"/>
          <p:cNvSpPr txBox="1"/>
          <p:nvPr>
            <p:ph type="title"/>
          </p:nvPr>
        </p:nvSpPr>
        <p:spPr>
          <a:xfrm>
            <a:off x="180704" y="76903"/>
            <a:ext cx="8848448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/>
          <a:lstStyle>
            <a:lvl1pPr lvl="0" rtl="0" algn="ctr">
              <a:spcBef>
                <a:spcPts val="0"/>
              </a:spcBef>
              <a:buClr>
                <a:srgbClr val="963334"/>
              </a:buClr>
              <a:buFont typeface="Calibri"/>
              <a:buNone/>
              <a:defRPr sz="3600">
                <a:solidFill>
                  <a:srgbClr val="96333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defRPr/>
            </a:lvl2pPr>
            <a:lvl3pPr lvl="2" rtl="0">
              <a:spcBef>
                <a:spcPts val="0"/>
              </a:spcBef>
              <a:defRPr/>
            </a:lvl3pPr>
            <a:lvl4pPr lvl="3" rtl="0">
              <a:spcBef>
                <a:spcPts val="0"/>
              </a:spcBef>
              <a:defRPr/>
            </a:lvl4pPr>
            <a:lvl5pPr lvl="4" rtl="0">
              <a:spcBef>
                <a:spcPts val="0"/>
              </a:spcBef>
              <a:defRPr/>
            </a:lvl5pPr>
            <a:lvl6pPr lvl="5" rtl="0">
              <a:spcBef>
                <a:spcPts val="0"/>
              </a:spcBef>
              <a:defRPr/>
            </a:lvl6pPr>
            <a:lvl7pPr lvl="6" rtl="0">
              <a:spcBef>
                <a:spcPts val="0"/>
              </a:spcBef>
              <a:defRPr/>
            </a:lvl7pPr>
            <a:lvl8pPr lvl="7" rtl="0">
              <a:spcBef>
                <a:spcPts val="0"/>
              </a:spcBef>
              <a:defRPr/>
            </a:lvl8pPr>
            <a:lvl9pPr lvl="8" rtl="0">
              <a:spcBef>
                <a:spcPts val="0"/>
              </a:spcBef>
              <a:defRPr/>
            </a:lvl9pPr>
          </a:lstStyle>
          <a:p/>
        </p:txBody>
      </p:sp>
      <p:sp>
        <p:nvSpPr>
          <p:cNvPr id="54" name="Shape 54"/>
          <p:cNvSpPr txBox="1"/>
          <p:nvPr>
            <p:ph idx="1" type="body"/>
          </p:nvPr>
        </p:nvSpPr>
        <p:spPr>
          <a:xfrm>
            <a:off x="180704" y="1200151"/>
            <a:ext cx="8848448" cy="388010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indent="-190391" lvl="0" marL="342792" rtl="0" algn="l">
              <a:spcBef>
                <a:spcPts val="480"/>
              </a:spcBef>
              <a:buClr>
                <a:schemeClr val="dk1"/>
              </a:buClr>
              <a:buFont typeface="Arial"/>
              <a:buChar char="•"/>
              <a:def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171233" lvl="1" marL="742733" rtl="0" algn="l">
              <a:spcBef>
                <a:spcPts val="400"/>
              </a:spcBef>
              <a:buClr>
                <a:schemeClr val="dk1"/>
              </a:buClr>
              <a:buFont typeface="Arial"/>
              <a:buChar char="–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126657" lvl="2" marL="1142658" rtl="0" algn="l">
              <a:spcBef>
                <a:spcPts val="360"/>
              </a:spcBef>
              <a:buClr>
                <a:schemeClr val="dk1"/>
              </a:buClr>
              <a:buFont typeface="Arial"/>
              <a:buChar char="•"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139219" lvl="3" marL="1599720" rtl="0" algn="l">
              <a:spcBef>
                <a:spcPts val="320"/>
              </a:spcBef>
              <a:buClr>
                <a:schemeClr val="dk1"/>
              </a:buClr>
              <a:buFont typeface="Arial"/>
              <a:buChar char="–"/>
              <a:defRPr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139088" lvl="4" marL="2056788" rtl="0" algn="l">
              <a:spcBef>
                <a:spcPts val="320"/>
              </a:spcBef>
              <a:buClr>
                <a:schemeClr val="dk1"/>
              </a:buClr>
              <a:buFont typeface="Arial"/>
              <a:buChar char="»"/>
              <a:defRPr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113544" lvl="5" marL="2513844" rtl="0" algn="l">
              <a:spcBef>
                <a:spcPts val="400"/>
              </a:spcBef>
              <a:buClr>
                <a:schemeClr val="dk1"/>
              </a:buClr>
              <a:buFont typeface="Arial"/>
              <a:buChar char="•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113412" lvl="6" marL="2970912" rtl="0" algn="l">
              <a:spcBef>
                <a:spcPts val="400"/>
              </a:spcBef>
              <a:buClr>
                <a:schemeClr val="dk1"/>
              </a:buClr>
              <a:buFont typeface="Arial"/>
              <a:buChar char="•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113267" lvl="7" marL="3427968" rtl="0" algn="l">
              <a:spcBef>
                <a:spcPts val="400"/>
              </a:spcBef>
              <a:buClr>
                <a:schemeClr val="dk1"/>
              </a:buClr>
              <a:buFont typeface="Arial"/>
              <a:buChar char="•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113136" lvl="8" marL="3885036" rtl="0" algn="l">
              <a:spcBef>
                <a:spcPts val="400"/>
              </a:spcBef>
              <a:buClr>
                <a:schemeClr val="dk1"/>
              </a:buClr>
              <a:buFont typeface="Arial"/>
              <a:buChar char="•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5" name="Shape 55"/>
          <p:cNvSpPr txBox="1"/>
          <p:nvPr>
            <p:ph idx="10" type="dt"/>
          </p:nvPr>
        </p:nvSpPr>
        <p:spPr>
          <a:xfrm>
            <a:off x="457200" y="4767264"/>
            <a:ext cx="2133599" cy="27384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indent="0" lvl="0" marL="0" marR="0" rtl="0" algn="l">
              <a:spcBef>
                <a:spcPts val="0"/>
              </a:spcBef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12567" lvl="1" marL="457067" marR="0" rtl="0" algn="l">
              <a:spcBef>
                <a:spcPts val="0"/>
              </a:spcBef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12424" lvl="2" marL="914124" marR="0" rtl="0" algn="l">
              <a:spcBef>
                <a:spcPts val="0"/>
              </a:spcBef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12291" lvl="3" marL="1371192" marR="0" rtl="0" algn="l">
              <a:spcBef>
                <a:spcPts val="0"/>
              </a:spcBef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12148" lvl="4" marL="1828248" marR="0" rtl="0" algn="l">
              <a:spcBef>
                <a:spcPts val="0"/>
              </a:spcBef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12015" lvl="5" marL="2285316" marR="0" rtl="0" algn="l">
              <a:spcBef>
                <a:spcPts val="0"/>
              </a:spcBef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11871" lvl="6" marL="2742372" marR="0" rtl="0" algn="l">
              <a:spcBef>
                <a:spcPts val="0"/>
              </a:spcBef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11739" lvl="7" marL="3199440" marR="0" rtl="0" algn="l">
              <a:spcBef>
                <a:spcPts val="0"/>
              </a:spcBef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11607" lvl="8" marL="3656507" marR="0" rtl="0" algn="l">
              <a:spcBef>
                <a:spcPts val="0"/>
              </a:spcBef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6" name="Shape 56"/>
          <p:cNvSpPr txBox="1"/>
          <p:nvPr>
            <p:ph idx="11" type="ftr"/>
          </p:nvPr>
        </p:nvSpPr>
        <p:spPr>
          <a:xfrm>
            <a:off x="3124200" y="4767264"/>
            <a:ext cx="2895600" cy="27384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indent="0" lvl="0" marL="0" marR="0" rtl="0" algn="l">
              <a:spcBef>
                <a:spcPts val="0"/>
              </a:spcBef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12567" lvl="1" marL="457067" marR="0" rtl="0" algn="l">
              <a:spcBef>
                <a:spcPts val="0"/>
              </a:spcBef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12424" lvl="2" marL="914124" marR="0" rtl="0" algn="l">
              <a:spcBef>
                <a:spcPts val="0"/>
              </a:spcBef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12291" lvl="3" marL="1371192" marR="0" rtl="0" algn="l">
              <a:spcBef>
                <a:spcPts val="0"/>
              </a:spcBef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12148" lvl="4" marL="1828248" marR="0" rtl="0" algn="l">
              <a:spcBef>
                <a:spcPts val="0"/>
              </a:spcBef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12015" lvl="5" marL="2285316" marR="0" rtl="0" algn="l">
              <a:spcBef>
                <a:spcPts val="0"/>
              </a:spcBef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11871" lvl="6" marL="2742372" marR="0" rtl="0" algn="l">
              <a:spcBef>
                <a:spcPts val="0"/>
              </a:spcBef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11739" lvl="7" marL="3199440" marR="0" rtl="0" algn="l">
              <a:spcBef>
                <a:spcPts val="0"/>
              </a:spcBef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11607" lvl="8" marL="3656507" marR="0" rtl="0" algn="l">
              <a:spcBef>
                <a:spcPts val="0"/>
              </a:spcBef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7" name="Shape 57"/>
          <p:cNvSpPr txBox="1"/>
          <p:nvPr>
            <p:ph idx="12" type="sldNum"/>
          </p:nvPr>
        </p:nvSpPr>
        <p:spPr>
          <a:xfrm>
            <a:off x="6553200" y="4767264"/>
            <a:ext cx="2133599" cy="2738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buSzPct val="25000"/>
              <a:buNone/>
            </a:pPr>
            <a:fld id="{00000000-1234-1234-1234-123412341234}" type="slidenum">
              <a:rPr b="0" i="0" lang="en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 name="Title and Conten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Shape 59"/>
          <p:cNvSpPr txBox="1"/>
          <p:nvPr>
            <p:ph type="title"/>
          </p:nvPr>
        </p:nvSpPr>
        <p:spPr>
          <a:xfrm>
            <a:off x="267375" y="30523"/>
            <a:ext cx="8419424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/>
          <a:lstStyle>
            <a:lvl1pPr lvl="0" rtl="0" algn="ctr">
              <a:spcBef>
                <a:spcPts val="0"/>
              </a:spcBef>
              <a:buClr>
                <a:schemeClr val="accent1"/>
              </a:buClr>
              <a:buFont typeface="Calibri"/>
              <a:buNone/>
              <a:defRPr sz="36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defRPr/>
            </a:lvl2pPr>
            <a:lvl3pPr lvl="2" rtl="0">
              <a:spcBef>
                <a:spcPts val="0"/>
              </a:spcBef>
              <a:defRPr/>
            </a:lvl3pPr>
            <a:lvl4pPr lvl="3" rtl="0">
              <a:spcBef>
                <a:spcPts val="0"/>
              </a:spcBef>
              <a:defRPr/>
            </a:lvl4pPr>
            <a:lvl5pPr lvl="4" rtl="0">
              <a:spcBef>
                <a:spcPts val="0"/>
              </a:spcBef>
              <a:defRPr/>
            </a:lvl5pPr>
            <a:lvl6pPr lvl="5" rtl="0">
              <a:spcBef>
                <a:spcPts val="0"/>
              </a:spcBef>
              <a:defRPr/>
            </a:lvl6pPr>
            <a:lvl7pPr lvl="6" rtl="0">
              <a:spcBef>
                <a:spcPts val="0"/>
              </a:spcBef>
              <a:defRPr/>
            </a:lvl7pPr>
            <a:lvl8pPr lvl="7" rtl="0">
              <a:spcBef>
                <a:spcPts val="0"/>
              </a:spcBef>
              <a:defRPr/>
            </a:lvl8pPr>
            <a:lvl9pPr lvl="8" rtl="0">
              <a:spcBef>
                <a:spcPts val="0"/>
              </a:spcBef>
              <a:defRPr/>
            </a:lvl9pPr>
          </a:lstStyle>
          <a:p/>
        </p:txBody>
      </p:sp>
      <p:sp>
        <p:nvSpPr>
          <p:cNvPr id="60" name="Shape 60"/>
          <p:cNvSpPr txBox="1"/>
          <p:nvPr>
            <p:ph idx="1" type="body"/>
          </p:nvPr>
        </p:nvSpPr>
        <p:spPr>
          <a:xfrm>
            <a:off x="267375" y="969170"/>
            <a:ext cx="8419424" cy="362545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indent="-190500" lvl="0" marL="342900" rtl="0" algn="l">
              <a:spcBef>
                <a:spcPts val="480"/>
              </a:spcBef>
              <a:buClr>
                <a:schemeClr val="dk1"/>
              </a:buClr>
              <a:buFont typeface="Arial"/>
              <a:buChar char="•"/>
              <a:def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158750" lvl="1" marL="742950" rtl="0" algn="l">
              <a:spcBef>
                <a:spcPts val="400"/>
              </a:spcBef>
              <a:buClr>
                <a:schemeClr val="dk1"/>
              </a:buClr>
              <a:buFont typeface="Arial"/>
              <a:buChar char="–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114300" lvl="2" marL="1143000" rtl="0" algn="l">
              <a:spcBef>
                <a:spcPts val="360"/>
              </a:spcBef>
              <a:buClr>
                <a:schemeClr val="dk1"/>
              </a:buClr>
              <a:buFont typeface="Arial"/>
              <a:buChar char="•"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127000" lvl="3" marL="1600200" rtl="0" algn="l">
              <a:spcBef>
                <a:spcPts val="320"/>
              </a:spcBef>
              <a:buClr>
                <a:schemeClr val="dk1"/>
              </a:buClr>
              <a:buFont typeface="Arial"/>
              <a:buChar char="–"/>
              <a:defRPr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127000" lvl="4" marL="2057400" rtl="0" algn="l">
              <a:spcBef>
                <a:spcPts val="320"/>
              </a:spcBef>
              <a:buClr>
                <a:schemeClr val="dk1"/>
              </a:buClr>
              <a:buFont typeface="Arial"/>
              <a:buChar char="»"/>
              <a:defRPr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101600" lvl="5" marL="2514600" rtl="0" algn="l">
              <a:spcBef>
                <a:spcPts val="400"/>
              </a:spcBef>
              <a:buClr>
                <a:schemeClr val="dk1"/>
              </a:buClr>
              <a:buFont typeface="Arial"/>
              <a:buChar char="•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101600" lvl="6" marL="2971800" rtl="0" algn="l">
              <a:spcBef>
                <a:spcPts val="400"/>
              </a:spcBef>
              <a:buClr>
                <a:schemeClr val="dk1"/>
              </a:buClr>
              <a:buFont typeface="Arial"/>
              <a:buChar char="•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101600" lvl="7" marL="3429000" rtl="0" algn="l">
              <a:spcBef>
                <a:spcPts val="400"/>
              </a:spcBef>
              <a:buClr>
                <a:schemeClr val="dk1"/>
              </a:buClr>
              <a:buFont typeface="Arial"/>
              <a:buChar char="•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101600" lvl="8" marL="3886200" rtl="0" algn="l">
              <a:spcBef>
                <a:spcPts val="400"/>
              </a:spcBef>
              <a:buClr>
                <a:schemeClr val="dk1"/>
              </a:buClr>
              <a:buFont typeface="Arial"/>
              <a:buChar char="•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1" name="Shape 61"/>
          <p:cNvSpPr txBox="1"/>
          <p:nvPr>
            <p:ph idx="10" type="dt"/>
          </p:nvPr>
        </p:nvSpPr>
        <p:spPr>
          <a:xfrm>
            <a:off x="457200" y="4767264"/>
            <a:ext cx="2133599" cy="27384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/>
          <a:lstStyle>
            <a:lvl1pPr indent="0" lvl="0" marL="0" marR="0" rtl="0" algn="l">
              <a:spcBef>
                <a:spcPts val="0"/>
              </a:spcBef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12567" lvl="1" marL="457067" marR="0" rtl="0" algn="l">
              <a:spcBef>
                <a:spcPts val="0"/>
              </a:spcBef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12424" lvl="2" marL="914124" marR="0" rtl="0" algn="l">
              <a:spcBef>
                <a:spcPts val="0"/>
              </a:spcBef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12291" lvl="3" marL="1371192" marR="0" rtl="0" algn="l">
              <a:spcBef>
                <a:spcPts val="0"/>
              </a:spcBef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12148" lvl="4" marL="1828248" marR="0" rtl="0" algn="l">
              <a:spcBef>
                <a:spcPts val="0"/>
              </a:spcBef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12015" lvl="5" marL="2285316" marR="0" rtl="0" algn="l">
              <a:spcBef>
                <a:spcPts val="0"/>
              </a:spcBef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11871" lvl="6" marL="2742372" marR="0" rtl="0" algn="l">
              <a:spcBef>
                <a:spcPts val="0"/>
              </a:spcBef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11739" lvl="7" marL="3199440" marR="0" rtl="0" algn="l">
              <a:spcBef>
                <a:spcPts val="0"/>
              </a:spcBef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11607" lvl="8" marL="3656507" marR="0" rtl="0" algn="l">
              <a:spcBef>
                <a:spcPts val="0"/>
              </a:spcBef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2" name="Shape 62"/>
          <p:cNvSpPr txBox="1"/>
          <p:nvPr>
            <p:ph idx="11" type="ftr"/>
          </p:nvPr>
        </p:nvSpPr>
        <p:spPr>
          <a:xfrm>
            <a:off x="3124200" y="4767264"/>
            <a:ext cx="2895600" cy="27384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/>
          <a:lstStyle>
            <a:lvl1pPr indent="0" lvl="0" marL="0" marR="0" rtl="0" algn="ctr">
              <a:spcBef>
                <a:spcPts val="0"/>
              </a:spcBef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12567" lvl="1" marL="457067" marR="0" rtl="0" algn="l">
              <a:spcBef>
                <a:spcPts val="0"/>
              </a:spcBef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12424" lvl="2" marL="914124" marR="0" rtl="0" algn="l">
              <a:spcBef>
                <a:spcPts val="0"/>
              </a:spcBef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12291" lvl="3" marL="1371192" marR="0" rtl="0" algn="l">
              <a:spcBef>
                <a:spcPts val="0"/>
              </a:spcBef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12148" lvl="4" marL="1828248" marR="0" rtl="0" algn="l">
              <a:spcBef>
                <a:spcPts val="0"/>
              </a:spcBef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12015" lvl="5" marL="2285316" marR="0" rtl="0" algn="l">
              <a:spcBef>
                <a:spcPts val="0"/>
              </a:spcBef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11871" lvl="6" marL="2742372" marR="0" rtl="0" algn="l">
              <a:spcBef>
                <a:spcPts val="0"/>
              </a:spcBef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11739" lvl="7" marL="3199440" marR="0" rtl="0" algn="l">
              <a:spcBef>
                <a:spcPts val="0"/>
              </a:spcBef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11607" lvl="8" marL="3656507" marR="0" rtl="0" algn="l">
              <a:spcBef>
                <a:spcPts val="0"/>
              </a:spcBef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3" name="Shape 63"/>
          <p:cNvSpPr txBox="1"/>
          <p:nvPr>
            <p:ph idx="12" type="sldNum"/>
          </p:nvPr>
        </p:nvSpPr>
        <p:spPr>
          <a:xfrm>
            <a:off x="6553200" y="4767264"/>
            <a:ext cx="2133599" cy="27384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buSzPct val="25000"/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 name="Title and Content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hape 65"/>
          <p:cNvSpPr txBox="1"/>
          <p:nvPr>
            <p:ph type="title"/>
          </p:nvPr>
        </p:nvSpPr>
        <p:spPr>
          <a:xfrm>
            <a:off x="180704" y="76903"/>
            <a:ext cx="8848448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/>
          <a:lstStyle>
            <a:lvl1pPr lvl="0" rtl="0" algn="ctr">
              <a:spcBef>
                <a:spcPts val="0"/>
              </a:spcBef>
              <a:buClr>
                <a:srgbClr val="963334"/>
              </a:buClr>
              <a:buFont typeface="Calibri"/>
              <a:buNone/>
              <a:defRPr sz="3600">
                <a:solidFill>
                  <a:srgbClr val="96333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defRPr/>
            </a:lvl2pPr>
            <a:lvl3pPr lvl="2" rtl="0">
              <a:spcBef>
                <a:spcPts val="0"/>
              </a:spcBef>
              <a:defRPr/>
            </a:lvl3pPr>
            <a:lvl4pPr lvl="3" rtl="0">
              <a:spcBef>
                <a:spcPts val="0"/>
              </a:spcBef>
              <a:defRPr/>
            </a:lvl4pPr>
            <a:lvl5pPr lvl="4" rtl="0">
              <a:spcBef>
                <a:spcPts val="0"/>
              </a:spcBef>
              <a:defRPr/>
            </a:lvl5pPr>
            <a:lvl6pPr lvl="5" rtl="0">
              <a:spcBef>
                <a:spcPts val="0"/>
              </a:spcBef>
              <a:defRPr/>
            </a:lvl6pPr>
            <a:lvl7pPr lvl="6" rtl="0">
              <a:spcBef>
                <a:spcPts val="0"/>
              </a:spcBef>
              <a:defRPr/>
            </a:lvl7pPr>
            <a:lvl8pPr lvl="7" rtl="0">
              <a:spcBef>
                <a:spcPts val="0"/>
              </a:spcBef>
              <a:defRPr/>
            </a:lvl8pPr>
            <a:lvl9pPr lvl="8" rtl="0">
              <a:spcBef>
                <a:spcPts val="0"/>
              </a:spcBef>
              <a:defRPr/>
            </a:lvl9pPr>
          </a:lstStyle>
          <a:p/>
        </p:txBody>
      </p:sp>
      <p:sp>
        <p:nvSpPr>
          <p:cNvPr id="66" name="Shape 66"/>
          <p:cNvSpPr txBox="1"/>
          <p:nvPr>
            <p:ph idx="1" type="body"/>
          </p:nvPr>
        </p:nvSpPr>
        <p:spPr>
          <a:xfrm>
            <a:off x="180704" y="1200151"/>
            <a:ext cx="8848448" cy="388010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indent="-190391" lvl="0" marL="342792" rtl="0" algn="l">
              <a:spcBef>
                <a:spcPts val="480"/>
              </a:spcBef>
              <a:buClr>
                <a:schemeClr val="dk1"/>
              </a:buClr>
              <a:buFont typeface="Arial"/>
              <a:buChar char="•"/>
              <a:def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171233" lvl="1" marL="742733" rtl="0" algn="l">
              <a:spcBef>
                <a:spcPts val="400"/>
              </a:spcBef>
              <a:buClr>
                <a:schemeClr val="dk1"/>
              </a:buClr>
              <a:buFont typeface="Arial"/>
              <a:buChar char="–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126657" lvl="2" marL="1142658" rtl="0" algn="l">
              <a:spcBef>
                <a:spcPts val="360"/>
              </a:spcBef>
              <a:buClr>
                <a:schemeClr val="dk1"/>
              </a:buClr>
              <a:buFont typeface="Arial"/>
              <a:buChar char="•"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139219" lvl="3" marL="1599720" rtl="0" algn="l">
              <a:spcBef>
                <a:spcPts val="320"/>
              </a:spcBef>
              <a:buClr>
                <a:schemeClr val="dk1"/>
              </a:buClr>
              <a:buFont typeface="Arial"/>
              <a:buChar char="–"/>
              <a:defRPr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139088" lvl="4" marL="2056788" rtl="0" algn="l">
              <a:spcBef>
                <a:spcPts val="320"/>
              </a:spcBef>
              <a:buClr>
                <a:schemeClr val="dk1"/>
              </a:buClr>
              <a:buFont typeface="Arial"/>
              <a:buChar char="»"/>
              <a:defRPr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113544" lvl="5" marL="2513844" rtl="0" algn="l">
              <a:spcBef>
                <a:spcPts val="400"/>
              </a:spcBef>
              <a:buClr>
                <a:schemeClr val="dk1"/>
              </a:buClr>
              <a:buFont typeface="Arial"/>
              <a:buChar char="•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113412" lvl="6" marL="2970912" rtl="0" algn="l">
              <a:spcBef>
                <a:spcPts val="400"/>
              </a:spcBef>
              <a:buClr>
                <a:schemeClr val="dk1"/>
              </a:buClr>
              <a:buFont typeface="Arial"/>
              <a:buChar char="•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113267" lvl="7" marL="3427968" rtl="0" algn="l">
              <a:spcBef>
                <a:spcPts val="400"/>
              </a:spcBef>
              <a:buClr>
                <a:schemeClr val="dk1"/>
              </a:buClr>
              <a:buFont typeface="Arial"/>
              <a:buChar char="•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113136" lvl="8" marL="3885036" rtl="0" algn="l">
              <a:spcBef>
                <a:spcPts val="400"/>
              </a:spcBef>
              <a:buClr>
                <a:schemeClr val="dk1"/>
              </a:buClr>
              <a:buFont typeface="Arial"/>
              <a:buChar char="•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7" name="Shape 67"/>
          <p:cNvSpPr txBox="1"/>
          <p:nvPr>
            <p:ph idx="10" type="dt"/>
          </p:nvPr>
        </p:nvSpPr>
        <p:spPr>
          <a:xfrm>
            <a:off x="457200" y="4767264"/>
            <a:ext cx="2133599" cy="27384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indent="0" lvl="0" marL="0" marR="0" rtl="0" algn="l">
              <a:spcBef>
                <a:spcPts val="0"/>
              </a:spcBef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12567" lvl="1" marL="457067" marR="0" rtl="0" algn="l">
              <a:spcBef>
                <a:spcPts val="0"/>
              </a:spcBef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12424" lvl="2" marL="914124" marR="0" rtl="0" algn="l">
              <a:spcBef>
                <a:spcPts val="0"/>
              </a:spcBef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12291" lvl="3" marL="1371192" marR="0" rtl="0" algn="l">
              <a:spcBef>
                <a:spcPts val="0"/>
              </a:spcBef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12148" lvl="4" marL="1828248" marR="0" rtl="0" algn="l">
              <a:spcBef>
                <a:spcPts val="0"/>
              </a:spcBef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12015" lvl="5" marL="2285316" marR="0" rtl="0" algn="l">
              <a:spcBef>
                <a:spcPts val="0"/>
              </a:spcBef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11871" lvl="6" marL="2742372" marR="0" rtl="0" algn="l">
              <a:spcBef>
                <a:spcPts val="0"/>
              </a:spcBef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11739" lvl="7" marL="3199440" marR="0" rtl="0" algn="l">
              <a:spcBef>
                <a:spcPts val="0"/>
              </a:spcBef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11607" lvl="8" marL="3656507" marR="0" rtl="0" algn="l">
              <a:spcBef>
                <a:spcPts val="0"/>
              </a:spcBef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8" name="Shape 68"/>
          <p:cNvSpPr txBox="1"/>
          <p:nvPr>
            <p:ph idx="11" type="ftr"/>
          </p:nvPr>
        </p:nvSpPr>
        <p:spPr>
          <a:xfrm>
            <a:off x="3124200" y="4767264"/>
            <a:ext cx="2895600" cy="27384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indent="0" lvl="0" marL="0" marR="0" rtl="0" algn="l">
              <a:spcBef>
                <a:spcPts val="0"/>
              </a:spcBef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12567" lvl="1" marL="457067" marR="0" rtl="0" algn="l">
              <a:spcBef>
                <a:spcPts val="0"/>
              </a:spcBef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12424" lvl="2" marL="914124" marR="0" rtl="0" algn="l">
              <a:spcBef>
                <a:spcPts val="0"/>
              </a:spcBef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12291" lvl="3" marL="1371192" marR="0" rtl="0" algn="l">
              <a:spcBef>
                <a:spcPts val="0"/>
              </a:spcBef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12148" lvl="4" marL="1828248" marR="0" rtl="0" algn="l">
              <a:spcBef>
                <a:spcPts val="0"/>
              </a:spcBef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12015" lvl="5" marL="2285316" marR="0" rtl="0" algn="l">
              <a:spcBef>
                <a:spcPts val="0"/>
              </a:spcBef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11871" lvl="6" marL="2742372" marR="0" rtl="0" algn="l">
              <a:spcBef>
                <a:spcPts val="0"/>
              </a:spcBef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11739" lvl="7" marL="3199440" marR="0" rtl="0" algn="l">
              <a:spcBef>
                <a:spcPts val="0"/>
              </a:spcBef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11607" lvl="8" marL="3656507" marR="0" rtl="0" algn="l">
              <a:spcBef>
                <a:spcPts val="0"/>
              </a:spcBef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9" name="Shape 69"/>
          <p:cNvSpPr txBox="1"/>
          <p:nvPr>
            <p:ph idx="12" type="sldNum"/>
          </p:nvPr>
        </p:nvSpPr>
        <p:spPr>
          <a:xfrm>
            <a:off x="6553200" y="4767264"/>
            <a:ext cx="2133599" cy="2738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buSzPct val="25000"/>
              <a:buNone/>
            </a:pPr>
            <a:fld id="{00000000-1234-1234-1234-123412341234}" type="slidenum">
              <a:rPr b="0" i="0" lang="en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 name="Title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type="obj">
  <p:cSld name="Title and Content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Shape 76"/>
          <p:cNvSpPr txBox="1"/>
          <p:nvPr>
            <p:ph type="title"/>
          </p:nvPr>
        </p:nvSpPr>
        <p:spPr>
          <a:xfrm>
            <a:off x="377775" y="2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rIns="91425" tIns="91425"/>
          <a:lstStyle>
            <a:lvl1pPr lvl="0" rtl="0">
              <a:spcBef>
                <a:spcPts val="0"/>
              </a:spcBef>
              <a:buClr>
                <a:srgbClr val="85200C"/>
              </a:buClr>
              <a:buFont typeface="Arial"/>
              <a:buNone/>
              <a:defRPr b="1" sz="3600">
                <a:solidFill>
                  <a:srgbClr val="85200C"/>
                </a:solidFill>
              </a:defRPr>
            </a:lvl1pPr>
            <a:lvl2pPr lvl="1" rtl="0">
              <a:spcBef>
                <a:spcPts val="0"/>
              </a:spcBef>
              <a:buClr>
                <a:srgbClr val="85200C"/>
              </a:buClr>
              <a:buFont typeface="Arial"/>
              <a:buNone/>
              <a:defRPr b="1" sz="3600">
                <a:solidFill>
                  <a:srgbClr val="85200C"/>
                </a:solidFill>
              </a:defRPr>
            </a:lvl2pPr>
            <a:lvl3pPr lvl="2" rtl="0">
              <a:spcBef>
                <a:spcPts val="0"/>
              </a:spcBef>
              <a:buClr>
                <a:srgbClr val="85200C"/>
              </a:buClr>
              <a:buNone/>
              <a:defRPr b="1" sz="3600">
                <a:solidFill>
                  <a:srgbClr val="85200C"/>
                </a:solidFill>
              </a:defRPr>
            </a:lvl3pPr>
            <a:lvl4pPr lvl="3" rtl="0">
              <a:spcBef>
                <a:spcPts val="0"/>
              </a:spcBef>
              <a:buClr>
                <a:srgbClr val="85200C"/>
              </a:buClr>
              <a:buNone/>
              <a:defRPr b="1" sz="3600">
                <a:solidFill>
                  <a:srgbClr val="85200C"/>
                </a:solidFill>
              </a:defRPr>
            </a:lvl4pPr>
            <a:lvl5pPr lvl="4" rtl="0">
              <a:spcBef>
                <a:spcPts val="0"/>
              </a:spcBef>
              <a:buClr>
                <a:srgbClr val="85200C"/>
              </a:buClr>
              <a:buNone/>
              <a:defRPr b="1" sz="3600">
                <a:solidFill>
                  <a:srgbClr val="85200C"/>
                </a:solidFill>
              </a:defRPr>
            </a:lvl5pPr>
            <a:lvl6pPr lvl="5" rtl="0">
              <a:spcBef>
                <a:spcPts val="0"/>
              </a:spcBef>
              <a:buClr>
                <a:srgbClr val="85200C"/>
              </a:buClr>
              <a:buNone/>
              <a:defRPr b="1" sz="3600">
                <a:solidFill>
                  <a:srgbClr val="85200C"/>
                </a:solidFill>
              </a:defRPr>
            </a:lvl6pPr>
            <a:lvl7pPr lvl="6" rtl="0">
              <a:spcBef>
                <a:spcPts val="0"/>
              </a:spcBef>
              <a:buClr>
                <a:srgbClr val="85200C"/>
              </a:buClr>
              <a:buNone/>
              <a:defRPr b="1" sz="3600">
                <a:solidFill>
                  <a:srgbClr val="85200C"/>
                </a:solidFill>
              </a:defRPr>
            </a:lvl7pPr>
            <a:lvl8pPr lvl="7" rtl="0">
              <a:spcBef>
                <a:spcPts val="0"/>
              </a:spcBef>
              <a:buClr>
                <a:srgbClr val="85200C"/>
              </a:buClr>
              <a:buNone/>
              <a:defRPr b="1" sz="3600">
                <a:solidFill>
                  <a:srgbClr val="85200C"/>
                </a:solidFill>
              </a:defRPr>
            </a:lvl8pPr>
            <a:lvl9pPr lvl="8" rtl="0">
              <a:spcBef>
                <a:spcPts val="0"/>
              </a:spcBef>
              <a:buClr>
                <a:srgbClr val="85200C"/>
              </a:buClr>
              <a:buNone/>
              <a:defRPr b="1" sz="3600">
                <a:solidFill>
                  <a:srgbClr val="85200C"/>
                </a:solidFill>
              </a:defRPr>
            </a:lvl9pPr>
          </a:lstStyle>
          <a:p/>
        </p:txBody>
      </p:sp>
      <p:sp>
        <p:nvSpPr>
          <p:cNvPr id="77" name="Shape 77"/>
          <p:cNvSpPr txBox="1"/>
          <p:nvPr>
            <p:ph idx="1" type="body"/>
          </p:nvPr>
        </p:nvSpPr>
        <p:spPr>
          <a:xfrm>
            <a:off x="457200" y="760325"/>
            <a:ext cx="8229600" cy="398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lvl="0" rtl="0">
              <a:spcBef>
                <a:spcPts val="600"/>
              </a:spcBef>
              <a:defRPr sz="3200">
                <a:solidFill>
                  <a:schemeClr val="dk1"/>
                </a:solidFill>
              </a:defRPr>
            </a:lvl1pPr>
            <a:lvl2pPr lvl="1" rtl="0">
              <a:spcBef>
                <a:spcPts val="480"/>
              </a:spcBef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480"/>
              </a:spcBef>
              <a:defRPr sz="2400">
                <a:solidFill>
                  <a:schemeClr val="dk1"/>
                </a:solidFill>
              </a:defRPr>
            </a:lvl3pPr>
            <a:lvl4pPr lvl="3" rtl="0">
              <a:spcBef>
                <a:spcPts val="360"/>
              </a:spcBef>
              <a:defRPr sz="2200">
                <a:solidFill>
                  <a:schemeClr val="dk1"/>
                </a:solidFill>
              </a:defRPr>
            </a:lvl4pPr>
            <a:lvl5pPr lvl="4" rtl="0">
              <a:spcBef>
                <a:spcPts val="360"/>
              </a:spcBef>
              <a:defRPr sz="2000">
                <a:solidFill>
                  <a:schemeClr val="dk1"/>
                </a:solidFill>
              </a:defRPr>
            </a:lvl5pPr>
            <a:lvl6pPr lvl="5" rtl="0">
              <a:spcBef>
                <a:spcPts val="360"/>
              </a:spcBef>
              <a:defRPr sz="1800">
                <a:solidFill>
                  <a:schemeClr val="dk1"/>
                </a:solidFill>
              </a:defRPr>
            </a:lvl6pPr>
            <a:lvl7pPr lvl="6" rtl="0">
              <a:spcBef>
                <a:spcPts val="360"/>
              </a:spcBef>
              <a:defRPr sz="1800">
                <a:solidFill>
                  <a:schemeClr val="dk1"/>
                </a:solidFill>
              </a:defRPr>
            </a:lvl7pPr>
            <a:lvl8pPr lvl="7" rtl="0">
              <a:spcBef>
                <a:spcPts val="360"/>
              </a:spcBef>
              <a:defRPr sz="1800">
                <a:solidFill>
                  <a:schemeClr val="dk1"/>
                </a:solidFill>
              </a:defRPr>
            </a:lvl8pPr>
            <a:lvl9pPr lvl="8" rtl="0">
              <a:spcBef>
                <a:spcPts val="360"/>
              </a:spcBef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8" name="Shape 78"/>
          <p:cNvSpPr txBox="1"/>
          <p:nvPr>
            <p:ph idx="10" type="dt"/>
          </p:nvPr>
        </p:nvSpPr>
        <p:spPr>
          <a:xfrm>
            <a:off x="457200" y="4767264"/>
            <a:ext cx="2133599" cy="27384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9" name="Shape 79"/>
          <p:cNvSpPr txBox="1"/>
          <p:nvPr>
            <p:ph idx="11" type="ftr"/>
          </p:nvPr>
        </p:nvSpPr>
        <p:spPr>
          <a:xfrm>
            <a:off x="3124200" y="4767264"/>
            <a:ext cx="2895600" cy="27384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0" name="Shape 80"/>
          <p:cNvSpPr txBox="1"/>
          <p:nvPr>
            <p:ph idx="12" type="sldNum"/>
          </p:nvPr>
        </p:nvSpPr>
        <p:spPr>
          <a:xfrm>
            <a:off x="8556817" y="4749850"/>
            <a:ext cx="548699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ct val="25000"/>
              <a:buFont typeface="Calibri"/>
              <a:buNone/>
            </a:pPr>
            <a:fld id="{00000000-1234-1234-1234-123412341234}" type="slidenum">
              <a:rPr b="0" i="0" lang="en" sz="13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type="title">
  <p:cSld name="Title Slide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Shape 82"/>
          <p:cNvPicPr preferRelativeResize="0"/>
          <p:nvPr/>
        </p:nvPicPr>
        <p:blipFill rotWithShape="1">
          <a:blip r:embed="rId2">
            <a:alphaModFix/>
          </a:blip>
          <a:srcRect b="43638" l="0" r="0" t="15840"/>
          <a:stretch/>
        </p:blipFill>
        <p:spPr>
          <a:xfrm>
            <a:off x="-12450" y="0"/>
            <a:ext cx="9168901" cy="2476502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Shape 83"/>
          <p:cNvSpPr txBox="1"/>
          <p:nvPr>
            <p:ph type="ctrTitle"/>
          </p:nvPr>
        </p:nvSpPr>
        <p:spPr>
          <a:xfrm>
            <a:off x="-24900" y="1800913"/>
            <a:ext cx="9181200" cy="1265998"/>
          </a:xfrm>
          <a:prstGeom prst="rect">
            <a:avLst/>
          </a:prstGeom>
          <a:solidFill>
            <a:srgbClr val="980000"/>
          </a:solidFill>
          <a:ln>
            <a:noFill/>
          </a:ln>
        </p:spPr>
        <p:txBody>
          <a:bodyPr anchorCtr="0" anchor="ctr" bIns="91425" lIns="91425" rIns="91425" tIns="91425"/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  <a:defRPr b="0" i="0" sz="3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5200C"/>
              </a:buClr>
              <a:buFont typeface="Arial"/>
              <a:buNone/>
              <a:defRPr b="1" i="0" sz="4800" u="none" cap="none" strike="noStrike">
                <a:solidFill>
                  <a:srgbClr val="85200C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ctr">
              <a:spcBef>
                <a:spcPts val="0"/>
              </a:spcBef>
              <a:buClr>
                <a:srgbClr val="85200C"/>
              </a:buClr>
              <a:buFont typeface="Arial"/>
              <a:buNone/>
              <a:defRPr b="1" i="0" sz="4800" u="none" cap="none" strike="noStrike">
                <a:solidFill>
                  <a:srgbClr val="85200C"/>
                </a:solidFill>
              </a:defRPr>
            </a:lvl3pPr>
            <a:lvl4pPr indent="0" lvl="3" marL="0" marR="0" rtl="0" algn="ctr">
              <a:spcBef>
                <a:spcPts val="0"/>
              </a:spcBef>
              <a:buClr>
                <a:srgbClr val="85200C"/>
              </a:buClr>
              <a:buFont typeface="Arial"/>
              <a:buNone/>
              <a:defRPr b="1" i="0" sz="4800" u="none" cap="none" strike="noStrike">
                <a:solidFill>
                  <a:srgbClr val="85200C"/>
                </a:solidFill>
              </a:defRPr>
            </a:lvl4pPr>
            <a:lvl5pPr indent="0" lvl="4" marL="0" marR="0" rtl="0" algn="ctr">
              <a:spcBef>
                <a:spcPts val="0"/>
              </a:spcBef>
              <a:buClr>
                <a:srgbClr val="85200C"/>
              </a:buClr>
              <a:buFont typeface="Arial"/>
              <a:buNone/>
              <a:defRPr b="1" i="0" sz="4800" u="none" cap="none" strike="noStrike">
                <a:solidFill>
                  <a:srgbClr val="85200C"/>
                </a:solidFill>
              </a:defRPr>
            </a:lvl5pPr>
            <a:lvl6pPr indent="0" lvl="5" marL="0" marR="0" rtl="0" algn="ctr">
              <a:spcBef>
                <a:spcPts val="0"/>
              </a:spcBef>
              <a:buClr>
                <a:srgbClr val="85200C"/>
              </a:buClr>
              <a:buFont typeface="Arial"/>
              <a:buNone/>
              <a:defRPr b="1" i="0" sz="4800" u="none" cap="none" strike="noStrike">
                <a:solidFill>
                  <a:srgbClr val="85200C"/>
                </a:solidFill>
              </a:defRPr>
            </a:lvl6pPr>
            <a:lvl7pPr indent="0" lvl="6" marL="0" marR="0" rtl="0" algn="ctr">
              <a:spcBef>
                <a:spcPts val="0"/>
              </a:spcBef>
              <a:buClr>
                <a:srgbClr val="85200C"/>
              </a:buClr>
              <a:buFont typeface="Arial"/>
              <a:buNone/>
              <a:defRPr b="1" i="0" sz="4800" u="none" cap="none" strike="noStrike">
                <a:solidFill>
                  <a:srgbClr val="85200C"/>
                </a:solidFill>
              </a:defRPr>
            </a:lvl7pPr>
            <a:lvl8pPr indent="0" lvl="7" marL="0" marR="0" rtl="0" algn="ctr">
              <a:spcBef>
                <a:spcPts val="0"/>
              </a:spcBef>
              <a:buClr>
                <a:srgbClr val="85200C"/>
              </a:buClr>
              <a:buFont typeface="Arial"/>
              <a:buNone/>
              <a:defRPr b="1" i="0" sz="4800" u="none" cap="none" strike="noStrike">
                <a:solidFill>
                  <a:srgbClr val="85200C"/>
                </a:solidFill>
              </a:defRPr>
            </a:lvl8pPr>
            <a:lvl9pPr indent="0" lvl="8" marL="0" marR="0" rtl="0" algn="ctr">
              <a:spcBef>
                <a:spcPts val="0"/>
              </a:spcBef>
              <a:buClr>
                <a:srgbClr val="85200C"/>
              </a:buClr>
              <a:buFont typeface="Arial"/>
              <a:buNone/>
              <a:defRPr b="1" i="0" sz="4800" u="none" cap="none" strike="noStrike">
                <a:solidFill>
                  <a:srgbClr val="85200C"/>
                </a:solidFill>
              </a:defRPr>
            </a:lvl9pPr>
          </a:lstStyle>
          <a:p/>
        </p:txBody>
      </p:sp>
      <p:sp>
        <p:nvSpPr>
          <p:cNvPr id="84" name="Shape 84"/>
          <p:cNvSpPr txBox="1"/>
          <p:nvPr>
            <p:ph idx="1" type="subTitle"/>
          </p:nvPr>
        </p:nvSpPr>
        <p:spPr>
          <a:xfrm>
            <a:off x="723912" y="3174738"/>
            <a:ext cx="7696198" cy="93209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85" name="Shape 85"/>
          <p:cNvPicPr preferRelativeResize="0"/>
          <p:nvPr/>
        </p:nvPicPr>
        <p:blipFill rotWithShape="1">
          <a:blip r:embed="rId3">
            <a:alphaModFix amt="96000"/>
          </a:blip>
          <a:srcRect b="0" l="0" r="0" t="0"/>
          <a:stretch/>
        </p:blipFill>
        <p:spPr>
          <a:xfrm>
            <a:off x="7369200" y="3563069"/>
            <a:ext cx="1491549" cy="1381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type="twoColTx">
  <p:cSld name="Title and Two Columns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Shape 87"/>
          <p:cNvSpPr txBox="1"/>
          <p:nvPr>
            <p:ph type="title"/>
          </p:nvPr>
        </p:nvSpPr>
        <p:spPr>
          <a:xfrm>
            <a:off x="377775" y="2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rIns="91425" tIns="91425"/>
          <a:lstStyle>
            <a:lvl1pPr lvl="0" rtl="0">
              <a:spcBef>
                <a:spcPts val="0"/>
              </a:spcBef>
              <a:defRPr/>
            </a:lvl1pPr>
            <a:lvl2pPr lvl="1" rtl="0">
              <a:spcBef>
                <a:spcPts val="0"/>
              </a:spcBef>
              <a:defRPr/>
            </a:lvl2pPr>
            <a:lvl3pPr lvl="2" rtl="0">
              <a:spcBef>
                <a:spcPts val="0"/>
              </a:spcBef>
              <a:defRPr/>
            </a:lvl3pPr>
            <a:lvl4pPr lvl="3" rtl="0">
              <a:spcBef>
                <a:spcPts val="0"/>
              </a:spcBef>
              <a:defRPr/>
            </a:lvl4pPr>
            <a:lvl5pPr lvl="4" rtl="0">
              <a:spcBef>
                <a:spcPts val="0"/>
              </a:spcBef>
              <a:defRPr/>
            </a:lvl5pPr>
            <a:lvl6pPr lvl="5" rtl="0">
              <a:spcBef>
                <a:spcPts val="0"/>
              </a:spcBef>
              <a:defRPr/>
            </a:lvl6pPr>
            <a:lvl7pPr lvl="6" rtl="0">
              <a:spcBef>
                <a:spcPts val="0"/>
              </a:spcBef>
              <a:defRPr/>
            </a:lvl7pPr>
            <a:lvl8pPr lvl="7" rtl="0">
              <a:spcBef>
                <a:spcPts val="0"/>
              </a:spcBef>
              <a:defRPr/>
            </a:lvl8pPr>
            <a:lvl9pPr lvl="8" rtl="0">
              <a:spcBef>
                <a:spcPts val="0"/>
              </a:spcBef>
              <a:defRPr/>
            </a:lvl9pPr>
          </a:lstStyle>
          <a:p/>
        </p:txBody>
      </p:sp>
      <p:sp>
        <p:nvSpPr>
          <p:cNvPr id="88" name="Shape 88"/>
          <p:cNvSpPr txBox="1"/>
          <p:nvPr>
            <p:ph idx="1" type="body"/>
          </p:nvPr>
        </p:nvSpPr>
        <p:spPr>
          <a:xfrm>
            <a:off x="457200" y="758825"/>
            <a:ext cx="3994500" cy="372569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lvl="0" rtl="0">
              <a:spcBef>
                <a:spcPts val="0"/>
              </a:spcBef>
              <a:defRPr/>
            </a:lvl1pPr>
            <a:lvl2pPr lvl="1" rtl="0">
              <a:spcBef>
                <a:spcPts val="0"/>
              </a:spcBef>
              <a:defRPr/>
            </a:lvl2pPr>
            <a:lvl3pPr lvl="2" rtl="0">
              <a:spcBef>
                <a:spcPts val="0"/>
              </a:spcBef>
              <a:defRPr/>
            </a:lvl3pPr>
            <a:lvl4pPr lvl="3" rtl="0">
              <a:spcBef>
                <a:spcPts val="0"/>
              </a:spcBef>
              <a:defRPr/>
            </a:lvl4pPr>
            <a:lvl5pPr lvl="4" rtl="0">
              <a:spcBef>
                <a:spcPts val="0"/>
              </a:spcBef>
              <a:defRPr/>
            </a:lvl5pPr>
            <a:lvl6pPr lvl="5" rtl="0">
              <a:spcBef>
                <a:spcPts val="0"/>
              </a:spcBef>
              <a:defRPr/>
            </a:lvl6pPr>
            <a:lvl7pPr lvl="6" rtl="0">
              <a:spcBef>
                <a:spcPts val="0"/>
              </a:spcBef>
              <a:defRPr/>
            </a:lvl7pPr>
            <a:lvl8pPr lvl="7" rtl="0">
              <a:spcBef>
                <a:spcPts val="0"/>
              </a:spcBef>
              <a:defRPr/>
            </a:lvl8pPr>
            <a:lvl9pPr lvl="8" rtl="0">
              <a:spcBef>
                <a:spcPts val="0"/>
              </a:spcBef>
              <a:defRPr/>
            </a:lvl9pPr>
          </a:lstStyle>
          <a:p/>
        </p:txBody>
      </p:sp>
      <p:sp>
        <p:nvSpPr>
          <p:cNvPr id="89" name="Shape 89"/>
          <p:cNvSpPr txBox="1"/>
          <p:nvPr>
            <p:ph idx="2" type="body"/>
          </p:nvPr>
        </p:nvSpPr>
        <p:spPr>
          <a:xfrm>
            <a:off x="4692273" y="758825"/>
            <a:ext cx="3994500" cy="372569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lvl="0" rtl="0">
              <a:spcBef>
                <a:spcPts val="0"/>
              </a:spcBef>
              <a:defRPr/>
            </a:lvl1pPr>
            <a:lvl2pPr lvl="1" rtl="0">
              <a:spcBef>
                <a:spcPts val="0"/>
              </a:spcBef>
              <a:defRPr/>
            </a:lvl2pPr>
            <a:lvl3pPr lvl="2" rtl="0">
              <a:spcBef>
                <a:spcPts val="0"/>
              </a:spcBef>
              <a:defRPr/>
            </a:lvl3pPr>
            <a:lvl4pPr lvl="3" rtl="0">
              <a:spcBef>
                <a:spcPts val="0"/>
              </a:spcBef>
              <a:defRPr/>
            </a:lvl4pPr>
            <a:lvl5pPr lvl="4" rtl="0">
              <a:spcBef>
                <a:spcPts val="0"/>
              </a:spcBef>
              <a:defRPr/>
            </a:lvl5pPr>
            <a:lvl6pPr lvl="5" rtl="0">
              <a:spcBef>
                <a:spcPts val="0"/>
              </a:spcBef>
              <a:defRPr/>
            </a:lvl6pPr>
            <a:lvl7pPr lvl="6" rtl="0">
              <a:spcBef>
                <a:spcPts val="0"/>
              </a:spcBef>
              <a:defRPr/>
            </a:lvl7pPr>
            <a:lvl8pPr lvl="7" rtl="0">
              <a:spcBef>
                <a:spcPts val="0"/>
              </a:spcBef>
              <a:defRPr/>
            </a:lvl8pPr>
            <a:lvl9pPr lvl="8" rtl="0">
              <a:spcBef>
                <a:spcPts val="0"/>
              </a:spcBef>
              <a:defRPr/>
            </a:lvl9pPr>
          </a:lstStyle>
          <a:p/>
        </p:txBody>
      </p:sp>
      <p:sp>
        <p:nvSpPr>
          <p:cNvPr id="90" name="Shape 90"/>
          <p:cNvSpPr txBox="1"/>
          <p:nvPr>
            <p:ph idx="12" type="sldNum"/>
          </p:nvPr>
        </p:nvSpPr>
        <p:spPr>
          <a:xfrm>
            <a:off x="8556817" y="4749850"/>
            <a:ext cx="548699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fld id="{00000000-1234-1234-1234-123412341234}" type="slidenum">
              <a:rPr b="0" i="0" lang="en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</a:p>
        </p:txBody>
      </p:sp>
      <p:pic>
        <p:nvPicPr>
          <p:cNvPr id="91" name="Shape 91"/>
          <p:cNvPicPr preferRelativeResize="0"/>
          <p:nvPr/>
        </p:nvPicPr>
        <p:blipFill rotWithShape="1">
          <a:blip r:embed="rId2">
            <a:alphaModFix amt="96000"/>
          </a:blip>
          <a:srcRect b="0" l="0" r="0" t="0"/>
          <a:stretch/>
        </p:blipFill>
        <p:spPr>
          <a:xfrm>
            <a:off x="8344100" y="131245"/>
            <a:ext cx="623099" cy="5772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type="blank">
  <p:cSld name="Blank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Shape 93"/>
          <p:cNvSpPr txBox="1"/>
          <p:nvPr>
            <p:ph idx="12" type="sldNum"/>
          </p:nvPr>
        </p:nvSpPr>
        <p:spPr>
          <a:xfrm>
            <a:off x="8556817" y="4749850"/>
            <a:ext cx="548699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fld id="{00000000-1234-1234-1234-123412341234}" type="slidenum">
              <a:rPr b="0" i="0" lang="en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</a:p>
        </p:txBody>
      </p:sp>
      <p:pic>
        <p:nvPicPr>
          <p:cNvPr id="94" name="Shape 94"/>
          <p:cNvPicPr preferRelativeResize="0"/>
          <p:nvPr/>
        </p:nvPicPr>
        <p:blipFill rotWithShape="1">
          <a:blip r:embed="rId2">
            <a:alphaModFix amt="96000"/>
          </a:blip>
          <a:srcRect b="0" l="0" r="0" t="0"/>
          <a:stretch/>
        </p:blipFill>
        <p:spPr>
          <a:xfrm>
            <a:off x="8344100" y="131245"/>
            <a:ext cx="623099" cy="5772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 name="End Slide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Shape 96"/>
          <p:cNvPicPr preferRelativeResize="0"/>
          <p:nvPr/>
        </p:nvPicPr>
        <p:blipFill rotWithShape="1">
          <a:blip r:embed="rId2">
            <a:alphaModFix/>
          </a:blip>
          <a:srcRect b="33734" l="0" r="0" t="29701"/>
          <a:stretch/>
        </p:blipFill>
        <p:spPr>
          <a:xfrm>
            <a:off x="-12450" y="0"/>
            <a:ext cx="9168899" cy="1990800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Shape 97"/>
          <p:cNvSpPr txBox="1"/>
          <p:nvPr/>
        </p:nvSpPr>
        <p:spPr>
          <a:xfrm>
            <a:off x="696268" y="563237"/>
            <a:ext cx="7831199" cy="646199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Calibri"/>
              <a:buNone/>
            </a:pPr>
            <a:r>
              <a:rPr b="1" i="0" lang="en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Learn more about ONOS and join the community at</a:t>
            </a: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A071F"/>
              </a:buClr>
              <a:buSzPct val="25000"/>
              <a:buFont typeface="Calibri"/>
              <a:buNone/>
            </a:pPr>
            <a:r>
              <a:rPr b="1" i="0" lang="en" sz="1800" u="none" cap="none" strike="noStrike">
                <a:solidFill>
                  <a:srgbClr val="BA071F"/>
                </a:solidFill>
                <a:latin typeface="Calibri"/>
                <a:ea typeface="Calibri"/>
                <a:cs typeface="Calibri"/>
                <a:sym typeface="Calibri"/>
              </a:rPr>
              <a:t>onosproject.org</a:t>
            </a:r>
          </a:p>
        </p:txBody>
      </p:sp>
      <p:pic>
        <p:nvPicPr>
          <p:cNvPr id="98" name="Shape 98"/>
          <p:cNvPicPr preferRelativeResize="0"/>
          <p:nvPr/>
        </p:nvPicPr>
        <p:blipFill rotWithShape="1">
          <a:blip r:embed="rId3">
            <a:alphaModFix/>
          </a:blip>
          <a:srcRect b="30191" l="0" r="0" t="0"/>
          <a:stretch/>
        </p:blipFill>
        <p:spPr>
          <a:xfrm rot="-625452">
            <a:off x="6365906" y="298703"/>
            <a:ext cx="2949683" cy="1589847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Shape 99"/>
          <p:cNvSpPr/>
          <p:nvPr/>
        </p:nvSpPr>
        <p:spPr>
          <a:xfrm>
            <a:off x="497050" y="2074850"/>
            <a:ext cx="8229600" cy="1763699"/>
          </a:xfrm>
          <a:prstGeom prst="rect">
            <a:avLst/>
          </a:prstGeom>
          <a:noFill/>
          <a:ln cap="flat" cmpd="sng" w="9525">
            <a:solidFill>
              <a:srgbClr val="C00202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Calibri"/>
              <a:buNone/>
            </a:pPr>
            <a:r>
              <a:rPr b="0" i="0" lang="en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“Software-defined networking can radically reshape the wide area network. The introduction of </a:t>
            </a:r>
            <a:r>
              <a:rPr b="1" i="0" lang="en" sz="1600" u="none" cap="none" strike="noStrike">
                <a:solidFill>
                  <a:srgbClr val="C00202"/>
                </a:solidFill>
                <a:latin typeface="Calibri"/>
                <a:ea typeface="Calibri"/>
                <a:cs typeface="Calibri"/>
                <a:sym typeface="Calibri"/>
              </a:rPr>
              <a:t>ONOS</a:t>
            </a:r>
            <a:r>
              <a:rPr b="0" i="0" lang="en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provides another open source SDN option designed for service provider networks with the potential to deliver the performance, scale, availability and core features that we value”</a:t>
            </a: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Calibri"/>
              <a:buNone/>
            </a:pPr>
            <a:r>
              <a:rPr b="1" i="0" lang="en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John Donovan</a:t>
            </a: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Calibri"/>
              <a:buNone/>
            </a:pPr>
            <a:r>
              <a:rPr b="0" i="0" lang="en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Senior Executive Vice President</a:t>
            </a: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Calibri"/>
              <a:buNone/>
            </a:pPr>
            <a:r>
              <a:rPr b="0" i="0" lang="en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AT&amp;T Technology &amp; Operations</a:t>
            </a:r>
          </a:p>
        </p:txBody>
      </p:sp>
      <p:pic>
        <p:nvPicPr>
          <p:cNvPr id="100" name="Shape 10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30167" y="2901141"/>
            <a:ext cx="960599" cy="909298"/>
          </a:xfrm>
          <a:prstGeom prst="rect">
            <a:avLst/>
          </a:prstGeom>
          <a:noFill/>
          <a:ln cap="sq" cmpd="sng" w="9525">
            <a:solidFill>
              <a:srgbClr val="FFFFFF"/>
            </a:solidFill>
            <a:prstDash val="solid"/>
            <a:miter/>
            <a:headEnd len="med" w="med" type="none"/>
            <a:tailEnd len="med" w="med" type="none"/>
          </a:ln>
        </p:spPr>
      </p:pic>
      <p:pic>
        <p:nvPicPr>
          <p:cNvPr id="101" name="Shape 10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59550" y="3605025"/>
            <a:ext cx="7831199" cy="162420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Shape 102"/>
          <p:cNvSpPr txBox="1"/>
          <p:nvPr/>
        </p:nvSpPr>
        <p:spPr>
          <a:xfrm>
            <a:off x="1170604" y="4747046"/>
            <a:ext cx="1485000" cy="312599"/>
          </a:xfrm>
          <a:prstGeom prst="rect">
            <a:avLst/>
          </a:prstGeom>
          <a:solidFill>
            <a:srgbClr val="953734"/>
          </a:solidFill>
          <a:ln cap="flat" cmpd="sng" w="38100">
            <a:solidFill>
              <a:srgbClr val="FFFFFF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25000"/>
              <a:buFont typeface="Calibri"/>
              <a:buNone/>
            </a:pPr>
            <a:r>
              <a:rPr b="0" i="0" lang="en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BUILD</a:t>
            </a:r>
          </a:p>
        </p:txBody>
      </p:sp>
      <p:sp>
        <p:nvSpPr>
          <p:cNvPr id="103" name="Shape 103"/>
          <p:cNvSpPr txBox="1"/>
          <p:nvPr/>
        </p:nvSpPr>
        <p:spPr>
          <a:xfrm>
            <a:off x="3813192" y="4747046"/>
            <a:ext cx="1485000" cy="312599"/>
          </a:xfrm>
          <a:prstGeom prst="rect">
            <a:avLst/>
          </a:prstGeom>
          <a:solidFill>
            <a:srgbClr val="17365D"/>
          </a:solidFill>
          <a:ln cap="flat" cmpd="sng" w="38100">
            <a:solidFill>
              <a:srgbClr val="FFFFFF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25000"/>
              <a:buFont typeface="Calibri"/>
              <a:buNone/>
            </a:pPr>
            <a:r>
              <a:rPr b="0" i="0" lang="en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USE</a:t>
            </a:r>
          </a:p>
        </p:txBody>
      </p:sp>
      <p:sp>
        <p:nvSpPr>
          <p:cNvPr id="104" name="Shape 104"/>
          <p:cNvSpPr txBox="1"/>
          <p:nvPr/>
        </p:nvSpPr>
        <p:spPr>
          <a:xfrm>
            <a:off x="6471442" y="4747046"/>
            <a:ext cx="1485000" cy="312599"/>
          </a:xfrm>
          <a:prstGeom prst="rect">
            <a:avLst/>
          </a:prstGeom>
          <a:solidFill>
            <a:srgbClr val="953734"/>
          </a:solidFill>
          <a:ln cap="flat" cmpd="sng" w="38100">
            <a:solidFill>
              <a:srgbClr val="FFFFFF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25000"/>
              <a:buFont typeface="Calibri"/>
              <a:buNone/>
            </a:pPr>
            <a:r>
              <a:rPr b="0" i="0" lang="en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CHAMPION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 name="Caption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Shape 106"/>
          <p:cNvSpPr txBox="1"/>
          <p:nvPr>
            <p:ph idx="1" type="body"/>
          </p:nvPr>
        </p:nvSpPr>
        <p:spPr>
          <a:xfrm>
            <a:off x="457200" y="4406333"/>
            <a:ext cx="8229600" cy="51959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lvl="0" rtl="0" algn="ctr">
              <a:spcBef>
                <a:spcPts val="360"/>
              </a:spcBef>
              <a:buFont typeface="Arial"/>
              <a:buNone/>
              <a:defRPr sz="1800"/>
            </a:lvl1pPr>
            <a:lvl2pPr lvl="1" rtl="0">
              <a:spcBef>
                <a:spcPts val="0"/>
              </a:spcBef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defRPr sz="24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defRPr sz="22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defRPr sz="20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defRPr sz="1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defRPr sz="1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defRPr sz="1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7" name="Shape 107"/>
          <p:cNvSpPr txBox="1"/>
          <p:nvPr>
            <p:ph idx="12" type="sldNum"/>
          </p:nvPr>
        </p:nvSpPr>
        <p:spPr>
          <a:xfrm>
            <a:off x="8556825" y="4749850"/>
            <a:ext cx="548699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375" lIns="91375" rIns="91375" tIns="913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Calibri"/>
              <a:buNone/>
            </a:pPr>
            <a:fld id="{00000000-1234-1234-1234-123412341234}" type="slidenum">
              <a:rPr b="0" i="0" lang="en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</a:p>
        </p:txBody>
      </p:sp>
      <p:pic>
        <p:nvPicPr>
          <p:cNvPr id="108" name="Shape 108"/>
          <p:cNvPicPr preferRelativeResize="0"/>
          <p:nvPr/>
        </p:nvPicPr>
        <p:blipFill rotWithShape="1">
          <a:blip r:embed="rId2">
            <a:alphaModFix amt="96000"/>
          </a:blip>
          <a:srcRect b="0" l="0" r="0" t="0"/>
          <a:stretch/>
        </p:blipFill>
        <p:spPr>
          <a:xfrm>
            <a:off x="8344100" y="131253"/>
            <a:ext cx="623099" cy="5772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type="obj">
  <p:cSld name="Title and Content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Shape 117"/>
          <p:cNvSpPr txBox="1"/>
          <p:nvPr>
            <p:ph type="title"/>
          </p:nvPr>
        </p:nvSpPr>
        <p:spPr>
          <a:xfrm>
            <a:off x="267375" y="30523"/>
            <a:ext cx="8419424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/>
          <a:lstStyle>
            <a:lvl1pPr lvl="0" rtl="0">
              <a:spcBef>
                <a:spcPts val="0"/>
              </a:spcBef>
              <a:defRPr>
                <a:solidFill>
                  <a:srgbClr val="C0504D"/>
                </a:solidFill>
              </a:defRPr>
            </a:lvl1pPr>
            <a:lvl2pPr lvl="1" rtl="0">
              <a:spcBef>
                <a:spcPts val="0"/>
              </a:spcBef>
              <a:defRPr/>
            </a:lvl2pPr>
            <a:lvl3pPr lvl="2" rtl="0">
              <a:spcBef>
                <a:spcPts val="0"/>
              </a:spcBef>
              <a:defRPr/>
            </a:lvl3pPr>
            <a:lvl4pPr lvl="3" rtl="0">
              <a:spcBef>
                <a:spcPts val="0"/>
              </a:spcBef>
              <a:defRPr/>
            </a:lvl4pPr>
            <a:lvl5pPr lvl="4" rtl="0">
              <a:spcBef>
                <a:spcPts val="0"/>
              </a:spcBef>
              <a:defRPr/>
            </a:lvl5pPr>
            <a:lvl6pPr lvl="5" rtl="0">
              <a:spcBef>
                <a:spcPts val="0"/>
              </a:spcBef>
              <a:defRPr/>
            </a:lvl6pPr>
            <a:lvl7pPr lvl="6" rtl="0">
              <a:spcBef>
                <a:spcPts val="0"/>
              </a:spcBef>
              <a:defRPr/>
            </a:lvl7pPr>
            <a:lvl8pPr lvl="7" rtl="0">
              <a:spcBef>
                <a:spcPts val="0"/>
              </a:spcBef>
              <a:defRPr/>
            </a:lvl8pPr>
            <a:lvl9pPr lvl="8" rtl="0">
              <a:spcBef>
                <a:spcPts val="0"/>
              </a:spcBef>
              <a:defRPr/>
            </a:lvl9pPr>
          </a:lstStyle>
          <a:p/>
        </p:txBody>
      </p:sp>
      <p:sp>
        <p:nvSpPr>
          <p:cNvPr id="118" name="Shape 118"/>
          <p:cNvSpPr txBox="1"/>
          <p:nvPr>
            <p:ph idx="1" type="body"/>
          </p:nvPr>
        </p:nvSpPr>
        <p:spPr>
          <a:xfrm>
            <a:off x="267375" y="969170"/>
            <a:ext cx="8419424" cy="362545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indent="-190500" lvl="0" marL="342900" rtl="0" algn="l">
              <a:spcBef>
                <a:spcPts val="480"/>
              </a:spcBef>
              <a:buClr>
                <a:schemeClr val="dk1"/>
              </a:buClr>
              <a:buFont typeface="Arial"/>
              <a:buChar char="•"/>
              <a:def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158750" lvl="1" marL="742950" rtl="0" algn="l">
              <a:spcBef>
                <a:spcPts val="400"/>
              </a:spcBef>
              <a:buClr>
                <a:schemeClr val="dk1"/>
              </a:buClr>
              <a:buFont typeface="Arial"/>
              <a:buChar char="–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114300" lvl="2" marL="1143000" rtl="0" algn="l">
              <a:spcBef>
                <a:spcPts val="360"/>
              </a:spcBef>
              <a:buClr>
                <a:schemeClr val="dk1"/>
              </a:buClr>
              <a:buFont typeface="Arial"/>
              <a:buChar char="•"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127000" lvl="3" marL="1600200" rtl="0" algn="l">
              <a:spcBef>
                <a:spcPts val="320"/>
              </a:spcBef>
              <a:buClr>
                <a:schemeClr val="dk1"/>
              </a:buClr>
              <a:buFont typeface="Arial"/>
              <a:buChar char="–"/>
              <a:defRPr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127000" lvl="4" marL="2057400" rtl="0" algn="l">
              <a:spcBef>
                <a:spcPts val="320"/>
              </a:spcBef>
              <a:buClr>
                <a:schemeClr val="dk1"/>
              </a:buClr>
              <a:buFont typeface="Arial"/>
              <a:buChar char="»"/>
              <a:defRPr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101600" lvl="5" marL="2514600" rtl="0" algn="l">
              <a:spcBef>
                <a:spcPts val="400"/>
              </a:spcBef>
              <a:buClr>
                <a:schemeClr val="dk1"/>
              </a:buClr>
              <a:buFont typeface="Arial"/>
              <a:buChar char="•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101600" lvl="6" marL="2971800" rtl="0" algn="l">
              <a:spcBef>
                <a:spcPts val="400"/>
              </a:spcBef>
              <a:buClr>
                <a:schemeClr val="dk1"/>
              </a:buClr>
              <a:buFont typeface="Arial"/>
              <a:buChar char="•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101600" lvl="7" marL="3429000" rtl="0" algn="l">
              <a:spcBef>
                <a:spcPts val="400"/>
              </a:spcBef>
              <a:buClr>
                <a:schemeClr val="dk1"/>
              </a:buClr>
              <a:buFont typeface="Arial"/>
              <a:buChar char="•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101600" lvl="8" marL="3886200" rtl="0" algn="l">
              <a:spcBef>
                <a:spcPts val="400"/>
              </a:spcBef>
              <a:buClr>
                <a:schemeClr val="dk1"/>
              </a:buClr>
              <a:buFont typeface="Arial"/>
              <a:buChar char="•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9" name="Shape 119"/>
          <p:cNvSpPr txBox="1"/>
          <p:nvPr>
            <p:ph idx="10" type="dt"/>
          </p:nvPr>
        </p:nvSpPr>
        <p:spPr>
          <a:xfrm>
            <a:off x="457200" y="4767264"/>
            <a:ext cx="2133599" cy="27384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0" name="Shape 120"/>
          <p:cNvSpPr txBox="1"/>
          <p:nvPr>
            <p:ph idx="11" type="ftr"/>
          </p:nvPr>
        </p:nvSpPr>
        <p:spPr>
          <a:xfrm>
            <a:off x="3124200" y="4767264"/>
            <a:ext cx="2895600" cy="27384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/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1" name="Shape 121"/>
          <p:cNvSpPr txBox="1"/>
          <p:nvPr>
            <p:ph idx="12" type="sldNum"/>
          </p:nvPr>
        </p:nvSpPr>
        <p:spPr>
          <a:xfrm>
            <a:off x="6553200" y="4767264"/>
            <a:ext cx="2133599" cy="27384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ct val="25000"/>
              <a:buFont typeface="Calibri"/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type="title">
  <p:cSld name="Title Slide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Shape 123"/>
          <p:cNvSpPr txBox="1"/>
          <p:nvPr>
            <p:ph type="ctrTitle"/>
          </p:nvPr>
        </p:nvSpPr>
        <p:spPr>
          <a:xfrm>
            <a:off x="3827671" y="2115591"/>
            <a:ext cx="4630530" cy="110251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/>
          <a:lstStyle>
            <a:lvl1pPr indent="0" lvl="0" marL="0" marR="0" rtl="0" algn="l">
              <a:spcBef>
                <a:spcPts val="0"/>
              </a:spcBef>
              <a:buClr>
                <a:schemeClr val="accent1"/>
              </a:buClr>
              <a:buFont typeface="Calibri"/>
              <a:buNone/>
              <a:defRPr b="0" i="0" sz="36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defRPr/>
            </a:lvl2pPr>
            <a:lvl3pPr indent="0" lvl="2" marL="0" marR="0" rtl="0" algn="l">
              <a:spcBef>
                <a:spcPts val="0"/>
              </a:spcBef>
              <a:defRPr/>
            </a:lvl3pPr>
            <a:lvl4pPr indent="0" lvl="3" marL="0" marR="0" rtl="0" algn="l">
              <a:spcBef>
                <a:spcPts val="0"/>
              </a:spcBef>
              <a:defRPr/>
            </a:lvl4pPr>
            <a:lvl5pPr indent="0" lvl="4" marL="0" marR="0" rtl="0" algn="l">
              <a:spcBef>
                <a:spcPts val="0"/>
              </a:spcBef>
              <a:defRPr/>
            </a:lvl5pPr>
            <a:lvl6pPr indent="0" lvl="5" marL="0" marR="0" rtl="0" algn="l">
              <a:spcBef>
                <a:spcPts val="0"/>
              </a:spcBef>
              <a:defRPr/>
            </a:lvl6pPr>
            <a:lvl7pPr indent="0" lvl="6" marL="0" marR="0" rtl="0" algn="l">
              <a:spcBef>
                <a:spcPts val="0"/>
              </a:spcBef>
              <a:defRPr/>
            </a:lvl7pPr>
            <a:lvl8pPr indent="0" lvl="7" marL="0" marR="0" rtl="0" algn="l">
              <a:spcBef>
                <a:spcPts val="0"/>
              </a:spcBef>
              <a:defRPr/>
            </a:lvl8pPr>
            <a:lvl9pPr indent="0" lvl="8" marL="0" marR="0" rtl="0" algn="l">
              <a:spcBef>
                <a:spcPts val="0"/>
              </a:spcBef>
              <a:defRPr/>
            </a:lvl9pPr>
          </a:lstStyle>
          <a:p/>
        </p:txBody>
      </p:sp>
      <p:sp>
        <p:nvSpPr>
          <p:cNvPr id="124" name="Shape 124"/>
          <p:cNvSpPr txBox="1"/>
          <p:nvPr>
            <p:ph idx="1" type="subTitle"/>
          </p:nvPr>
        </p:nvSpPr>
        <p:spPr>
          <a:xfrm>
            <a:off x="3827669" y="3218108"/>
            <a:ext cx="4630530" cy="76344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indent="0" lvl="0" marL="0" marR="0" rtl="0" algn="l">
              <a:spcBef>
                <a:spcPts val="400"/>
              </a:spcBef>
              <a:buClr>
                <a:srgbClr val="888888"/>
              </a:buClr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ctr">
              <a:spcBef>
                <a:spcPts val="400"/>
              </a:spcBef>
              <a:buClr>
                <a:srgbClr val="888888"/>
              </a:buClr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ctr">
              <a:spcBef>
                <a:spcPts val="360"/>
              </a:spcBef>
              <a:buClr>
                <a:srgbClr val="888888"/>
              </a:buClr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ctr">
              <a:spcBef>
                <a:spcPts val="320"/>
              </a:spcBef>
              <a:buClr>
                <a:srgbClr val="888888"/>
              </a:buClr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ctr">
              <a:spcBef>
                <a:spcPts val="320"/>
              </a:spcBef>
              <a:buClr>
                <a:srgbClr val="888888"/>
              </a:buClr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ctr">
              <a:spcBef>
                <a:spcPts val="400"/>
              </a:spcBef>
              <a:buClr>
                <a:srgbClr val="888888"/>
              </a:buClr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2743200" marR="0" rtl="0" algn="ctr">
              <a:spcBef>
                <a:spcPts val="400"/>
              </a:spcBef>
              <a:buClr>
                <a:srgbClr val="888888"/>
              </a:buClr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200400" marR="0" rtl="0" algn="ctr">
              <a:spcBef>
                <a:spcPts val="400"/>
              </a:spcBef>
              <a:buClr>
                <a:srgbClr val="888888"/>
              </a:buClr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657600" marR="0" rtl="0" algn="ctr">
              <a:spcBef>
                <a:spcPts val="400"/>
              </a:spcBef>
              <a:buClr>
                <a:srgbClr val="888888"/>
              </a:buClr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5" name="Shape 125"/>
          <p:cNvSpPr txBox="1"/>
          <p:nvPr>
            <p:ph idx="10" type="dt"/>
          </p:nvPr>
        </p:nvSpPr>
        <p:spPr>
          <a:xfrm>
            <a:off x="457200" y="4767264"/>
            <a:ext cx="2133599" cy="27384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6" name="Shape 126"/>
          <p:cNvSpPr txBox="1"/>
          <p:nvPr>
            <p:ph idx="11" type="ftr"/>
          </p:nvPr>
        </p:nvSpPr>
        <p:spPr>
          <a:xfrm>
            <a:off x="3124200" y="4767264"/>
            <a:ext cx="2895600" cy="27384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/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7" name="Shape 127"/>
          <p:cNvSpPr txBox="1"/>
          <p:nvPr>
            <p:ph idx="12" type="sldNum"/>
          </p:nvPr>
        </p:nvSpPr>
        <p:spPr>
          <a:xfrm>
            <a:off x="6553200" y="4767264"/>
            <a:ext cx="2133599" cy="27384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ct val="25000"/>
              <a:buFont typeface="Calibri"/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</a:p>
        </p:txBody>
      </p:sp>
      <p:sp>
        <p:nvSpPr>
          <p:cNvPr id="128" name="Shape 128"/>
          <p:cNvSpPr/>
          <p:nvPr/>
        </p:nvSpPr>
        <p:spPr>
          <a:xfrm>
            <a:off x="268287" y="201613"/>
            <a:ext cx="184149" cy="29146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9" name="Shape 12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80487" y="201613"/>
            <a:ext cx="1792975" cy="14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Shape 130"/>
          <p:cNvSpPr/>
          <p:nvPr/>
        </p:nvSpPr>
        <p:spPr>
          <a:xfrm>
            <a:off x="8170336" y="14111"/>
            <a:ext cx="917223" cy="1157112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rgbClr val="FFFFFF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Shape 131"/>
          <p:cNvSpPr/>
          <p:nvPr/>
        </p:nvSpPr>
        <p:spPr>
          <a:xfrm>
            <a:off x="3200400" y="201613"/>
            <a:ext cx="5486399" cy="740293"/>
          </a:xfrm>
          <a:prstGeom prst="rect">
            <a:avLst/>
          </a:prstGeom>
          <a:gradFill>
            <a:gsLst>
              <a:gs pos="0">
                <a:srgbClr val="FF0000"/>
              </a:gs>
              <a:gs pos="99000">
                <a:srgbClr val="0E47B1"/>
              </a:gs>
              <a:gs pos="100000">
                <a:srgbClr val="FFFFFF"/>
              </a:gs>
            </a:gsLst>
            <a:lin ang="10800000" scaled="0"/>
          </a:gradFill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Shape 132"/>
          <p:cNvSpPr/>
          <p:nvPr/>
        </p:nvSpPr>
        <p:spPr>
          <a:xfrm>
            <a:off x="2925233" y="166510"/>
            <a:ext cx="378178" cy="898877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rgbClr val="FFFFFF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type="secHead">
  <p:cSld name="Section Header"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Shape 134"/>
          <p:cNvSpPr txBox="1"/>
          <p:nvPr>
            <p:ph type="title"/>
          </p:nvPr>
        </p:nvSpPr>
        <p:spPr>
          <a:xfrm>
            <a:off x="722312" y="3446275"/>
            <a:ext cx="7772400" cy="102155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lvl="0" rtl="0" algn="ctr">
              <a:spcBef>
                <a:spcPts val="0"/>
              </a:spcBef>
              <a:defRPr b="1" sz="4000" cap="none"/>
            </a:lvl1pPr>
            <a:lvl2pPr lvl="1" rtl="0">
              <a:spcBef>
                <a:spcPts val="0"/>
              </a:spcBef>
              <a:defRPr/>
            </a:lvl2pPr>
            <a:lvl3pPr lvl="2" rtl="0">
              <a:spcBef>
                <a:spcPts val="0"/>
              </a:spcBef>
              <a:defRPr/>
            </a:lvl3pPr>
            <a:lvl4pPr lvl="3" rtl="0">
              <a:spcBef>
                <a:spcPts val="0"/>
              </a:spcBef>
              <a:defRPr/>
            </a:lvl4pPr>
            <a:lvl5pPr lvl="4" rtl="0">
              <a:spcBef>
                <a:spcPts val="0"/>
              </a:spcBef>
              <a:defRPr/>
            </a:lvl5pPr>
            <a:lvl6pPr lvl="5" rtl="0">
              <a:spcBef>
                <a:spcPts val="0"/>
              </a:spcBef>
              <a:defRPr/>
            </a:lvl6pPr>
            <a:lvl7pPr lvl="6" rtl="0">
              <a:spcBef>
                <a:spcPts val="0"/>
              </a:spcBef>
              <a:defRPr/>
            </a:lvl7pPr>
            <a:lvl8pPr lvl="7" rtl="0">
              <a:spcBef>
                <a:spcPts val="0"/>
              </a:spcBef>
              <a:defRPr/>
            </a:lvl8pPr>
            <a:lvl9pPr lvl="8" rtl="0">
              <a:spcBef>
                <a:spcPts val="0"/>
              </a:spcBef>
              <a:defRPr/>
            </a:lvl9pPr>
          </a:lstStyle>
          <a:p/>
        </p:txBody>
      </p:sp>
      <p:sp>
        <p:nvSpPr>
          <p:cNvPr id="135" name="Shape 135"/>
          <p:cNvSpPr txBox="1"/>
          <p:nvPr>
            <p:ph idx="1" type="body"/>
          </p:nvPr>
        </p:nvSpPr>
        <p:spPr>
          <a:xfrm>
            <a:off x="722312" y="2180034"/>
            <a:ext cx="77724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rIns="91425" tIns="91425"/>
          <a:lstStyle>
            <a:lvl1pPr indent="0" lvl="0" marL="0" rtl="0">
              <a:spcBef>
                <a:spcPts val="0"/>
              </a:spcBef>
              <a:buClr>
                <a:srgbClr val="888888"/>
              </a:buClr>
              <a:buFont typeface="Calibri"/>
              <a:buNone/>
              <a:defRPr sz="2000">
                <a:solidFill>
                  <a:srgbClr val="888888"/>
                </a:solidFill>
              </a:defRPr>
            </a:lvl1pPr>
            <a:lvl2pPr indent="0" lvl="1" marL="457200" rtl="0">
              <a:spcBef>
                <a:spcPts val="0"/>
              </a:spcBef>
              <a:buClr>
                <a:srgbClr val="888888"/>
              </a:buClr>
              <a:buFont typeface="Calibri"/>
              <a:buNone/>
              <a:defRPr sz="1800">
                <a:solidFill>
                  <a:srgbClr val="888888"/>
                </a:solidFill>
              </a:defRPr>
            </a:lvl2pPr>
            <a:lvl3pPr indent="0" lvl="2" marL="914400" rtl="0">
              <a:spcBef>
                <a:spcPts val="0"/>
              </a:spcBef>
              <a:buClr>
                <a:srgbClr val="888888"/>
              </a:buClr>
              <a:buFont typeface="Calibri"/>
              <a:buNone/>
              <a:defRPr sz="1600">
                <a:solidFill>
                  <a:srgbClr val="888888"/>
                </a:solidFill>
              </a:defRPr>
            </a:lvl3pPr>
            <a:lvl4pPr indent="0" lvl="3" marL="1371600" rtl="0">
              <a:spcBef>
                <a:spcPts val="0"/>
              </a:spcBef>
              <a:buClr>
                <a:srgbClr val="888888"/>
              </a:buClr>
              <a:buFont typeface="Calibri"/>
              <a:buNone/>
              <a:defRPr sz="1400">
                <a:solidFill>
                  <a:srgbClr val="888888"/>
                </a:solidFill>
              </a:defRPr>
            </a:lvl4pPr>
            <a:lvl5pPr indent="0" lvl="4" marL="1828800" rtl="0">
              <a:spcBef>
                <a:spcPts val="0"/>
              </a:spcBef>
              <a:buClr>
                <a:srgbClr val="888888"/>
              </a:buClr>
              <a:buFont typeface="Calibri"/>
              <a:buNone/>
              <a:defRPr sz="1400">
                <a:solidFill>
                  <a:srgbClr val="888888"/>
                </a:solidFill>
              </a:defRPr>
            </a:lvl5pPr>
            <a:lvl6pPr indent="0" lvl="5" marL="2286000" rtl="0">
              <a:spcBef>
                <a:spcPts val="0"/>
              </a:spcBef>
              <a:buClr>
                <a:srgbClr val="888888"/>
              </a:buClr>
              <a:buFont typeface="Calibri"/>
              <a:buNone/>
              <a:defRPr sz="1400">
                <a:solidFill>
                  <a:srgbClr val="888888"/>
                </a:solidFill>
              </a:defRPr>
            </a:lvl6pPr>
            <a:lvl7pPr indent="0" lvl="6" marL="2743200" rtl="0">
              <a:spcBef>
                <a:spcPts val="0"/>
              </a:spcBef>
              <a:buClr>
                <a:srgbClr val="888888"/>
              </a:buClr>
              <a:buFont typeface="Calibri"/>
              <a:buNone/>
              <a:defRPr sz="1400">
                <a:solidFill>
                  <a:srgbClr val="888888"/>
                </a:solidFill>
              </a:defRPr>
            </a:lvl7pPr>
            <a:lvl8pPr indent="0" lvl="7" marL="3200400" rtl="0">
              <a:spcBef>
                <a:spcPts val="0"/>
              </a:spcBef>
              <a:buClr>
                <a:srgbClr val="888888"/>
              </a:buClr>
              <a:buFont typeface="Calibri"/>
              <a:buNone/>
              <a:defRPr sz="1400">
                <a:solidFill>
                  <a:srgbClr val="888888"/>
                </a:solidFill>
              </a:defRPr>
            </a:lvl8pPr>
            <a:lvl9pPr indent="0" lvl="8" marL="3657600" rtl="0">
              <a:spcBef>
                <a:spcPts val="0"/>
              </a:spcBef>
              <a:buClr>
                <a:srgbClr val="888888"/>
              </a:buClr>
              <a:buFont typeface="Calibri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36" name="Shape 136"/>
          <p:cNvSpPr txBox="1"/>
          <p:nvPr>
            <p:ph idx="10" type="dt"/>
          </p:nvPr>
        </p:nvSpPr>
        <p:spPr>
          <a:xfrm>
            <a:off x="457200" y="4767264"/>
            <a:ext cx="2133599" cy="27384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7" name="Shape 137"/>
          <p:cNvSpPr txBox="1"/>
          <p:nvPr>
            <p:ph idx="11" type="ftr"/>
          </p:nvPr>
        </p:nvSpPr>
        <p:spPr>
          <a:xfrm>
            <a:off x="3124200" y="4767264"/>
            <a:ext cx="2895600" cy="27384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/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8" name="Shape 138"/>
          <p:cNvSpPr txBox="1"/>
          <p:nvPr>
            <p:ph idx="12" type="sldNum"/>
          </p:nvPr>
        </p:nvSpPr>
        <p:spPr>
          <a:xfrm>
            <a:off x="6553200" y="4767264"/>
            <a:ext cx="2133599" cy="27384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ct val="25000"/>
              <a:buFont typeface="Calibri"/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type="twoObj">
  <p:cSld name="Two Content"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Shape 140"/>
          <p:cNvSpPr txBox="1"/>
          <p:nvPr>
            <p:ph type="title"/>
          </p:nvPr>
        </p:nvSpPr>
        <p:spPr>
          <a:xfrm>
            <a:off x="267375" y="30523"/>
            <a:ext cx="8419424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/>
          <a:lstStyle>
            <a:lvl1pPr lvl="0" rtl="0" algn="ctr">
              <a:spcBef>
                <a:spcPts val="0"/>
              </a:spcBef>
              <a:buClr>
                <a:schemeClr val="accent1"/>
              </a:buClr>
              <a:buFont typeface="Calibri"/>
              <a:buNone/>
              <a:defRPr sz="36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defRPr/>
            </a:lvl2pPr>
            <a:lvl3pPr lvl="2" rtl="0">
              <a:spcBef>
                <a:spcPts val="0"/>
              </a:spcBef>
              <a:defRPr/>
            </a:lvl3pPr>
            <a:lvl4pPr lvl="3" rtl="0">
              <a:spcBef>
                <a:spcPts val="0"/>
              </a:spcBef>
              <a:defRPr/>
            </a:lvl4pPr>
            <a:lvl5pPr lvl="4" rtl="0">
              <a:spcBef>
                <a:spcPts val="0"/>
              </a:spcBef>
              <a:defRPr/>
            </a:lvl5pPr>
            <a:lvl6pPr lvl="5" rtl="0">
              <a:spcBef>
                <a:spcPts val="0"/>
              </a:spcBef>
              <a:defRPr/>
            </a:lvl6pPr>
            <a:lvl7pPr lvl="6" rtl="0">
              <a:spcBef>
                <a:spcPts val="0"/>
              </a:spcBef>
              <a:defRPr/>
            </a:lvl7pPr>
            <a:lvl8pPr lvl="7" rtl="0">
              <a:spcBef>
                <a:spcPts val="0"/>
              </a:spcBef>
              <a:defRPr/>
            </a:lvl8pPr>
            <a:lvl9pPr lvl="8" rtl="0">
              <a:spcBef>
                <a:spcPts val="0"/>
              </a:spcBef>
              <a:defRPr/>
            </a:lvl9pPr>
          </a:lstStyle>
          <a:p/>
        </p:txBody>
      </p:sp>
      <p:sp>
        <p:nvSpPr>
          <p:cNvPr id="141" name="Shape 141"/>
          <p:cNvSpPr txBox="1"/>
          <p:nvPr>
            <p:ph idx="1" type="body"/>
          </p:nvPr>
        </p:nvSpPr>
        <p:spPr>
          <a:xfrm>
            <a:off x="457200" y="1200150"/>
            <a:ext cx="4038599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lvl="0" rtl="0">
              <a:spcBef>
                <a:spcPts val="0"/>
              </a:spcBef>
              <a:defRPr sz="2800"/>
            </a:lvl1pPr>
            <a:lvl2pPr lvl="1" rtl="0">
              <a:spcBef>
                <a:spcPts val="0"/>
              </a:spcBef>
              <a:defRPr sz="2400"/>
            </a:lvl2pPr>
            <a:lvl3pPr lvl="2" rtl="0">
              <a:spcBef>
                <a:spcPts val="0"/>
              </a:spcBef>
              <a:defRPr sz="2000"/>
            </a:lvl3pPr>
            <a:lvl4pPr lvl="3" rtl="0">
              <a:spcBef>
                <a:spcPts val="0"/>
              </a:spcBef>
              <a:defRPr sz="1800"/>
            </a:lvl4pPr>
            <a:lvl5pPr lvl="4" rtl="0">
              <a:spcBef>
                <a:spcPts val="0"/>
              </a:spcBef>
              <a:defRPr sz="1800"/>
            </a:lvl5pPr>
            <a:lvl6pPr lvl="5" rtl="0">
              <a:spcBef>
                <a:spcPts val="0"/>
              </a:spcBef>
              <a:defRPr sz="1800"/>
            </a:lvl6pPr>
            <a:lvl7pPr lvl="6" rtl="0">
              <a:spcBef>
                <a:spcPts val="0"/>
              </a:spcBef>
              <a:defRPr sz="1800"/>
            </a:lvl7pPr>
            <a:lvl8pPr lvl="7" rtl="0">
              <a:spcBef>
                <a:spcPts val="0"/>
              </a:spcBef>
              <a:defRPr sz="1800"/>
            </a:lvl8pPr>
            <a:lvl9pPr lvl="8" rtl="0">
              <a:spcBef>
                <a:spcPts val="0"/>
              </a:spcBef>
              <a:defRPr sz="1800"/>
            </a:lvl9pPr>
          </a:lstStyle>
          <a:p/>
        </p:txBody>
      </p:sp>
      <p:sp>
        <p:nvSpPr>
          <p:cNvPr id="142" name="Shape 142"/>
          <p:cNvSpPr txBox="1"/>
          <p:nvPr>
            <p:ph idx="2" type="body"/>
          </p:nvPr>
        </p:nvSpPr>
        <p:spPr>
          <a:xfrm>
            <a:off x="4648200" y="1200150"/>
            <a:ext cx="4038599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lvl="0" rtl="0">
              <a:spcBef>
                <a:spcPts val="0"/>
              </a:spcBef>
              <a:defRPr sz="2800"/>
            </a:lvl1pPr>
            <a:lvl2pPr lvl="1" rtl="0">
              <a:spcBef>
                <a:spcPts val="0"/>
              </a:spcBef>
              <a:defRPr sz="2400"/>
            </a:lvl2pPr>
            <a:lvl3pPr lvl="2" rtl="0">
              <a:spcBef>
                <a:spcPts val="0"/>
              </a:spcBef>
              <a:defRPr sz="2000"/>
            </a:lvl3pPr>
            <a:lvl4pPr lvl="3" rtl="0">
              <a:spcBef>
                <a:spcPts val="0"/>
              </a:spcBef>
              <a:defRPr sz="1800"/>
            </a:lvl4pPr>
            <a:lvl5pPr lvl="4" rtl="0">
              <a:spcBef>
                <a:spcPts val="0"/>
              </a:spcBef>
              <a:defRPr sz="1800"/>
            </a:lvl5pPr>
            <a:lvl6pPr lvl="5" rtl="0">
              <a:spcBef>
                <a:spcPts val="0"/>
              </a:spcBef>
              <a:defRPr sz="1800"/>
            </a:lvl6pPr>
            <a:lvl7pPr lvl="6" rtl="0">
              <a:spcBef>
                <a:spcPts val="0"/>
              </a:spcBef>
              <a:defRPr sz="1800"/>
            </a:lvl7pPr>
            <a:lvl8pPr lvl="7" rtl="0">
              <a:spcBef>
                <a:spcPts val="0"/>
              </a:spcBef>
              <a:defRPr sz="1800"/>
            </a:lvl8pPr>
            <a:lvl9pPr lvl="8" rtl="0">
              <a:spcBef>
                <a:spcPts val="0"/>
              </a:spcBef>
              <a:defRPr sz="1800"/>
            </a:lvl9pPr>
          </a:lstStyle>
          <a:p/>
        </p:txBody>
      </p:sp>
      <p:sp>
        <p:nvSpPr>
          <p:cNvPr id="143" name="Shape 143"/>
          <p:cNvSpPr txBox="1"/>
          <p:nvPr>
            <p:ph idx="10" type="dt"/>
          </p:nvPr>
        </p:nvSpPr>
        <p:spPr>
          <a:xfrm>
            <a:off x="457200" y="4767264"/>
            <a:ext cx="2133599" cy="27384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4" name="Shape 144"/>
          <p:cNvSpPr txBox="1"/>
          <p:nvPr>
            <p:ph idx="11" type="ftr"/>
          </p:nvPr>
        </p:nvSpPr>
        <p:spPr>
          <a:xfrm>
            <a:off x="3124200" y="4767264"/>
            <a:ext cx="2895600" cy="27384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/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5" name="Shape 145"/>
          <p:cNvSpPr txBox="1"/>
          <p:nvPr>
            <p:ph idx="12" type="sldNum"/>
          </p:nvPr>
        </p:nvSpPr>
        <p:spPr>
          <a:xfrm>
            <a:off x="6553200" y="4767264"/>
            <a:ext cx="2133599" cy="27384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ct val="25000"/>
              <a:buFont typeface="Calibri"/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type="twoTxTwoObj">
  <p:cSld name="Comparison"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Shape 147"/>
          <p:cNvSpPr txBox="1"/>
          <p:nvPr>
            <p:ph type="title"/>
          </p:nvPr>
        </p:nvSpPr>
        <p:spPr>
          <a:xfrm>
            <a:off x="267375" y="30523"/>
            <a:ext cx="8419424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/>
          <a:lstStyle>
            <a:lvl1pPr lvl="0" rtl="0">
              <a:spcBef>
                <a:spcPts val="0"/>
              </a:spcBef>
              <a:defRPr/>
            </a:lvl1pPr>
            <a:lvl2pPr lvl="1" rtl="0">
              <a:spcBef>
                <a:spcPts val="0"/>
              </a:spcBef>
              <a:defRPr/>
            </a:lvl2pPr>
            <a:lvl3pPr lvl="2" rtl="0">
              <a:spcBef>
                <a:spcPts val="0"/>
              </a:spcBef>
              <a:defRPr/>
            </a:lvl3pPr>
            <a:lvl4pPr lvl="3" rtl="0">
              <a:spcBef>
                <a:spcPts val="0"/>
              </a:spcBef>
              <a:defRPr/>
            </a:lvl4pPr>
            <a:lvl5pPr lvl="4" rtl="0">
              <a:spcBef>
                <a:spcPts val="0"/>
              </a:spcBef>
              <a:defRPr/>
            </a:lvl5pPr>
            <a:lvl6pPr lvl="5" rtl="0">
              <a:spcBef>
                <a:spcPts val="0"/>
              </a:spcBef>
              <a:defRPr/>
            </a:lvl6pPr>
            <a:lvl7pPr lvl="6" rtl="0">
              <a:spcBef>
                <a:spcPts val="0"/>
              </a:spcBef>
              <a:defRPr/>
            </a:lvl7pPr>
            <a:lvl8pPr lvl="7" rtl="0">
              <a:spcBef>
                <a:spcPts val="0"/>
              </a:spcBef>
              <a:defRPr/>
            </a:lvl8pPr>
            <a:lvl9pPr lvl="8" rtl="0">
              <a:spcBef>
                <a:spcPts val="0"/>
              </a:spcBef>
              <a:defRPr/>
            </a:lvl9pPr>
          </a:lstStyle>
          <a:p/>
        </p:txBody>
      </p:sp>
      <p:sp>
        <p:nvSpPr>
          <p:cNvPr id="148" name="Shape 148"/>
          <p:cNvSpPr txBox="1"/>
          <p:nvPr>
            <p:ph idx="1" type="body"/>
          </p:nvPr>
        </p:nvSpPr>
        <p:spPr>
          <a:xfrm>
            <a:off x="457200" y="1151334"/>
            <a:ext cx="4040187" cy="479821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rIns="91425" tIns="91425"/>
          <a:lstStyle>
            <a:lvl1pPr indent="0" lvl="0" marL="0" rtl="0">
              <a:spcBef>
                <a:spcPts val="0"/>
              </a:spcBef>
              <a:buFont typeface="Calibri"/>
              <a:buNone/>
              <a:defRPr b="1" sz="2400"/>
            </a:lvl1pPr>
            <a:lvl2pPr indent="0" lvl="1" marL="457200" rtl="0">
              <a:spcBef>
                <a:spcPts val="0"/>
              </a:spcBef>
              <a:buFont typeface="Calibri"/>
              <a:buNone/>
              <a:defRPr b="1" sz="2000"/>
            </a:lvl2pPr>
            <a:lvl3pPr indent="0" lvl="2" marL="914400" rtl="0">
              <a:spcBef>
                <a:spcPts val="0"/>
              </a:spcBef>
              <a:buFont typeface="Calibri"/>
              <a:buNone/>
              <a:defRPr b="1" sz="1800"/>
            </a:lvl3pPr>
            <a:lvl4pPr indent="0" lvl="3" marL="1371600" rtl="0">
              <a:spcBef>
                <a:spcPts val="0"/>
              </a:spcBef>
              <a:buFont typeface="Calibri"/>
              <a:buNone/>
              <a:defRPr b="1" sz="1600"/>
            </a:lvl4pPr>
            <a:lvl5pPr indent="0" lvl="4" marL="1828800" rtl="0">
              <a:spcBef>
                <a:spcPts val="0"/>
              </a:spcBef>
              <a:buFont typeface="Calibri"/>
              <a:buNone/>
              <a:defRPr b="1" sz="1600"/>
            </a:lvl5pPr>
            <a:lvl6pPr indent="0" lvl="5" marL="2286000" rtl="0">
              <a:spcBef>
                <a:spcPts val="0"/>
              </a:spcBef>
              <a:buFont typeface="Calibri"/>
              <a:buNone/>
              <a:defRPr b="1" sz="1600"/>
            </a:lvl6pPr>
            <a:lvl7pPr indent="0" lvl="6" marL="2743200" rtl="0">
              <a:spcBef>
                <a:spcPts val="0"/>
              </a:spcBef>
              <a:buFont typeface="Calibri"/>
              <a:buNone/>
              <a:defRPr b="1" sz="1600"/>
            </a:lvl7pPr>
            <a:lvl8pPr indent="0" lvl="7" marL="3200400" rtl="0">
              <a:spcBef>
                <a:spcPts val="0"/>
              </a:spcBef>
              <a:buFont typeface="Calibri"/>
              <a:buNone/>
              <a:defRPr b="1" sz="1600"/>
            </a:lvl8pPr>
            <a:lvl9pPr indent="0" lvl="8" marL="3657600" rtl="0">
              <a:spcBef>
                <a:spcPts val="0"/>
              </a:spcBef>
              <a:buFont typeface="Calibri"/>
              <a:buNone/>
              <a:defRPr b="1" sz="1600"/>
            </a:lvl9pPr>
          </a:lstStyle>
          <a:p/>
        </p:txBody>
      </p:sp>
      <p:sp>
        <p:nvSpPr>
          <p:cNvPr id="149" name="Shape 149"/>
          <p:cNvSpPr txBox="1"/>
          <p:nvPr>
            <p:ph idx="2" type="body"/>
          </p:nvPr>
        </p:nvSpPr>
        <p:spPr>
          <a:xfrm>
            <a:off x="457200" y="1631155"/>
            <a:ext cx="4040187" cy="296346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lvl="0" rtl="0">
              <a:spcBef>
                <a:spcPts val="0"/>
              </a:spcBef>
              <a:defRPr sz="2400"/>
            </a:lvl1pPr>
            <a:lvl2pPr lvl="1" rtl="0">
              <a:spcBef>
                <a:spcPts val="0"/>
              </a:spcBef>
              <a:defRPr sz="2000"/>
            </a:lvl2pPr>
            <a:lvl3pPr lvl="2" rtl="0">
              <a:spcBef>
                <a:spcPts val="0"/>
              </a:spcBef>
              <a:defRPr sz="1800"/>
            </a:lvl3pPr>
            <a:lvl4pPr lvl="3" rtl="0">
              <a:spcBef>
                <a:spcPts val="0"/>
              </a:spcBef>
              <a:defRPr sz="1600"/>
            </a:lvl4pPr>
            <a:lvl5pPr lvl="4" rtl="0">
              <a:spcBef>
                <a:spcPts val="0"/>
              </a:spcBef>
              <a:defRPr sz="1600"/>
            </a:lvl5pPr>
            <a:lvl6pPr lvl="5" rtl="0">
              <a:spcBef>
                <a:spcPts val="0"/>
              </a:spcBef>
              <a:defRPr sz="1600"/>
            </a:lvl6pPr>
            <a:lvl7pPr lvl="6" rtl="0">
              <a:spcBef>
                <a:spcPts val="0"/>
              </a:spcBef>
              <a:defRPr sz="1600"/>
            </a:lvl7pPr>
            <a:lvl8pPr lvl="7" rtl="0">
              <a:spcBef>
                <a:spcPts val="0"/>
              </a:spcBef>
              <a:defRPr sz="1600"/>
            </a:lvl8pPr>
            <a:lvl9pPr lvl="8" rtl="0">
              <a:spcBef>
                <a:spcPts val="0"/>
              </a:spcBef>
              <a:defRPr sz="1600"/>
            </a:lvl9pPr>
          </a:lstStyle>
          <a:p/>
        </p:txBody>
      </p:sp>
      <p:sp>
        <p:nvSpPr>
          <p:cNvPr id="150" name="Shape 150"/>
          <p:cNvSpPr txBox="1"/>
          <p:nvPr>
            <p:ph idx="3" type="body"/>
          </p:nvPr>
        </p:nvSpPr>
        <p:spPr>
          <a:xfrm>
            <a:off x="4645030" y="1151334"/>
            <a:ext cx="4041774" cy="479821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rIns="91425" tIns="91425"/>
          <a:lstStyle>
            <a:lvl1pPr indent="0" lvl="0" marL="0" rtl="0">
              <a:spcBef>
                <a:spcPts val="0"/>
              </a:spcBef>
              <a:buFont typeface="Calibri"/>
              <a:buNone/>
              <a:defRPr b="1" sz="2400"/>
            </a:lvl1pPr>
            <a:lvl2pPr indent="0" lvl="1" marL="457200" rtl="0">
              <a:spcBef>
                <a:spcPts val="0"/>
              </a:spcBef>
              <a:buFont typeface="Calibri"/>
              <a:buNone/>
              <a:defRPr b="1" sz="2000"/>
            </a:lvl2pPr>
            <a:lvl3pPr indent="0" lvl="2" marL="914400" rtl="0">
              <a:spcBef>
                <a:spcPts val="0"/>
              </a:spcBef>
              <a:buFont typeface="Calibri"/>
              <a:buNone/>
              <a:defRPr b="1" sz="1800"/>
            </a:lvl3pPr>
            <a:lvl4pPr indent="0" lvl="3" marL="1371600" rtl="0">
              <a:spcBef>
                <a:spcPts val="0"/>
              </a:spcBef>
              <a:buFont typeface="Calibri"/>
              <a:buNone/>
              <a:defRPr b="1" sz="1600"/>
            </a:lvl4pPr>
            <a:lvl5pPr indent="0" lvl="4" marL="1828800" rtl="0">
              <a:spcBef>
                <a:spcPts val="0"/>
              </a:spcBef>
              <a:buFont typeface="Calibri"/>
              <a:buNone/>
              <a:defRPr b="1" sz="1600"/>
            </a:lvl5pPr>
            <a:lvl6pPr indent="0" lvl="5" marL="2286000" rtl="0">
              <a:spcBef>
                <a:spcPts val="0"/>
              </a:spcBef>
              <a:buFont typeface="Calibri"/>
              <a:buNone/>
              <a:defRPr b="1" sz="1600"/>
            </a:lvl6pPr>
            <a:lvl7pPr indent="0" lvl="6" marL="2743200" rtl="0">
              <a:spcBef>
                <a:spcPts val="0"/>
              </a:spcBef>
              <a:buFont typeface="Calibri"/>
              <a:buNone/>
              <a:defRPr b="1" sz="1600"/>
            </a:lvl7pPr>
            <a:lvl8pPr indent="0" lvl="7" marL="3200400" rtl="0">
              <a:spcBef>
                <a:spcPts val="0"/>
              </a:spcBef>
              <a:buFont typeface="Calibri"/>
              <a:buNone/>
              <a:defRPr b="1" sz="1600"/>
            </a:lvl8pPr>
            <a:lvl9pPr indent="0" lvl="8" marL="3657600" rtl="0">
              <a:spcBef>
                <a:spcPts val="0"/>
              </a:spcBef>
              <a:buFont typeface="Calibri"/>
              <a:buNone/>
              <a:defRPr b="1" sz="1600"/>
            </a:lvl9pPr>
          </a:lstStyle>
          <a:p/>
        </p:txBody>
      </p:sp>
      <p:sp>
        <p:nvSpPr>
          <p:cNvPr id="151" name="Shape 151"/>
          <p:cNvSpPr txBox="1"/>
          <p:nvPr>
            <p:ph idx="4" type="body"/>
          </p:nvPr>
        </p:nvSpPr>
        <p:spPr>
          <a:xfrm>
            <a:off x="4645030" y="1631155"/>
            <a:ext cx="4041774" cy="296346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lvl="0" rtl="0">
              <a:spcBef>
                <a:spcPts val="0"/>
              </a:spcBef>
              <a:defRPr sz="2400"/>
            </a:lvl1pPr>
            <a:lvl2pPr lvl="1" rtl="0">
              <a:spcBef>
                <a:spcPts val="0"/>
              </a:spcBef>
              <a:defRPr sz="2000"/>
            </a:lvl2pPr>
            <a:lvl3pPr lvl="2" rtl="0">
              <a:spcBef>
                <a:spcPts val="0"/>
              </a:spcBef>
              <a:defRPr sz="1800"/>
            </a:lvl3pPr>
            <a:lvl4pPr lvl="3" rtl="0">
              <a:spcBef>
                <a:spcPts val="0"/>
              </a:spcBef>
              <a:defRPr sz="1600"/>
            </a:lvl4pPr>
            <a:lvl5pPr lvl="4" rtl="0">
              <a:spcBef>
                <a:spcPts val="0"/>
              </a:spcBef>
              <a:defRPr sz="1600"/>
            </a:lvl5pPr>
            <a:lvl6pPr lvl="5" rtl="0">
              <a:spcBef>
                <a:spcPts val="0"/>
              </a:spcBef>
              <a:defRPr sz="1600"/>
            </a:lvl6pPr>
            <a:lvl7pPr lvl="6" rtl="0">
              <a:spcBef>
                <a:spcPts val="0"/>
              </a:spcBef>
              <a:defRPr sz="1600"/>
            </a:lvl7pPr>
            <a:lvl8pPr lvl="7" rtl="0">
              <a:spcBef>
                <a:spcPts val="0"/>
              </a:spcBef>
              <a:defRPr sz="1600"/>
            </a:lvl8pPr>
            <a:lvl9pPr lvl="8" rtl="0">
              <a:spcBef>
                <a:spcPts val="0"/>
              </a:spcBef>
              <a:defRPr sz="1600"/>
            </a:lvl9pPr>
          </a:lstStyle>
          <a:p/>
        </p:txBody>
      </p:sp>
      <p:sp>
        <p:nvSpPr>
          <p:cNvPr id="152" name="Shape 152"/>
          <p:cNvSpPr txBox="1"/>
          <p:nvPr>
            <p:ph idx="10" type="dt"/>
          </p:nvPr>
        </p:nvSpPr>
        <p:spPr>
          <a:xfrm>
            <a:off x="457200" y="4767264"/>
            <a:ext cx="2133599" cy="27384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3" name="Shape 153"/>
          <p:cNvSpPr txBox="1"/>
          <p:nvPr>
            <p:ph idx="11" type="ftr"/>
          </p:nvPr>
        </p:nvSpPr>
        <p:spPr>
          <a:xfrm>
            <a:off x="3124200" y="4767264"/>
            <a:ext cx="2895600" cy="27384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/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4" name="Shape 154"/>
          <p:cNvSpPr txBox="1"/>
          <p:nvPr>
            <p:ph idx="12" type="sldNum"/>
          </p:nvPr>
        </p:nvSpPr>
        <p:spPr>
          <a:xfrm>
            <a:off x="6553200" y="4767264"/>
            <a:ext cx="2133599" cy="27384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ct val="25000"/>
              <a:buFont typeface="Calibri"/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type="titleOnly">
  <p:cSld name="Title Only"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Shape 156"/>
          <p:cNvSpPr txBox="1"/>
          <p:nvPr>
            <p:ph type="title"/>
          </p:nvPr>
        </p:nvSpPr>
        <p:spPr>
          <a:xfrm>
            <a:off x="267375" y="30523"/>
            <a:ext cx="8419424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/>
          <a:lstStyle>
            <a:lvl1pPr lvl="0" rtl="0" algn="ctr">
              <a:spcBef>
                <a:spcPts val="0"/>
              </a:spcBef>
              <a:buClr>
                <a:schemeClr val="accent1"/>
              </a:buClr>
              <a:buFont typeface="Calibri"/>
              <a:buNone/>
              <a:defRPr sz="36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defRPr/>
            </a:lvl2pPr>
            <a:lvl3pPr lvl="2" rtl="0">
              <a:spcBef>
                <a:spcPts val="0"/>
              </a:spcBef>
              <a:defRPr/>
            </a:lvl3pPr>
            <a:lvl4pPr lvl="3" rtl="0">
              <a:spcBef>
                <a:spcPts val="0"/>
              </a:spcBef>
              <a:defRPr/>
            </a:lvl4pPr>
            <a:lvl5pPr lvl="4" rtl="0">
              <a:spcBef>
                <a:spcPts val="0"/>
              </a:spcBef>
              <a:defRPr/>
            </a:lvl5pPr>
            <a:lvl6pPr lvl="5" rtl="0">
              <a:spcBef>
                <a:spcPts val="0"/>
              </a:spcBef>
              <a:defRPr/>
            </a:lvl6pPr>
            <a:lvl7pPr lvl="6" rtl="0">
              <a:spcBef>
                <a:spcPts val="0"/>
              </a:spcBef>
              <a:defRPr/>
            </a:lvl7pPr>
            <a:lvl8pPr lvl="7" rtl="0">
              <a:spcBef>
                <a:spcPts val="0"/>
              </a:spcBef>
              <a:defRPr/>
            </a:lvl8pPr>
            <a:lvl9pPr lvl="8" rtl="0">
              <a:spcBef>
                <a:spcPts val="0"/>
              </a:spcBef>
              <a:defRPr/>
            </a:lvl9pPr>
          </a:lstStyle>
          <a:p/>
        </p:txBody>
      </p:sp>
      <p:sp>
        <p:nvSpPr>
          <p:cNvPr id="157" name="Shape 157"/>
          <p:cNvSpPr txBox="1"/>
          <p:nvPr>
            <p:ph idx="10" type="dt"/>
          </p:nvPr>
        </p:nvSpPr>
        <p:spPr>
          <a:xfrm>
            <a:off x="457200" y="4767264"/>
            <a:ext cx="2133599" cy="27384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8" name="Shape 158"/>
          <p:cNvSpPr txBox="1"/>
          <p:nvPr>
            <p:ph idx="11" type="ftr"/>
          </p:nvPr>
        </p:nvSpPr>
        <p:spPr>
          <a:xfrm>
            <a:off x="3124200" y="4767264"/>
            <a:ext cx="2895600" cy="27384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/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9" name="Shape 159"/>
          <p:cNvSpPr txBox="1"/>
          <p:nvPr>
            <p:ph idx="12" type="sldNum"/>
          </p:nvPr>
        </p:nvSpPr>
        <p:spPr>
          <a:xfrm>
            <a:off x="6553200" y="4767264"/>
            <a:ext cx="2133599" cy="27384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ct val="25000"/>
              <a:buFont typeface="Calibri"/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type="blank">
  <p:cSld name="Blank"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Shape 161"/>
          <p:cNvSpPr txBox="1"/>
          <p:nvPr>
            <p:ph idx="10" type="dt"/>
          </p:nvPr>
        </p:nvSpPr>
        <p:spPr>
          <a:xfrm>
            <a:off x="457200" y="4767264"/>
            <a:ext cx="2133599" cy="27384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2" name="Shape 162"/>
          <p:cNvSpPr txBox="1"/>
          <p:nvPr>
            <p:ph idx="11" type="ftr"/>
          </p:nvPr>
        </p:nvSpPr>
        <p:spPr>
          <a:xfrm>
            <a:off x="3124200" y="4767264"/>
            <a:ext cx="2895600" cy="27384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/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3" name="Shape 163"/>
          <p:cNvSpPr txBox="1"/>
          <p:nvPr>
            <p:ph idx="12" type="sldNum"/>
          </p:nvPr>
        </p:nvSpPr>
        <p:spPr>
          <a:xfrm>
            <a:off x="6553200" y="4767264"/>
            <a:ext cx="2133599" cy="27384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ct val="25000"/>
              <a:buFont typeface="Calibri"/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type="objTx">
  <p:cSld name="Content with Caption"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Shape 165"/>
          <p:cNvSpPr txBox="1"/>
          <p:nvPr>
            <p:ph type="title"/>
          </p:nvPr>
        </p:nvSpPr>
        <p:spPr>
          <a:xfrm>
            <a:off x="457204" y="204786"/>
            <a:ext cx="3008313" cy="871538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rIns="91425" tIns="91425"/>
          <a:lstStyle>
            <a:lvl1pPr lvl="0" rtl="0" algn="l">
              <a:spcBef>
                <a:spcPts val="0"/>
              </a:spcBef>
              <a:defRPr b="1" sz="2000"/>
            </a:lvl1pPr>
            <a:lvl2pPr lvl="1" rtl="0">
              <a:spcBef>
                <a:spcPts val="0"/>
              </a:spcBef>
              <a:defRPr/>
            </a:lvl2pPr>
            <a:lvl3pPr lvl="2" rtl="0">
              <a:spcBef>
                <a:spcPts val="0"/>
              </a:spcBef>
              <a:defRPr/>
            </a:lvl3pPr>
            <a:lvl4pPr lvl="3" rtl="0">
              <a:spcBef>
                <a:spcPts val="0"/>
              </a:spcBef>
              <a:defRPr/>
            </a:lvl4pPr>
            <a:lvl5pPr lvl="4" rtl="0">
              <a:spcBef>
                <a:spcPts val="0"/>
              </a:spcBef>
              <a:defRPr/>
            </a:lvl5pPr>
            <a:lvl6pPr lvl="5" rtl="0">
              <a:spcBef>
                <a:spcPts val="0"/>
              </a:spcBef>
              <a:defRPr/>
            </a:lvl6pPr>
            <a:lvl7pPr lvl="6" rtl="0">
              <a:spcBef>
                <a:spcPts val="0"/>
              </a:spcBef>
              <a:defRPr/>
            </a:lvl7pPr>
            <a:lvl8pPr lvl="7" rtl="0">
              <a:spcBef>
                <a:spcPts val="0"/>
              </a:spcBef>
              <a:defRPr/>
            </a:lvl8pPr>
            <a:lvl9pPr lvl="8" rtl="0">
              <a:spcBef>
                <a:spcPts val="0"/>
              </a:spcBef>
              <a:defRPr/>
            </a:lvl9pPr>
          </a:lstStyle>
          <a:p/>
        </p:txBody>
      </p:sp>
      <p:sp>
        <p:nvSpPr>
          <p:cNvPr id="166" name="Shape 166"/>
          <p:cNvSpPr txBox="1"/>
          <p:nvPr>
            <p:ph idx="1" type="body"/>
          </p:nvPr>
        </p:nvSpPr>
        <p:spPr>
          <a:xfrm>
            <a:off x="3575050" y="204789"/>
            <a:ext cx="5111750" cy="438983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lvl="0" rtl="0">
              <a:spcBef>
                <a:spcPts val="0"/>
              </a:spcBef>
              <a:defRPr sz="3200"/>
            </a:lvl1pPr>
            <a:lvl2pPr lvl="1" rtl="0">
              <a:spcBef>
                <a:spcPts val="0"/>
              </a:spcBef>
              <a:defRPr sz="2800"/>
            </a:lvl2pPr>
            <a:lvl3pPr lvl="2" rtl="0">
              <a:spcBef>
                <a:spcPts val="0"/>
              </a:spcBef>
              <a:defRPr sz="2400"/>
            </a:lvl3pPr>
            <a:lvl4pPr lvl="3" rtl="0">
              <a:spcBef>
                <a:spcPts val="0"/>
              </a:spcBef>
              <a:defRPr sz="2000"/>
            </a:lvl4pPr>
            <a:lvl5pPr lvl="4" rtl="0">
              <a:spcBef>
                <a:spcPts val="0"/>
              </a:spcBef>
              <a:defRPr sz="2000"/>
            </a:lvl5pPr>
            <a:lvl6pPr lvl="5" rtl="0">
              <a:spcBef>
                <a:spcPts val="0"/>
              </a:spcBef>
              <a:defRPr sz="2000"/>
            </a:lvl6pPr>
            <a:lvl7pPr lvl="6" rtl="0">
              <a:spcBef>
                <a:spcPts val="0"/>
              </a:spcBef>
              <a:defRPr sz="2000"/>
            </a:lvl7pPr>
            <a:lvl8pPr lvl="7" rtl="0">
              <a:spcBef>
                <a:spcPts val="0"/>
              </a:spcBef>
              <a:defRPr sz="2000"/>
            </a:lvl8pPr>
            <a:lvl9pPr lvl="8" rtl="0">
              <a:spcBef>
                <a:spcPts val="0"/>
              </a:spcBef>
              <a:defRPr sz="2000"/>
            </a:lvl9pPr>
          </a:lstStyle>
          <a:p/>
        </p:txBody>
      </p:sp>
      <p:sp>
        <p:nvSpPr>
          <p:cNvPr id="167" name="Shape 167"/>
          <p:cNvSpPr txBox="1"/>
          <p:nvPr>
            <p:ph idx="2" type="body"/>
          </p:nvPr>
        </p:nvSpPr>
        <p:spPr>
          <a:xfrm>
            <a:off x="457204" y="1076328"/>
            <a:ext cx="3008313" cy="3518296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indent="0" lvl="0" marL="0" rtl="0">
              <a:spcBef>
                <a:spcPts val="0"/>
              </a:spcBef>
              <a:buFont typeface="Calibri"/>
              <a:buNone/>
              <a:defRPr sz="1400"/>
            </a:lvl1pPr>
            <a:lvl2pPr indent="0" lvl="1" marL="457200" rtl="0">
              <a:spcBef>
                <a:spcPts val="0"/>
              </a:spcBef>
              <a:buFont typeface="Calibri"/>
              <a:buNone/>
              <a:defRPr sz="1200"/>
            </a:lvl2pPr>
            <a:lvl3pPr indent="0" lvl="2" marL="914400" rtl="0">
              <a:spcBef>
                <a:spcPts val="0"/>
              </a:spcBef>
              <a:buFont typeface="Calibri"/>
              <a:buNone/>
              <a:defRPr sz="1000"/>
            </a:lvl3pPr>
            <a:lvl4pPr indent="0" lvl="3" marL="1371600" rtl="0">
              <a:spcBef>
                <a:spcPts val="0"/>
              </a:spcBef>
              <a:buFont typeface="Calibri"/>
              <a:buNone/>
              <a:defRPr sz="900"/>
            </a:lvl4pPr>
            <a:lvl5pPr indent="0" lvl="4" marL="1828800" rtl="0">
              <a:spcBef>
                <a:spcPts val="0"/>
              </a:spcBef>
              <a:buFont typeface="Calibri"/>
              <a:buNone/>
              <a:defRPr sz="900"/>
            </a:lvl5pPr>
            <a:lvl6pPr indent="0" lvl="5" marL="2286000" rtl="0">
              <a:spcBef>
                <a:spcPts val="0"/>
              </a:spcBef>
              <a:buFont typeface="Calibri"/>
              <a:buNone/>
              <a:defRPr sz="900"/>
            </a:lvl6pPr>
            <a:lvl7pPr indent="0" lvl="6" marL="2743200" rtl="0">
              <a:spcBef>
                <a:spcPts val="0"/>
              </a:spcBef>
              <a:buFont typeface="Calibri"/>
              <a:buNone/>
              <a:defRPr sz="900"/>
            </a:lvl7pPr>
            <a:lvl8pPr indent="0" lvl="7" marL="3200400" rtl="0">
              <a:spcBef>
                <a:spcPts val="0"/>
              </a:spcBef>
              <a:buFont typeface="Calibri"/>
              <a:buNone/>
              <a:defRPr sz="900"/>
            </a:lvl8pPr>
            <a:lvl9pPr indent="0" lvl="8" marL="3657600" rtl="0">
              <a:spcBef>
                <a:spcPts val="0"/>
              </a:spcBef>
              <a:buFont typeface="Calibri"/>
              <a:buNone/>
              <a:defRPr sz="900"/>
            </a:lvl9pPr>
          </a:lstStyle>
          <a:p/>
        </p:txBody>
      </p:sp>
      <p:sp>
        <p:nvSpPr>
          <p:cNvPr id="168" name="Shape 168"/>
          <p:cNvSpPr txBox="1"/>
          <p:nvPr>
            <p:ph idx="10" type="dt"/>
          </p:nvPr>
        </p:nvSpPr>
        <p:spPr>
          <a:xfrm>
            <a:off x="457200" y="4767264"/>
            <a:ext cx="2133599" cy="27384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9" name="Shape 169"/>
          <p:cNvSpPr txBox="1"/>
          <p:nvPr>
            <p:ph idx="11" type="ftr"/>
          </p:nvPr>
        </p:nvSpPr>
        <p:spPr>
          <a:xfrm>
            <a:off x="3124200" y="4767264"/>
            <a:ext cx="2895600" cy="27384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/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70" name="Shape 170"/>
          <p:cNvSpPr txBox="1"/>
          <p:nvPr>
            <p:ph idx="12" type="sldNum"/>
          </p:nvPr>
        </p:nvSpPr>
        <p:spPr>
          <a:xfrm>
            <a:off x="6553200" y="4767264"/>
            <a:ext cx="2133599" cy="27384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ct val="25000"/>
              <a:buFont typeface="Calibri"/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type="picTx">
  <p:cSld name="Picture with Caption"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Shape 172"/>
          <p:cNvSpPr txBox="1"/>
          <p:nvPr>
            <p:ph type="title"/>
          </p:nvPr>
        </p:nvSpPr>
        <p:spPr>
          <a:xfrm>
            <a:off x="1792288" y="3732730"/>
            <a:ext cx="5486399" cy="425053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rIns="91425" tIns="91425"/>
          <a:lstStyle>
            <a:lvl1pPr lvl="0" rtl="0" algn="ctr">
              <a:spcBef>
                <a:spcPts val="0"/>
              </a:spcBef>
              <a:defRPr b="1" sz="2000"/>
            </a:lvl1pPr>
            <a:lvl2pPr lvl="1" rtl="0">
              <a:spcBef>
                <a:spcPts val="0"/>
              </a:spcBef>
              <a:defRPr/>
            </a:lvl2pPr>
            <a:lvl3pPr lvl="2" rtl="0">
              <a:spcBef>
                <a:spcPts val="0"/>
              </a:spcBef>
              <a:defRPr/>
            </a:lvl3pPr>
            <a:lvl4pPr lvl="3" rtl="0">
              <a:spcBef>
                <a:spcPts val="0"/>
              </a:spcBef>
              <a:defRPr/>
            </a:lvl4pPr>
            <a:lvl5pPr lvl="4" rtl="0">
              <a:spcBef>
                <a:spcPts val="0"/>
              </a:spcBef>
              <a:defRPr/>
            </a:lvl5pPr>
            <a:lvl6pPr lvl="5" rtl="0">
              <a:spcBef>
                <a:spcPts val="0"/>
              </a:spcBef>
              <a:defRPr/>
            </a:lvl6pPr>
            <a:lvl7pPr lvl="6" rtl="0">
              <a:spcBef>
                <a:spcPts val="0"/>
              </a:spcBef>
              <a:defRPr/>
            </a:lvl7pPr>
            <a:lvl8pPr lvl="7" rtl="0">
              <a:spcBef>
                <a:spcPts val="0"/>
              </a:spcBef>
              <a:defRPr/>
            </a:lvl8pPr>
            <a:lvl9pPr lvl="8" rtl="0">
              <a:spcBef>
                <a:spcPts val="0"/>
              </a:spcBef>
              <a:defRPr/>
            </a:lvl9pPr>
          </a:lstStyle>
          <a:p/>
        </p:txBody>
      </p:sp>
      <p:sp>
        <p:nvSpPr>
          <p:cNvPr id="173" name="Shape 173"/>
          <p:cNvSpPr/>
          <p:nvPr>
            <p:ph idx="2" type="pic"/>
          </p:nvPr>
        </p:nvSpPr>
        <p:spPr>
          <a:xfrm>
            <a:off x="1792288" y="459581"/>
            <a:ext cx="5486399" cy="3086099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Font typeface="Arial"/>
              <a:buNone/>
              <a:defRPr b="0" i="0" sz="3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74" name="Shape 174"/>
          <p:cNvSpPr txBox="1"/>
          <p:nvPr>
            <p:ph idx="1" type="body"/>
          </p:nvPr>
        </p:nvSpPr>
        <p:spPr>
          <a:xfrm>
            <a:off x="1792288" y="4025505"/>
            <a:ext cx="5486399" cy="60364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indent="0" lvl="0" marL="0" rtl="0">
              <a:spcBef>
                <a:spcPts val="0"/>
              </a:spcBef>
              <a:buFont typeface="Calibri"/>
              <a:buNone/>
              <a:defRPr sz="1400"/>
            </a:lvl1pPr>
            <a:lvl2pPr indent="0" lvl="1" marL="457200" rtl="0">
              <a:spcBef>
                <a:spcPts val="0"/>
              </a:spcBef>
              <a:buFont typeface="Calibri"/>
              <a:buNone/>
              <a:defRPr sz="1200"/>
            </a:lvl2pPr>
            <a:lvl3pPr indent="0" lvl="2" marL="914400" rtl="0">
              <a:spcBef>
                <a:spcPts val="0"/>
              </a:spcBef>
              <a:buFont typeface="Calibri"/>
              <a:buNone/>
              <a:defRPr sz="1000"/>
            </a:lvl3pPr>
            <a:lvl4pPr indent="0" lvl="3" marL="1371600" rtl="0">
              <a:spcBef>
                <a:spcPts val="0"/>
              </a:spcBef>
              <a:buFont typeface="Calibri"/>
              <a:buNone/>
              <a:defRPr sz="900"/>
            </a:lvl4pPr>
            <a:lvl5pPr indent="0" lvl="4" marL="1828800" rtl="0">
              <a:spcBef>
                <a:spcPts val="0"/>
              </a:spcBef>
              <a:buFont typeface="Calibri"/>
              <a:buNone/>
              <a:defRPr sz="900"/>
            </a:lvl5pPr>
            <a:lvl6pPr indent="0" lvl="5" marL="2286000" rtl="0">
              <a:spcBef>
                <a:spcPts val="0"/>
              </a:spcBef>
              <a:buFont typeface="Calibri"/>
              <a:buNone/>
              <a:defRPr sz="900"/>
            </a:lvl6pPr>
            <a:lvl7pPr indent="0" lvl="6" marL="2743200" rtl="0">
              <a:spcBef>
                <a:spcPts val="0"/>
              </a:spcBef>
              <a:buFont typeface="Calibri"/>
              <a:buNone/>
              <a:defRPr sz="900"/>
            </a:lvl7pPr>
            <a:lvl8pPr indent="0" lvl="7" marL="3200400" rtl="0">
              <a:spcBef>
                <a:spcPts val="0"/>
              </a:spcBef>
              <a:buFont typeface="Calibri"/>
              <a:buNone/>
              <a:defRPr sz="900"/>
            </a:lvl8pPr>
            <a:lvl9pPr indent="0" lvl="8" marL="3657600" rtl="0">
              <a:spcBef>
                <a:spcPts val="0"/>
              </a:spcBef>
              <a:buFont typeface="Calibri"/>
              <a:buNone/>
              <a:defRPr sz="900"/>
            </a:lvl9pPr>
          </a:lstStyle>
          <a:p/>
        </p:txBody>
      </p:sp>
      <p:sp>
        <p:nvSpPr>
          <p:cNvPr id="175" name="Shape 175"/>
          <p:cNvSpPr txBox="1"/>
          <p:nvPr>
            <p:ph idx="10" type="dt"/>
          </p:nvPr>
        </p:nvSpPr>
        <p:spPr>
          <a:xfrm>
            <a:off x="457200" y="4767264"/>
            <a:ext cx="2133599" cy="27384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76" name="Shape 176"/>
          <p:cNvSpPr txBox="1"/>
          <p:nvPr>
            <p:ph idx="11" type="ftr"/>
          </p:nvPr>
        </p:nvSpPr>
        <p:spPr>
          <a:xfrm>
            <a:off x="3124200" y="4767264"/>
            <a:ext cx="2895600" cy="27384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/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77" name="Shape 177"/>
          <p:cNvSpPr txBox="1"/>
          <p:nvPr>
            <p:ph idx="12" type="sldNum"/>
          </p:nvPr>
        </p:nvSpPr>
        <p:spPr>
          <a:xfrm>
            <a:off x="6553200" y="4767264"/>
            <a:ext cx="2133599" cy="27384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ct val="25000"/>
              <a:buFont typeface="Calibri"/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type="vertTx">
  <p:cSld name="Title and Vertical Text"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Shape 179"/>
          <p:cNvSpPr txBox="1"/>
          <p:nvPr>
            <p:ph type="title"/>
          </p:nvPr>
        </p:nvSpPr>
        <p:spPr>
          <a:xfrm>
            <a:off x="267375" y="30523"/>
            <a:ext cx="8419424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/>
          <a:lstStyle>
            <a:lvl1pPr lvl="0" rtl="0" algn="ctr">
              <a:spcBef>
                <a:spcPts val="0"/>
              </a:spcBef>
              <a:buClr>
                <a:schemeClr val="accent1"/>
              </a:buClr>
              <a:buFont typeface="Calibri"/>
              <a:buNone/>
              <a:defRPr sz="36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defRPr/>
            </a:lvl2pPr>
            <a:lvl3pPr lvl="2" rtl="0">
              <a:spcBef>
                <a:spcPts val="0"/>
              </a:spcBef>
              <a:defRPr/>
            </a:lvl3pPr>
            <a:lvl4pPr lvl="3" rtl="0">
              <a:spcBef>
                <a:spcPts val="0"/>
              </a:spcBef>
              <a:defRPr/>
            </a:lvl4pPr>
            <a:lvl5pPr lvl="4" rtl="0">
              <a:spcBef>
                <a:spcPts val="0"/>
              </a:spcBef>
              <a:defRPr/>
            </a:lvl5pPr>
            <a:lvl6pPr lvl="5" rtl="0">
              <a:spcBef>
                <a:spcPts val="0"/>
              </a:spcBef>
              <a:defRPr/>
            </a:lvl6pPr>
            <a:lvl7pPr lvl="6" rtl="0">
              <a:spcBef>
                <a:spcPts val="0"/>
              </a:spcBef>
              <a:defRPr/>
            </a:lvl7pPr>
            <a:lvl8pPr lvl="7" rtl="0">
              <a:spcBef>
                <a:spcPts val="0"/>
              </a:spcBef>
              <a:defRPr/>
            </a:lvl8pPr>
            <a:lvl9pPr lvl="8" rtl="0">
              <a:spcBef>
                <a:spcPts val="0"/>
              </a:spcBef>
              <a:defRPr/>
            </a:lvl9pPr>
          </a:lstStyle>
          <a:p/>
        </p:txBody>
      </p:sp>
      <p:sp>
        <p:nvSpPr>
          <p:cNvPr id="180" name="Shape 180"/>
          <p:cNvSpPr txBox="1"/>
          <p:nvPr>
            <p:ph idx="1" type="body"/>
          </p:nvPr>
        </p:nvSpPr>
        <p:spPr>
          <a:xfrm rot="5400000">
            <a:off x="2664360" y="-1427814"/>
            <a:ext cx="3625453" cy="841942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indent="-190500" lvl="0" marL="342900" rtl="0" algn="l">
              <a:spcBef>
                <a:spcPts val="480"/>
              </a:spcBef>
              <a:buClr>
                <a:schemeClr val="dk1"/>
              </a:buClr>
              <a:buFont typeface="Arial"/>
              <a:buChar char="•"/>
              <a:def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158750" lvl="1" marL="742950" rtl="0" algn="l">
              <a:spcBef>
                <a:spcPts val="400"/>
              </a:spcBef>
              <a:buClr>
                <a:schemeClr val="dk1"/>
              </a:buClr>
              <a:buFont typeface="Arial"/>
              <a:buChar char="–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114300" lvl="2" marL="1143000" rtl="0" algn="l">
              <a:spcBef>
                <a:spcPts val="360"/>
              </a:spcBef>
              <a:buClr>
                <a:schemeClr val="dk1"/>
              </a:buClr>
              <a:buFont typeface="Arial"/>
              <a:buChar char="•"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127000" lvl="3" marL="1600200" rtl="0" algn="l">
              <a:spcBef>
                <a:spcPts val="320"/>
              </a:spcBef>
              <a:buClr>
                <a:schemeClr val="dk1"/>
              </a:buClr>
              <a:buFont typeface="Arial"/>
              <a:buChar char="–"/>
              <a:defRPr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127000" lvl="4" marL="2057400" rtl="0" algn="l">
              <a:spcBef>
                <a:spcPts val="320"/>
              </a:spcBef>
              <a:buClr>
                <a:schemeClr val="dk1"/>
              </a:buClr>
              <a:buFont typeface="Arial"/>
              <a:buChar char="»"/>
              <a:defRPr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101600" lvl="5" marL="2514600" rtl="0" algn="l">
              <a:spcBef>
                <a:spcPts val="400"/>
              </a:spcBef>
              <a:buClr>
                <a:schemeClr val="dk1"/>
              </a:buClr>
              <a:buFont typeface="Arial"/>
              <a:buChar char="•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101600" lvl="6" marL="2971800" rtl="0" algn="l">
              <a:spcBef>
                <a:spcPts val="400"/>
              </a:spcBef>
              <a:buClr>
                <a:schemeClr val="dk1"/>
              </a:buClr>
              <a:buFont typeface="Arial"/>
              <a:buChar char="•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101600" lvl="7" marL="3429000" rtl="0" algn="l">
              <a:spcBef>
                <a:spcPts val="400"/>
              </a:spcBef>
              <a:buClr>
                <a:schemeClr val="dk1"/>
              </a:buClr>
              <a:buFont typeface="Arial"/>
              <a:buChar char="•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101600" lvl="8" marL="3886200" rtl="0" algn="l">
              <a:spcBef>
                <a:spcPts val="400"/>
              </a:spcBef>
              <a:buClr>
                <a:schemeClr val="dk1"/>
              </a:buClr>
              <a:buFont typeface="Arial"/>
              <a:buChar char="•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81" name="Shape 181"/>
          <p:cNvSpPr txBox="1"/>
          <p:nvPr>
            <p:ph idx="10" type="dt"/>
          </p:nvPr>
        </p:nvSpPr>
        <p:spPr>
          <a:xfrm>
            <a:off x="457200" y="4767264"/>
            <a:ext cx="2133599" cy="27384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82" name="Shape 182"/>
          <p:cNvSpPr txBox="1"/>
          <p:nvPr>
            <p:ph idx="11" type="ftr"/>
          </p:nvPr>
        </p:nvSpPr>
        <p:spPr>
          <a:xfrm>
            <a:off x="3124200" y="4767264"/>
            <a:ext cx="2895600" cy="27384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/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83" name="Shape 183"/>
          <p:cNvSpPr txBox="1"/>
          <p:nvPr>
            <p:ph idx="12" type="sldNum"/>
          </p:nvPr>
        </p:nvSpPr>
        <p:spPr>
          <a:xfrm>
            <a:off x="6553200" y="4767264"/>
            <a:ext cx="2133599" cy="27384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ct val="25000"/>
              <a:buFont typeface="Calibri"/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type="vertTitleAndTx">
  <p:cSld name="Vertical Title and Text"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Shape 185"/>
          <p:cNvSpPr txBox="1"/>
          <p:nvPr>
            <p:ph type="title"/>
          </p:nvPr>
        </p:nvSpPr>
        <p:spPr>
          <a:xfrm rot="5400000">
            <a:off x="5463777" y="1371602"/>
            <a:ext cx="4388643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/>
          <a:lstStyle>
            <a:lvl1pPr lvl="0" rtl="0" algn="ctr">
              <a:spcBef>
                <a:spcPts val="0"/>
              </a:spcBef>
              <a:buClr>
                <a:schemeClr val="accent1"/>
              </a:buClr>
              <a:buFont typeface="Calibri"/>
              <a:buNone/>
              <a:defRPr sz="36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defRPr/>
            </a:lvl2pPr>
            <a:lvl3pPr lvl="2" rtl="0">
              <a:spcBef>
                <a:spcPts val="0"/>
              </a:spcBef>
              <a:defRPr/>
            </a:lvl3pPr>
            <a:lvl4pPr lvl="3" rtl="0">
              <a:spcBef>
                <a:spcPts val="0"/>
              </a:spcBef>
              <a:defRPr/>
            </a:lvl4pPr>
            <a:lvl5pPr lvl="4" rtl="0">
              <a:spcBef>
                <a:spcPts val="0"/>
              </a:spcBef>
              <a:defRPr/>
            </a:lvl5pPr>
            <a:lvl6pPr lvl="5" rtl="0">
              <a:spcBef>
                <a:spcPts val="0"/>
              </a:spcBef>
              <a:defRPr/>
            </a:lvl6pPr>
            <a:lvl7pPr lvl="6" rtl="0">
              <a:spcBef>
                <a:spcPts val="0"/>
              </a:spcBef>
              <a:defRPr/>
            </a:lvl7pPr>
            <a:lvl8pPr lvl="7" rtl="0">
              <a:spcBef>
                <a:spcPts val="0"/>
              </a:spcBef>
              <a:defRPr/>
            </a:lvl8pPr>
            <a:lvl9pPr lvl="8" rtl="0">
              <a:spcBef>
                <a:spcPts val="0"/>
              </a:spcBef>
              <a:defRPr/>
            </a:lvl9pPr>
          </a:lstStyle>
          <a:p/>
        </p:txBody>
      </p:sp>
      <p:sp>
        <p:nvSpPr>
          <p:cNvPr id="186" name="Shape 186"/>
          <p:cNvSpPr txBox="1"/>
          <p:nvPr>
            <p:ph idx="1" type="body"/>
          </p:nvPr>
        </p:nvSpPr>
        <p:spPr>
          <a:xfrm rot="5400000">
            <a:off x="1272778" y="-609596"/>
            <a:ext cx="4388643" cy="601979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indent="-190500" lvl="0" marL="342900" rtl="0" algn="l">
              <a:spcBef>
                <a:spcPts val="480"/>
              </a:spcBef>
              <a:buClr>
                <a:schemeClr val="dk1"/>
              </a:buClr>
              <a:buFont typeface="Arial"/>
              <a:buChar char="•"/>
              <a:def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158750" lvl="1" marL="742950" rtl="0" algn="l">
              <a:spcBef>
                <a:spcPts val="400"/>
              </a:spcBef>
              <a:buClr>
                <a:schemeClr val="dk1"/>
              </a:buClr>
              <a:buFont typeface="Arial"/>
              <a:buChar char="–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114300" lvl="2" marL="1143000" rtl="0" algn="l">
              <a:spcBef>
                <a:spcPts val="360"/>
              </a:spcBef>
              <a:buClr>
                <a:schemeClr val="dk1"/>
              </a:buClr>
              <a:buFont typeface="Arial"/>
              <a:buChar char="•"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127000" lvl="3" marL="1600200" rtl="0" algn="l">
              <a:spcBef>
                <a:spcPts val="320"/>
              </a:spcBef>
              <a:buClr>
                <a:schemeClr val="dk1"/>
              </a:buClr>
              <a:buFont typeface="Arial"/>
              <a:buChar char="–"/>
              <a:defRPr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127000" lvl="4" marL="2057400" rtl="0" algn="l">
              <a:spcBef>
                <a:spcPts val="320"/>
              </a:spcBef>
              <a:buClr>
                <a:schemeClr val="dk1"/>
              </a:buClr>
              <a:buFont typeface="Arial"/>
              <a:buChar char="»"/>
              <a:defRPr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101600" lvl="5" marL="2514600" rtl="0" algn="l">
              <a:spcBef>
                <a:spcPts val="400"/>
              </a:spcBef>
              <a:buClr>
                <a:schemeClr val="dk1"/>
              </a:buClr>
              <a:buFont typeface="Arial"/>
              <a:buChar char="•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101600" lvl="6" marL="2971800" rtl="0" algn="l">
              <a:spcBef>
                <a:spcPts val="400"/>
              </a:spcBef>
              <a:buClr>
                <a:schemeClr val="dk1"/>
              </a:buClr>
              <a:buFont typeface="Arial"/>
              <a:buChar char="•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101600" lvl="7" marL="3429000" rtl="0" algn="l">
              <a:spcBef>
                <a:spcPts val="400"/>
              </a:spcBef>
              <a:buClr>
                <a:schemeClr val="dk1"/>
              </a:buClr>
              <a:buFont typeface="Arial"/>
              <a:buChar char="•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101600" lvl="8" marL="3886200" rtl="0" algn="l">
              <a:spcBef>
                <a:spcPts val="400"/>
              </a:spcBef>
              <a:buClr>
                <a:schemeClr val="dk1"/>
              </a:buClr>
              <a:buFont typeface="Arial"/>
              <a:buChar char="•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87" name="Shape 187"/>
          <p:cNvSpPr txBox="1"/>
          <p:nvPr>
            <p:ph idx="10" type="dt"/>
          </p:nvPr>
        </p:nvSpPr>
        <p:spPr>
          <a:xfrm>
            <a:off x="457200" y="4767264"/>
            <a:ext cx="2133599" cy="27384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88" name="Shape 188"/>
          <p:cNvSpPr txBox="1"/>
          <p:nvPr>
            <p:ph idx="11" type="ftr"/>
          </p:nvPr>
        </p:nvSpPr>
        <p:spPr>
          <a:xfrm>
            <a:off x="3124200" y="4767264"/>
            <a:ext cx="2895600" cy="27384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/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89" name="Shape 189"/>
          <p:cNvSpPr txBox="1"/>
          <p:nvPr>
            <p:ph idx="12" type="sldNum"/>
          </p:nvPr>
        </p:nvSpPr>
        <p:spPr>
          <a:xfrm>
            <a:off x="6553200" y="4767264"/>
            <a:ext cx="2133599" cy="27384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ct val="25000"/>
              <a:buFont typeface="Calibri"/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type="title">
  <p:cSld name="Title Slide"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6" name="Shape 196"/>
          <p:cNvPicPr preferRelativeResize="0"/>
          <p:nvPr/>
        </p:nvPicPr>
        <p:blipFill rotWithShape="1">
          <a:blip r:embed="rId2">
            <a:alphaModFix/>
          </a:blip>
          <a:srcRect b="43638" l="0" r="0" t="15840"/>
          <a:stretch/>
        </p:blipFill>
        <p:spPr>
          <a:xfrm>
            <a:off x="-12450" y="0"/>
            <a:ext cx="9168901" cy="2476502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Shape 197"/>
          <p:cNvSpPr txBox="1"/>
          <p:nvPr>
            <p:ph type="ctrTitle"/>
          </p:nvPr>
        </p:nvSpPr>
        <p:spPr>
          <a:xfrm>
            <a:off x="-24900" y="1800913"/>
            <a:ext cx="9181200" cy="1265998"/>
          </a:xfrm>
          <a:prstGeom prst="rect">
            <a:avLst/>
          </a:prstGeom>
          <a:solidFill>
            <a:srgbClr val="980000"/>
          </a:solidFill>
          <a:ln>
            <a:noFill/>
          </a:ln>
        </p:spPr>
        <p:txBody>
          <a:bodyPr anchorCtr="0" anchor="ctr" bIns="91425" lIns="91425" rIns="91425" tIns="91425"/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  <a:defRPr b="0" i="0" sz="3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5200C"/>
              </a:buClr>
              <a:buFont typeface="Arial"/>
              <a:buNone/>
              <a:defRPr b="1" i="0" sz="4800" u="none" cap="none" strike="noStrike">
                <a:solidFill>
                  <a:srgbClr val="85200C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ctr">
              <a:spcBef>
                <a:spcPts val="0"/>
              </a:spcBef>
              <a:buClr>
                <a:srgbClr val="85200C"/>
              </a:buClr>
              <a:buFont typeface="Arial"/>
              <a:buNone/>
              <a:defRPr b="1" i="0" sz="4800" u="none" cap="none" strike="noStrike">
                <a:solidFill>
                  <a:srgbClr val="85200C"/>
                </a:solidFill>
              </a:defRPr>
            </a:lvl3pPr>
            <a:lvl4pPr indent="0" lvl="3" marL="0" marR="0" rtl="0" algn="ctr">
              <a:spcBef>
                <a:spcPts val="0"/>
              </a:spcBef>
              <a:buClr>
                <a:srgbClr val="85200C"/>
              </a:buClr>
              <a:buFont typeface="Arial"/>
              <a:buNone/>
              <a:defRPr b="1" i="0" sz="4800" u="none" cap="none" strike="noStrike">
                <a:solidFill>
                  <a:srgbClr val="85200C"/>
                </a:solidFill>
              </a:defRPr>
            </a:lvl4pPr>
            <a:lvl5pPr indent="0" lvl="4" marL="0" marR="0" rtl="0" algn="ctr">
              <a:spcBef>
                <a:spcPts val="0"/>
              </a:spcBef>
              <a:buClr>
                <a:srgbClr val="85200C"/>
              </a:buClr>
              <a:buFont typeface="Arial"/>
              <a:buNone/>
              <a:defRPr b="1" i="0" sz="4800" u="none" cap="none" strike="noStrike">
                <a:solidFill>
                  <a:srgbClr val="85200C"/>
                </a:solidFill>
              </a:defRPr>
            </a:lvl5pPr>
            <a:lvl6pPr indent="0" lvl="5" marL="0" marR="0" rtl="0" algn="ctr">
              <a:spcBef>
                <a:spcPts val="0"/>
              </a:spcBef>
              <a:buClr>
                <a:srgbClr val="85200C"/>
              </a:buClr>
              <a:buFont typeface="Arial"/>
              <a:buNone/>
              <a:defRPr b="1" i="0" sz="4800" u="none" cap="none" strike="noStrike">
                <a:solidFill>
                  <a:srgbClr val="85200C"/>
                </a:solidFill>
              </a:defRPr>
            </a:lvl6pPr>
            <a:lvl7pPr indent="0" lvl="6" marL="0" marR="0" rtl="0" algn="ctr">
              <a:spcBef>
                <a:spcPts val="0"/>
              </a:spcBef>
              <a:buClr>
                <a:srgbClr val="85200C"/>
              </a:buClr>
              <a:buFont typeface="Arial"/>
              <a:buNone/>
              <a:defRPr b="1" i="0" sz="4800" u="none" cap="none" strike="noStrike">
                <a:solidFill>
                  <a:srgbClr val="85200C"/>
                </a:solidFill>
              </a:defRPr>
            </a:lvl7pPr>
            <a:lvl8pPr indent="0" lvl="7" marL="0" marR="0" rtl="0" algn="ctr">
              <a:spcBef>
                <a:spcPts val="0"/>
              </a:spcBef>
              <a:buClr>
                <a:srgbClr val="85200C"/>
              </a:buClr>
              <a:buFont typeface="Arial"/>
              <a:buNone/>
              <a:defRPr b="1" i="0" sz="4800" u="none" cap="none" strike="noStrike">
                <a:solidFill>
                  <a:srgbClr val="85200C"/>
                </a:solidFill>
              </a:defRPr>
            </a:lvl8pPr>
            <a:lvl9pPr indent="0" lvl="8" marL="0" marR="0" rtl="0" algn="ctr">
              <a:spcBef>
                <a:spcPts val="0"/>
              </a:spcBef>
              <a:buClr>
                <a:srgbClr val="85200C"/>
              </a:buClr>
              <a:buFont typeface="Arial"/>
              <a:buNone/>
              <a:defRPr b="1" i="0" sz="4800" u="none" cap="none" strike="noStrike">
                <a:solidFill>
                  <a:srgbClr val="85200C"/>
                </a:solidFill>
              </a:defRPr>
            </a:lvl9pPr>
          </a:lstStyle>
          <a:p/>
        </p:txBody>
      </p:sp>
      <p:sp>
        <p:nvSpPr>
          <p:cNvPr id="198" name="Shape 198"/>
          <p:cNvSpPr txBox="1"/>
          <p:nvPr>
            <p:ph idx="1" type="subTitle"/>
          </p:nvPr>
        </p:nvSpPr>
        <p:spPr>
          <a:xfrm>
            <a:off x="723912" y="3174738"/>
            <a:ext cx="7696198" cy="93209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199" name="Shape 199"/>
          <p:cNvPicPr preferRelativeResize="0"/>
          <p:nvPr/>
        </p:nvPicPr>
        <p:blipFill rotWithShape="1">
          <a:blip r:embed="rId3">
            <a:alphaModFix amt="96000"/>
          </a:blip>
          <a:srcRect b="0" l="0" r="0" t="0"/>
          <a:stretch/>
        </p:blipFill>
        <p:spPr>
          <a:xfrm>
            <a:off x="7369200" y="3563069"/>
            <a:ext cx="1491549" cy="1381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type="obj">
  <p:cSld name="Title and Content"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Shape 201"/>
          <p:cNvSpPr txBox="1"/>
          <p:nvPr>
            <p:ph type="title"/>
          </p:nvPr>
        </p:nvSpPr>
        <p:spPr>
          <a:xfrm>
            <a:off x="377775" y="2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rIns="91425" tIns="91425"/>
          <a:lstStyle>
            <a:lvl1pPr lvl="0" rtl="0">
              <a:spcBef>
                <a:spcPts val="0"/>
              </a:spcBef>
              <a:buClr>
                <a:srgbClr val="85200C"/>
              </a:buClr>
              <a:buFont typeface="Arial"/>
              <a:buNone/>
              <a:defRPr b="1" sz="3600">
                <a:solidFill>
                  <a:srgbClr val="85200C"/>
                </a:solidFill>
              </a:defRPr>
            </a:lvl1pPr>
            <a:lvl2pPr lvl="1" rtl="0">
              <a:spcBef>
                <a:spcPts val="0"/>
              </a:spcBef>
              <a:buClr>
                <a:srgbClr val="85200C"/>
              </a:buClr>
              <a:buFont typeface="Arial"/>
              <a:buNone/>
              <a:defRPr b="1" sz="3600">
                <a:solidFill>
                  <a:srgbClr val="85200C"/>
                </a:solidFill>
              </a:defRPr>
            </a:lvl2pPr>
            <a:lvl3pPr lvl="2" rtl="0">
              <a:spcBef>
                <a:spcPts val="0"/>
              </a:spcBef>
              <a:buClr>
                <a:srgbClr val="85200C"/>
              </a:buClr>
              <a:buNone/>
              <a:defRPr b="1" sz="3600">
                <a:solidFill>
                  <a:srgbClr val="85200C"/>
                </a:solidFill>
              </a:defRPr>
            </a:lvl3pPr>
            <a:lvl4pPr lvl="3" rtl="0">
              <a:spcBef>
                <a:spcPts val="0"/>
              </a:spcBef>
              <a:buClr>
                <a:srgbClr val="85200C"/>
              </a:buClr>
              <a:buNone/>
              <a:defRPr b="1" sz="3600">
                <a:solidFill>
                  <a:srgbClr val="85200C"/>
                </a:solidFill>
              </a:defRPr>
            </a:lvl4pPr>
            <a:lvl5pPr lvl="4" rtl="0">
              <a:spcBef>
                <a:spcPts val="0"/>
              </a:spcBef>
              <a:buClr>
                <a:srgbClr val="85200C"/>
              </a:buClr>
              <a:buNone/>
              <a:defRPr b="1" sz="3600">
                <a:solidFill>
                  <a:srgbClr val="85200C"/>
                </a:solidFill>
              </a:defRPr>
            </a:lvl5pPr>
            <a:lvl6pPr lvl="5" rtl="0">
              <a:spcBef>
                <a:spcPts val="0"/>
              </a:spcBef>
              <a:buClr>
                <a:srgbClr val="85200C"/>
              </a:buClr>
              <a:buNone/>
              <a:defRPr b="1" sz="3600">
                <a:solidFill>
                  <a:srgbClr val="85200C"/>
                </a:solidFill>
              </a:defRPr>
            </a:lvl6pPr>
            <a:lvl7pPr lvl="6" rtl="0">
              <a:spcBef>
                <a:spcPts val="0"/>
              </a:spcBef>
              <a:buClr>
                <a:srgbClr val="85200C"/>
              </a:buClr>
              <a:buNone/>
              <a:defRPr b="1" sz="3600">
                <a:solidFill>
                  <a:srgbClr val="85200C"/>
                </a:solidFill>
              </a:defRPr>
            </a:lvl7pPr>
            <a:lvl8pPr lvl="7" rtl="0">
              <a:spcBef>
                <a:spcPts val="0"/>
              </a:spcBef>
              <a:buClr>
                <a:srgbClr val="85200C"/>
              </a:buClr>
              <a:buNone/>
              <a:defRPr b="1" sz="3600">
                <a:solidFill>
                  <a:srgbClr val="85200C"/>
                </a:solidFill>
              </a:defRPr>
            </a:lvl8pPr>
            <a:lvl9pPr lvl="8" rtl="0">
              <a:spcBef>
                <a:spcPts val="0"/>
              </a:spcBef>
              <a:buClr>
                <a:srgbClr val="85200C"/>
              </a:buClr>
              <a:buNone/>
              <a:defRPr b="1" sz="3600">
                <a:solidFill>
                  <a:srgbClr val="85200C"/>
                </a:solidFill>
              </a:defRPr>
            </a:lvl9pPr>
          </a:lstStyle>
          <a:p/>
        </p:txBody>
      </p:sp>
      <p:sp>
        <p:nvSpPr>
          <p:cNvPr id="202" name="Shape 202"/>
          <p:cNvSpPr txBox="1"/>
          <p:nvPr>
            <p:ph idx="1" type="body"/>
          </p:nvPr>
        </p:nvSpPr>
        <p:spPr>
          <a:xfrm>
            <a:off x="457200" y="760325"/>
            <a:ext cx="8229600" cy="398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lvl="0" rtl="0">
              <a:spcBef>
                <a:spcPts val="600"/>
              </a:spcBef>
              <a:defRPr sz="3200">
                <a:solidFill>
                  <a:schemeClr val="dk1"/>
                </a:solidFill>
              </a:defRPr>
            </a:lvl1pPr>
            <a:lvl2pPr lvl="1" rtl="0">
              <a:spcBef>
                <a:spcPts val="480"/>
              </a:spcBef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480"/>
              </a:spcBef>
              <a:defRPr sz="2400">
                <a:solidFill>
                  <a:schemeClr val="dk1"/>
                </a:solidFill>
              </a:defRPr>
            </a:lvl3pPr>
            <a:lvl4pPr lvl="3" rtl="0">
              <a:spcBef>
                <a:spcPts val="360"/>
              </a:spcBef>
              <a:defRPr sz="2200">
                <a:solidFill>
                  <a:schemeClr val="dk1"/>
                </a:solidFill>
              </a:defRPr>
            </a:lvl4pPr>
            <a:lvl5pPr lvl="4" rtl="0">
              <a:spcBef>
                <a:spcPts val="360"/>
              </a:spcBef>
              <a:defRPr sz="2000">
                <a:solidFill>
                  <a:schemeClr val="dk1"/>
                </a:solidFill>
              </a:defRPr>
            </a:lvl5pPr>
            <a:lvl6pPr lvl="5" rtl="0">
              <a:spcBef>
                <a:spcPts val="360"/>
              </a:spcBef>
              <a:defRPr sz="1800">
                <a:solidFill>
                  <a:schemeClr val="dk1"/>
                </a:solidFill>
              </a:defRPr>
            </a:lvl6pPr>
            <a:lvl7pPr lvl="6" rtl="0">
              <a:spcBef>
                <a:spcPts val="360"/>
              </a:spcBef>
              <a:defRPr sz="1800">
                <a:solidFill>
                  <a:schemeClr val="dk1"/>
                </a:solidFill>
              </a:defRPr>
            </a:lvl7pPr>
            <a:lvl8pPr lvl="7" rtl="0">
              <a:spcBef>
                <a:spcPts val="360"/>
              </a:spcBef>
              <a:defRPr sz="1800">
                <a:solidFill>
                  <a:schemeClr val="dk1"/>
                </a:solidFill>
              </a:defRPr>
            </a:lvl8pPr>
            <a:lvl9pPr lvl="8" rtl="0">
              <a:spcBef>
                <a:spcPts val="360"/>
              </a:spcBef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3" name="Shape 203"/>
          <p:cNvSpPr txBox="1"/>
          <p:nvPr>
            <p:ph idx="10" type="dt"/>
          </p:nvPr>
        </p:nvSpPr>
        <p:spPr>
          <a:xfrm>
            <a:off x="457200" y="4767264"/>
            <a:ext cx="2133599" cy="27384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04" name="Shape 204"/>
          <p:cNvSpPr txBox="1"/>
          <p:nvPr>
            <p:ph idx="11" type="ftr"/>
          </p:nvPr>
        </p:nvSpPr>
        <p:spPr>
          <a:xfrm>
            <a:off x="3124200" y="4767264"/>
            <a:ext cx="2895600" cy="27384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05" name="Shape 205"/>
          <p:cNvSpPr txBox="1"/>
          <p:nvPr>
            <p:ph idx="12" type="sldNum"/>
          </p:nvPr>
        </p:nvSpPr>
        <p:spPr>
          <a:xfrm>
            <a:off x="8556817" y="4749850"/>
            <a:ext cx="548699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ct val="25000"/>
              <a:buFont typeface="Calibri"/>
              <a:buNone/>
            </a:pPr>
            <a:fld id="{00000000-1234-1234-1234-123412341234}" type="slidenum">
              <a:rPr b="0" i="0" lang="en" sz="13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type="tx">
  <p:cSld name="Title and body"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Shape 207"/>
          <p:cNvSpPr txBox="1"/>
          <p:nvPr>
            <p:ph type="title"/>
          </p:nvPr>
        </p:nvSpPr>
        <p:spPr>
          <a:xfrm>
            <a:off x="377775" y="2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rIns="91425" tIns="91425"/>
          <a:lstStyle>
            <a:lvl1pPr lvl="0" rtl="0">
              <a:spcBef>
                <a:spcPts val="0"/>
              </a:spcBef>
              <a:defRPr/>
            </a:lvl1pPr>
            <a:lvl2pPr lvl="1" rtl="0">
              <a:spcBef>
                <a:spcPts val="0"/>
              </a:spcBef>
              <a:defRPr/>
            </a:lvl2pPr>
            <a:lvl3pPr lvl="2" rtl="0">
              <a:spcBef>
                <a:spcPts val="0"/>
              </a:spcBef>
              <a:defRPr/>
            </a:lvl3pPr>
            <a:lvl4pPr lvl="3" rtl="0">
              <a:spcBef>
                <a:spcPts val="0"/>
              </a:spcBef>
              <a:defRPr/>
            </a:lvl4pPr>
            <a:lvl5pPr lvl="4" rtl="0">
              <a:spcBef>
                <a:spcPts val="0"/>
              </a:spcBef>
              <a:defRPr/>
            </a:lvl5pPr>
            <a:lvl6pPr lvl="5" rtl="0">
              <a:spcBef>
                <a:spcPts val="0"/>
              </a:spcBef>
              <a:defRPr/>
            </a:lvl6pPr>
            <a:lvl7pPr lvl="6" rtl="0">
              <a:spcBef>
                <a:spcPts val="0"/>
              </a:spcBef>
              <a:defRPr/>
            </a:lvl7pPr>
            <a:lvl8pPr lvl="7" rtl="0">
              <a:spcBef>
                <a:spcPts val="0"/>
              </a:spcBef>
              <a:defRPr/>
            </a:lvl8pPr>
            <a:lvl9pPr lvl="8" rtl="0">
              <a:spcBef>
                <a:spcPts val="0"/>
              </a:spcBef>
              <a:defRPr/>
            </a:lvl9pPr>
          </a:lstStyle>
          <a:p/>
        </p:txBody>
      </p:sp>
      <p:sp>
        <p:nvSpPr>
          <p:cNvPr id="208" name="Shape 208"/>
          <p:cNvSpPr txBox="1"/>
          <p:nvPr>
            <p:ph idx="12" type="sldNum"/>
          </p:nvPr>
        </p:nvSpPr>
        <p:spPr>
          <a:xfrm>
            <a:off x="8556790" y="4749850"/>
            <a:ext cx="548699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fld id="{00000000-1234-1234-1234-123412341234}" type="slidenum">
              <a:rPr b="0" i="0" lang="en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</a:p>
        </p:txBody>
      </p:sp>
      <p:pic>
        <p:nvPicPr>
          <p:cNvPr id="209" name="Shape 209"/>
          <p:cNvPicPr preferRelativeResize="0"/>
          <p:nvPr/>
        </p:nvPicPr>
        <p:blipFill rotWithShape="1">
          <a:blip r:embed="rId2">
            <a:alphaModFix amt="96000"/>
          </a:blip>
          <a:srcRect b="0" l="0" r="0" t="0"/>
          <a:stretch/>
        </p:blipFill>
        <p:spPr>
          <a:xfrm>
            <a:off x="8344100" y="131245"/>
            <a:ext cx="623099" cy="577293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Shape 210"/>
          <p:cNvSpPr txBox="1"/>
          <p:nvPr>
            <p:ph idx="1" type="body"/>
          </p:nvPr>
        </p:nvSpPr>
        <p:spPr>
          <a:xfrm>
            <a:off x="457200" y="751497"/>
            <a:ext cx="8229600" cy="398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lvl="0" rtl="0">
              <a:spcBef>
                <a:spcPts val="0"/>
              </a:spcBef>
              <a:defRPr sz="2400"/>
            </a:lvl1pPr>
            <a:lvl2pPr lvl="1" rtl="0">
              <a:spcBef>
                <a:spcPts val="0"/>
              </a:spcBef>
              <a:defRPr sz="1800"/>
            </a:lvl2pPr>
            <a:lvl3pPr lvl="2" rtl="0">
              <a:spcBef>
                <a:spcPts val="0"/>
              </a:spcBef>
              <a:defRPr sz="1400"/>
            </a:lvl3pPr>
            <a:lvl4pPr lvl="3" rtl="0">
              <a:spcBef>
                <a:spcPts val="0"/>
              </a:spcBef>
              <a:defRPr sz="1200"/>
            </a:lvl4pPr>
            <a:lvl5pPr lvl="4" rtl="0">
              <a:spcBef>
                <a:spcPts val="0"/>
              </a:spcBef>
              <a:defRPr/>
            </a:lvl5pPr>
            <a:lvl6pPr lvl="5" rtl="0">
              <a:spcBef>
                <a:spcPts val="0"/>
              </a:spcBef>
              <a:defRPr/>
            </a:lvl6pPr>
            <a:lvl7pPr lvl="6" rtl="0">
              <a:spcBef>
                <a:spcPts val="0"/>
              </a:spcBef>
              <a:defRPr/>
            </a:lvl7pPr>
            <a:lvl8pPr lvl="7" rtl="0">
              <a:spcBef>
                <a:spcPts val="0"/>
              </a:spcBef>
              <a:defRPr/>
            </a:lvl8pPr>
            <a:lvl9pPr lvl="8" rtl="0">
              <a:spcBef>
                <a:spcPts val="0"/>
              </a:spcBef>
              <a:defRPr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type="titleOnly">
  <p:cSld name="Title Only"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Shape 212"/>
          <p:cNvSpPr txBox="1"/>
          <p:nvPr>
            <p:ph type="title"/>
          </p:nvPr>
        </p:nvSpPr>
        <p:spPr>
          <a:xfrm>
            <a:off x="377775" y="2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rIns="91425" tIns="91425"/>
          <a:lstStyle>
            <a:lvl1pPr lvl="0" rtl="0">
              <a:spcBef>
                <a:spcPts val="0"/>
              </a:spcBef>
              <a:buClr>
                <a:srgbClr val="85200C"/>
              </a:buClr>
              <a:buFont typeface="Arial"/>
              <a:buNone/>
              <a:defRPr b="1" sz="3600">
                <a:solidFill>
                  <a:srgbClr val="85200C"/>
                </a:solidFill>
              </a:defRPr>
            </a:lvl1pPr>
            <a:lvl2pPr lvl="1" rtl="0">
              <a:spcBef>
                <a:spcPts val="0"/>
              </a:spcBef>
              <a:buClr>
                <a:srgbClr val="85200C"/>
              </a:buClr>
              <a:buFont typeface="Arial"/>
              <a:buNone/>
              <a:defRPr b="1" sz="3600">
                <a:solidFill>
                  <a:srgbClr val="85200C"/>
                </a:solidFill>
              </a:defRPr>
            </a:lvl2pPr>
            <a:lvl3pPr lvl="2" rtl="0">
              <a:spcBef>
                <a:spcPts val="0"/>
              </a:spcBef>
              <a:buClr>
                <a:srgbClr val="85200C"/>
              </a:buClr>
              <a:buNone/>
              <a:defRPr b="1" sz="3600">
                <a:solidFill>
                  <a:srgbClr val="85200C"/>
                </a:solidFill>
              </a:defRPr>
            </a:lvl3pPr>
            <a:lvl4pPr lvl="3" rtl="0">
              <a:spcBef>
                <a:spcPts val="0"/>
              </a:spcBef>
              <a:buClr>
                <a:srgbClr val="85200C"/>
              </a:buClr>
              <a:buNone/>
              <a:defRPr b="1" sz="3600">
                <a:solidFill>
                  <a:srgbClr val="85200C"/>
                </a:solidFill>
              </a:defRPr>
            </a:lvl4pPr>
            <a:lvl5pPr lvl="4" rtl="0">
              <a:spcBef>
                <a:spcPts val="0"/>
              </a:spcBef>
              <a:buClr>
                <a:srgbClr val="85200C"/>
              </a:buClr>
              <a:buNone/>
              <a:defRPr b="1" sz="3600">
                <a:solidFill>
                  <a:srgbClr val="85200C"/>
                </a:solidFill>
              </a:defRPr>
            </a:lvl5pPr>
            <a:lvl6pPr lvl="5" rtl="0">
              <a:spcBef>
                <a:spcPts val="0"/>
              </a:spcBef>
              <a:buClr>
                <a:srgbClr val="85200C"/>
              </a:buClr>
              <a:buNone/>
              <a:defRPr b="1" sz="3600">
                <a:solidFill>
                  <a:srgbClr val="85200C"/>
                </a:solidFill>
              </a:defRPr>
            </a:lvl6pPr>
            <a:lvl7pPr lvl="6" rtl="0">
              <a:spcBef>
                <a:spcPts val="0"/>
              </a:spcBef>
              <a:buClr>
                <a:srgbClr val="85200C"/>
              </a:buClr>
              <a:buNone/>
              <a:defRPr b="1" sz="3600">
                <a:solidFill>
                  <a:srgbClr val="85200C"/>
                </a:solidFill>
              </a:defRPr>
            </a:lvl7pPr>
            <a:lvl8pPr lvl="7" rtl="0">
              <a:spcBef>
                <a:spcPts val="0"/>
              </a:spcBef>
              <a:buClr>
                <a:srgbClr val="85200C"/>
              </a:buClr>
              <a:buNone/>
              <a:defRPr b="1" sz="3600">
                <a:solidFill>
                  <a:srgbClr val="85200C"/>
                </a:solidFill>
              </a:defRPr>
            </a:lvl8pPr>
            <a:lvl9pPr lvl="8" rtl="0">
              <a:spcBef>
                <a:spcPts val="0"/>
              </a:spcBef>
              <a:buClr>
                <a:srgbClr val="85200C"/>
              </a:buClr>
              <a:buNone/>
              <a:defRPr b="1" sz="3600">
                <a:solidFill>
                  <a:srgbClr val="85200C"/>
                </a:solidFill>
              </a:defRPr>
            </a:lvl9pPr>
          </a:lstStyle>
          <a:p/>
        </p:txBody>
      </p:sp>
      <p:sp>
        <p:nvSpPr>
          <p:cNvPr id="213" name="Shape 213"/>
          <p:cNvSpPr txBox="1"/>
          <p:nvPr>
            <p:ph idx="10" type="dt"/>
          </p:nvPr>
        </p:nvSpPr>
        <p:spPr>
          <a:xfrm>
            <a:off x="457200" y="4767264"/>
            <a:ext cx="2133599" cy="27384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14" name="Shape 214"/>
          <p:cNvSpPr txBox="1"/>
          <p:nvPr>
            <p:ph idx="11" type="ftr"/>
          </p:nvPr>
        </p:nvSpPr>
        <p:spPr>
          <a:xfrm>
            <a:off x="3124200" y="4767264"/>
            <a:ext cx="2895600" cy="27384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15" name="Shape 215"/>
          <p:cNvSpPr txBox="1"/>
          <p:nvPr>
            <p:ph idx="12" type="sldNum"/>
          </p:nvPr>
        </p:nvSpPr>
        <p:spPr>
          <a:xfrm>
            <a:off x="8556817" y="4749850"/>
            <a:ext cx="548699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ct val="25000"/>
              <a:buFont typeface="Calibri"/>
              <a:buNone/>
            </a:pPr>
            <a:fld id="{00000000-1234-1234-1234-123412341234}" type="slidenum">
              <a:rPr b="0" i="0" lang="en" sz="13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type="twoColTx">
  <p:cSld name="Title and Two Columns"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Shape 217"/>
          <p:cNvSpPr txBox="1"/>
          <p:nvPr>
            <p:ph type="title"/>
          </p:nvPr>
        </p:nvSpPr>
        <p:spPr>
          <a:xfrm>
            <a:off x="377775" y="2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rIns="91425" tIns="91425"/>
          <a:lstStyle>
            <a:lvl1pPr lvl="0" rtl="0">
              <a:spcBef>
                <a:spcPts val="0"/>
              </a:spcBef>
              <a:defRPr/>
            </a:lvl1pPr>
            <a:lvl2pPr lvl="1" rtl="0">
              <a:spcBef>
                <a:spcPts val="0"/>
              </a:spcBef>
              <a:defRPr/>
            </a:lvl2pPr>
            <a:lvl3pPr lvl="2" rtl="0">
              <a:spcBef>
                <a:spcPts val="0"/>
              </a:spcBef>
              <a:defRPr/>
            </a:lvl3pPr>
            <a:lvl4pPr lvl="3" rtl="0">
              <a:spcBef>
                <a:spcPts val="0"/>
              </a:spcBef>
              <a:defRPr/>
            </a:lvl4pPr>
            <a:lvl5pPr lvl="4" rtl="0">
              <a:spcBef>
                <a:spcPts val="0"/>
              </a:spcBef>
              <a:defRPr/>
            </a:lvl5pPr>
            <a:lvl6pPr lvl="5" rtl="0">
              <a:spcBef>
                <a:spcPts val="0"/>
              </a:spcBef>
              <a:defRPr/>
            </a:lvl6pPr>
            <a:lvl7pPr lvl="6" rtl="0">
              <a:spcBef>
                <a:spcPts val="0"/>
              </a:spcBef>
              <a:defRPr/>
            </a:lvl7pPr>
            <a:lvl8pPr lvl="7" rtl="0">
              <a:spcBef>
                <a:spcPts val="0"/>
              </a:spcBef>
              <a:defRPr/>
            </a:lvl8pPr>
            <a:lvl9pPr lvl="8" rtl="0">
              <a:spcBef>
                <a:spcPts val="0"/>
              </a:spcBef>
              <a:defRPr/>
            </a:lvl9pPr>
          </a:lstStyle>
          <a:p/>
        </p:txBody>
      </p:sp>
      <p:sp>
        <p:nvSpPr>
          <p:cNvPr id="218" name="Shape 218"/>
          <p:cNvSpPr txBox="1"/>
          <p:nvPr>
            <p:ph idx="1" type="body"/>
          </p:nvPr>
        </p:nvSpPr>
        <p:spPr>
          <a:xfrm>
            <a:off x="457200" y="758825"/>
            <a:ext cx="3994500" cy="372569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lvl="0" rtl="0">
              <a:spcBef>
                <a:spcPts val="0"/>
              </a:spcBef>
              <a:defRPr/>
            </a:lvl1pPr>
            <a:lvl2pPr lvl="1" rtl="0">
              <a:spcBef>
                <a:spcPts val="0"/>
              </a:spcBef>
              <a:defRPr/>
            </a:lvl2pPr>
            <a:lvl3pPr lvl="2" rtl="0">
              <a:spcBef>
                <a:spcPts val="0"/>
              </a:spcBef>
              <a:defRPr/>
            </a:lvl3pPr>
            <a:lvl4pPr lvl="3" rtl="0">
              <a:spcBef>
                <a:spcPts val="0"/>
              </a:spcBef>
              <a:defRPr/>
            </a:lvl4pPr>
            <a:lvl5pPr lvl="4" rtl="0">
              <a:spcBef>
                <a:spcPts val="0"/>
              </a:spcBef>
              <a:defRPr/>
            </a:lvl5pPr>
            <a:lvl6pPr lvl="5" rtl="0">
              <a:spcBef>
                <a:spcPts val="0"/>
              </a:spcBef>
              <a:defRPr/>
            </a:lvl6pPr>
            <a:lvl7pPr lvl="6" rtl="0">
              <a:spcBef>
                <a:spcPts val="0"/>
              </a:spcBef>
              <a:defRPr/>
            </a:lvl7pPr>
            <a:lvl8pPr lvl="7" rtl="0">
              <a:spcBef>
                <a:spcPts val="0"/>
              </a:spcBef>
              <a:defRPr/>
            </a:lvl8pPr>
            <a:lvl9pPr lvl="8" rtl="0">
              <a:spcBef>
                <a:spcPts val="0"/>
              </a:spcBef>
              <a:defRPr/>
            </a:lvl9pPr>
          </a:lstStyle>
          <a:p/>
        </p:txBody>
      </p:sp>
      <p:sp>
        <p:nvSpPr>
          <p:cNvPr id="219" name="Shape 219"/>
          <p:cNvSpPr txBox="1"/>
          <p:nvPr>
            <p:ph idx="2" type="body"/>
          </p:nvPr>
        </p:nvSpPr>
        <p:spPr>
          <a:xfrm>
            <a:off x="4692273" y="758825"/>
            <a:ext cx="3994500" cy="372569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lvl="0" rtl="0">
              <a:spcBef>
                <a:spcPts val="0"/>
              </a:spcBef>
              <a:defRPr/>
            </a:lvl1pPr>
            <a:lvl2pPr lvl="1" rtl="0">
              <a:spcBef>
                <a:spcPts val="0"/>
              </a:spcBef>
              <a:defRPr/>
            </a:lvl2pPr>
            <a:lvl3pPr lvl="2" rtl="0">
              <a:spcBef>
                <a:spcPts val="0"/>
              </a:spcBef>
              <a:defRPr/>
            </a:lvl3pPr>
            <a:lvl4pPr lvl="3" rtl="0">
              <a:spcBef>
                <a:spcPts val="0"/>
              </a:spcBef>
              <a:defRPr/>
            </a:lvl4pPr>
            <a:lvl5pPr lvl="4" rtl="0">
              <a:spcBef>
                <a:spcPts val="0"/>
              </a:spcBef>
              <a:defRPr/>
            </a:lvl5pPr>
            <a:lvl6pPr lvl="5" rtl="0">
              <a:spcBef>
                <a:spcPts val="0"/>
              </a:spcBef>
              <a:defRPr/>
            </a:lvl6pPr>
            <a:lvl7pPr lvl="6" rtl="0">
              <a:spcBef>
                <a:spcPts val="0"/>
              </a:spcBef>
              <a:defRPr/>
            </a:lvl7pPr>
            <a:lvl8pPr lvl="7" rtl="0">
              <a:spcBef>
                <a:spcPts val="0"/>
              </a:spcBef>
              <a:defRPr/>
            </a:lvl8pPr>
            <a:lvl9pPr lvl="8" rtl="0">
              <a:spcBef>
                <a:spcPts val="0"/>
              </a:spcBef>
              <a:defRPr/>
            </a:lvl9pPr>
          </a:lstStyle>
          <a:p/>
        </p:txBody>
      </p:sp>
      <p:sp>
        <p:nvSpPr>
          <p:cNvPr id="220" name="Shape 220"/>
          <p:cNvSpPr txBox="1"/>
          <p:nvPr>
            <p:ph idx="12" type="sldNum"/>
          </p:nvPr>
        </p:nvSpPr>
        <p:spPr>
          <a:xfrm>
            <a:off x="8556817" y="4749850"/>
            <a:ext cx="548699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fld id="{00000000-1234-1234-1234-123412341234}" type="slidenum">
              <a:rPr b="0" i="0" lang="en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</a:p>
        </p:txBody>
      </p:sp>
      <p:pic>
        <p:nvPicPr>
          <p:cNvPr id="221" name="Shape 221"/>
          <p:cNvPicPr preferRelativeResize="0"/>
          <p:nvPr/>
        </p:nvPicPr>
        <p:blipFill rotWithShape="1">
          <a:blip r:embed="rId2">
            <a:alphaModFix amt="96000"/>
          </a:blip>
          <a:srcRect b="0" l="0" r="0" t="0"/>
          <a:stretch/>
        </p:blipFill>
        <p:spPr>
          <a:xfrm>
            <a:off x="8344100" y="131245"/>
            <a:ext cx="623099" cy="5772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 name="1_Custom Layout"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3" name="Shape 223"/>
          <p:cNvCxnSpPr/>
          <p:nvPr/>
        </p:nvCxnSpPr>
        <p:spPr>
          <a:xfrm>
            <a:off x="76200" y="400050"/>
            <a:ext cx="8915400" cy="0"/>
          </a:xfrm>
          <a:prstGeom prst="straightConnector1">
            <a:avLst/>
          </a:prstGeom>
          <a:noFill/>
          <a:ln cap="flat" cmpd="sng" w="28575">
            <a:solidFill>
              <a:srgbClr val="942E2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4" name="Shape 224"/>
          <p:cNvSpPr txBox="1"/>
          <p:nvPr>
            <p:ph type="title"/>
          </p:nvPr>
        </p:nvSpPr>
        <p:spPr>
          <a:xfrm>
            <a:off x="76200" y="18333"/>
            <a:ext cx="9067799" cy="37093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/>
          <a:lstStyle>
            <a:lvl1pPr lvl="0" rtl="0" algn="ctr">
              <a:spcBef>
                <a:spcPts val="0"/>
              </a:spcBef>
              <a:defRPr b="1" sz="2800"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defRPr b="1" sz="3600">
                <a:solidFill>
                  <a:srgbClr val="85200C"/>
                </a:solidFill>
              </a:defRPr>
            </a:lvl2pPr>
            <a:lvl3pPr lvl="2" rtl="0">
              <a:spcBef>
                <a:spcPts val="0"/>
              </a:spcBef>
              <a:defRPr b="1" sz="3600">
                <a:solidFill>
                  <a:srgbClr val="85200C"/>
                </a:solidFill>
              </a:defRPr>
            </a:lvl3pPr>
            <a:lvl4pPr lvl="3" rtl="0">
              <a:spcBef>
                <a:spcPts val="0"/>
              </a:spcBef>
              <a:defRPr b="1" sz="3600">
                <a:solidFill>
                  <a:srgbClr val="85200C"/>
                </a:solidFill>
              </a:defRPr>
            </a:lvl4pPr>
            <a:lvl5pPr lvl="4" rtl="0">
              <a:spcBef>
                <a:spcPts val="0"/>
              </a:spcBef>
              <a:defRPr b="1" sz="3600">
                <a:solidFill>
                  <a:srgbClr val="85200C"/>
                </a:solidFill>
              </a:defRPr>
            </a:lvl5pPr>
            <a:lvl6pPr lvl="5" rtl="0">
              <a:spcBef>
                <a:spcPts val="0"/>
              </a:spcBef>
              <a:defRPr b="1" sz="3600">
                <a:solidFill>
                  <a:srgbClr val="85200C"/>
                </a:solidFill>
              </a:defRPr>
            </a:lvl6pPr>
            <a:lvl7pPr lvl="6" rtl="0">
              <a:spcBef>
                <a:spcPts val="0"/>
              </a:spcBef>
              <a:defRPr b="1" sz="3600">
                <a:solidFill>
                  <a:srgbClr val="85200C"/>
                </a:solidFill>
              </a:defRPr>
            </a:lvl7pPr>
            <a:lvl8pPr lvl="7" rtl="0">
              <a:spcBef>
                <a:spcPts val="0"/>
              </a:spcBef>
              <a:defRPr b="1" sz="3600">
                <a:solidFill>
                  <a:srgbClr val="85200C"/>
                </a:solidFill>
              </a:defRPr>
            </a:lvl8pPr>
            <a:lvl9pPr lvl="8" rtl="0">
              <a:spcBef>
                <a:spcPts val="0"/>
              </a:spcBef>
              <a:defRPr b="1" sz="3600">
                <a:solidFill>
                  <a:srgbClr val="85200C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 name="Caption"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Shape 226"/>
          <p:cNvSpPr txBox="1"/>
          <p:nvPr>
            <p:ph idx="1" type="body"/>
          </p:nvPr>
        </p:nvSpPr>
        <p:spPr>
          <a:xfrm>
            <a:off x="457200" y="4406321"/>
            <a:ext cx="8229600" cy="51959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lvl="0" rtl="0" algn="ctr">
              <a:spcBef>
                <a:spcPts val="360"/>
              </a:spcBef>
              <a:buFont typeface="Arial"/>
              <a:buNone/>
              <a:defRPr sz="1800"/>
            </a:lvl1pPr>
            <a:lvl2pPr lvl="1" rtl="0">
              <a:spcBef>
                <a:spcPts val="0"/>
              </a:spcBef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defRPr sz="24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defRPr sz="22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defRPr sz="20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defRPr sz="1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defRPr sz="1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defRPr sz="1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27" name="Shape 227"/>
          <p:cNvSpPr txBox="1"/>
          <p:nvPr>
            <p:ph idx="12" type="sldNum"/>
          </p:nvPr>
        </p:nvSpPr>
        <p:spPr>
          <a:xfrm>
            <a:off x="8556817" y="4749850"/>
            <a:ext cx="548699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fld id="{00000000-1234-1234-1234-123412341234}" type="slidenum">
              <a:rPr b="0" i="0" lang="en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</a:p>
        </p:txBody>
      </p:sp>
      <p:pic>
        <p:nvPicPr>
          <p:cNvPr id="228" name="Shape 228"/>
          <p:cNvPicPr preferRelativeResize="0"/>
          <p:nvPr/>
        </p:nvPicPr>
        <p:blipFill rotWithShape="1">
          <a:blip r:embed="rId2">
            <a:alphaModFix amt="96000"/>
          </a:blip>
          <a:srcRect b="0" l="0" r="0" t="0"/>
          <a:stretch/>
        </p:blipFill>
        <p:spPr>
          <a:xfrm>
            <a:off x="8344100" y="131245"/>
            <a:ext cx="623099" cy="5772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type="blank">
  <p:cSld name="Blank"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Shape 230"/>
          <p:cNvSpPr txBox="1"/>
          <p:nvPr>
            <p:ph idx="12" type="sldNum"/>
          </p:nvPr>
        </p:nvSpPr>
        <p:spPr>
          <a:xfrm>
            <a:off x="8556817" y="4749850"/>
            <a:ext cx="548699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fld id="{00000000-1234-1234-1234-123412341234}" type="slidenum">
              <a:rPr b="0" i="0" lang="en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</a:p>
        </p:txBody>
      </p:sp>
      <p:pic>
        <p:nvPicPr>
          <p:cNvPr id="231" name="Shape 231"/>
          <p:cNvPicPr preferRelativeResize="0"/>
          <p:nvPr/>
        </p:nvPicPr>
        <p:blipFill rotWithShape="1">
          <a:blip r:embed="rId2">
            <a:alphaModFix amt="96000"/>
          </a:blip>
          <a:srcRect b="0" l="0" r="0" t="0"/>
          <a:stretch/>
        </p:blipFill>
        <p:spPr>
          <a:xfrm>
            <a:off x="8344100" y="131245"/>
            <a:ext cx="623099" cy="5772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 name="End Slide"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3" name="Shape 233"/>
          <p:cNvPicPr preferRelativeResize="0"/>
          <p:nvPr/>
        </p:nvPicPr>
        <p:blipFill rotWithShape="1">
          <a:blip r:embed="rId2">
            <a:alphaModFix/>
          </a:blip>
          <a:srcRect b="33734" l="0" r="0" t="29701"/>
          <a:stretch/>
        </p:blipFill>
        <p:spPr>
          <a:xfrm>
            <a:off x="-12450" y="0"/>
            <a:ext cx="9168899" cy="1990800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Shape 234"/>
          <p:cNvSpPr txBox="1"/>
          <p:nvPr/>
        </p:nvSpPr>
        <p:spPr>
          <a:xfrm>
            <a:off x="696268" y="563237"/>
            <a:ext cx="7831199" cy="646199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Calibri"/>
              <a:buNone/>
            </a:pPr>
            <a:r>
              <a:rPr b="1" i="0" lang="en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Learn more about ONOS and join the community at</a:t>
            </a: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A071F"/>
              </a:buClr>
              <a:buSzPct val="25000"/>
              <a:buFont typeface="Calibri"/>
              <a:buNone/>
            </a:pPr>
            <a:r>
              <a:rPr b="1" i="0" lang="en" sz="1800" u="none" cap="none" strike="noStrike">
                <a:solidFill>
                  <a:srgbClr val="BA071F"/>
                </a:solidFill>
                <a:latin typeface="Calibri"/>
                <a:ea typeface="Calibri"/>
                <a:cs typeface="Calibri"/>
                <a:sym typeface="Calibri"/>
              </a:rPr>
              <a:t>onosproject.org</a:t>
            </a:r>
          </a:p>
        </p:txBody>
      </p:sp>
      <p:pic>
        <p:nvPicPr>
          <p:cNvPr id="235" name="Shape 235"/>
          <p:cNvPicPr preferRelativeResize="0"/>
          <p:nvPr/>
        </p:nvPicPr>
        <p:blipFill rotWithShape="1">
          <a:blip r:embed="rId3">
            <a:alphaModFix/>
          </a:blip>
          <a:srcRect b="30191" l="0" r="0" t="0"/>
          <a:stretch/>
        </p:blipFill>
        <p:spPr>
          <a:xfrm rot="-625452">
            <a:off x="6365906" y="298703"/>
            <a:ext cx="2949683" cy="1589847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Shape 236"/>
          <p:cNvSpPr/>
          <p:nvPr/>
        </p:nvSpPr>
        <p:spPr>
          <a:xfrm>
            <a:off x="497050" y="2074850"/>
            <a:ext cx="8229600" cy="1763699"/>
          </a:xfrm>
          <a:prstGeom prst="rect">
            <a:avLst/>
          </a:prstGeom>
          <a:noFill/>
          <a:ln cap="flat" cmpd="sng" w="9525">
            <a:solidFill>
              <a:srgbClr val="C00202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Calibri"/>
              <a:buNone/>
            </a:pPr>
            <a:r>
              <a:rPr b="0" i="0" lang="en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“Software-defined networking can radically reshape the wide area network. The introduction of </a:t>
            </a:r>
            <a:r>
              <a:rPr b="1" i="0" lang="en" sz="1600" u="none" cap="none" strike="noStrike">
                <a:solidFill>
                  <a:srgbClr val="C00202"/>
                </a:solidFill>
                <a:latin typeface="Calibri"/>
                <a:ea typeface="Calibri"/>
                <a:cs typeface="Calibri"/>
                <a:sym typeface="Calibri"/>
              </a:rPr>
              <a:t>ONOS</a:t>
            </a:r>
            <a:r>
              <a:rPr b="0" i="0" lang="en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provides another open source SDN option designed for service provider networks with the potential to deliver the performance, scale, availability and core features that we value”</a:t>
            </a: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Calibri"/>
              <a:buNone/>
            </a:pPr>
            <a:r>
              <a:rPr b="1" i="0" lang="en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John Donovan</a:t>
            </a: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Calibri"/>
              <a:buNone/>
            </a:pPr>
            <a:r>
              <a:rPr b="0" i="0" lang="en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Senior Executive Vice President</a:t>
            </a: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Calibri"/>
              <a:buNone/>
            </a:pPr>
            <a:r>
              <a:rPr b="0" i="0" lang="en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AT&amp;T Technology &amp; Operations</a:t>
            </a:r>
          </a:p>
        </p:txBody>
      </p:sp>
      <p:pic>
        <p:nvPicPr>
          <p:cNvPr id="237" name="Shape 23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30167" y="2901141"/>
            <a:ext cx="960599" cy="909298"/>
          </a:xfrm>
          <a:prstGeom prst="rect">
            <a:avLst/>
          </a:prstGeom>
          <a:noFill/>
          <a:ln cap="sq" cmpd="sng" w="9525">
            <a:solidFill>
              <a:srgbClr val="FFFFFF"/>
            </a:solidFill>
            <a:prstDash val="solid"/>
            <a:miter/>
            <a:headEnd len="med" w="med" type="none"/>
            <a:tailEnd len="med" w="med" type="none"/>
          </a:ln>
        </p:spPr>
      </p:pic>
      <p:pic>
        <p:nvPicPr>
          <p:cNvPr id="238" name="Shape 23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59550" y="3605025"/>
            <a:ext cx="7831199" cy="162420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Shape 239"/>
          <p:cNvSpPr txBox="1"/>
          <p:nvPr/>
        </p:nvSpPr>
        <p:spPr>
          <a:xfrm>
            <a:off x="1170604" y="4747046"/>
            <a:ext cx="1485000" cy="312599"/>
          </a:xfrm>
          <a:prstGeom prst="rect">
            <a:avLst/>
          </a:prstGeom>
          <a:solidFill>
            <a:srgbClr val="953734"/>
          </a:solidFill>
          <a:ln cap="flat" cmpd="sng" w="38100">
            <a:solidFill>
              <a:srgbClr val="FFFFFF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25000"/>
              <a:buFont typeface="Calibri"/>
              <a:buNone/>
            </a:pPr>
            <a:r>
              <a:rPr b="0" i="0" lang="en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BUILD</a:t>
            </a:r>
          </a:p>
        </p:txBody>
      </p:sp>
      <p:sp>
        <p:nvSpPr>
          <p:cNvPr id="240" name="Shape 240"/>
          <p:cNvSpPr txBox="1"/>
          <p:nvPr/>
        </p:nvSpPr>
        <p:spPr>
          <a:xfrm>
            <a:off x="3813192" y="4747046"/>
            <a:ext cx="1485000" cy="312599"/>
          </a:xfrm>
          <a:prstGeom prst="rect">
            <a:avLst/>
          </a:prstGeom>
          <a:solidFill>
            <a:srgbClr val="17365D"/>
          </a:solidFill>
          <a:ln cap="flat" cmpd="sng" w="38100">
            <a:solidFill>
              <a:srgbClr val="FFFFFF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25000"/>
              <a:buFont typeface="Calibri"/>
              <a:buNone/>
            </a:pPr>
            <a:r>
              <a:rPr b="0" i="0" lang="en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USE</a:t>
            </a:r>
          </a:p>
        </p:txBody>
      </p:sp>
      <p:sp>
        <p:nvSpPr>
          <p:cNvPr id="241" name="Shape 241"/>
          <p:cNvSpPr txBox="1"/>
          <p:nvPr/>
        </p:nvSpPr>
        <p:spPr>
          <a:xfrm>
            <a:off x="6471442" y="4747046"/>
            <a:ext cx="1485000" cy="312599"/>
          </a:xfrm>
          <a:prstGeom prst="rect">
            <a:avLst/>
          </a:prstGeom>
          <a:solidFill>
            <a:srgbClr val="953734"/>
          </a:solidFill>
          <a:ln cap="flat" cmpd="sng" w="38100">
            <a:solidFill>
              <a:srgbClr val="FFFFFF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25000"/>
              <a:buFont typeface="Calibri"/>
              <a:buNone/>
            </a:pPr>
            <a:r>
              <a:rPr b="0" i="0" lang="en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CHAMPION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4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8.xml"/><Relationship Id="rId7" Type="http://schemas.openxmlformats.org/officeDocument/2006/relationships/theme" Target="../theme/theme2.xml"/></Relationships>
</file>

<file path=ppt/slideMasters/_rels/slideMaster3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27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29.xml"/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19.xml"/><Relationship Id="rId3" Type="http://schemas.openxmlformats.org/officeDocument/2006/relationships/slideLayout" Target="../slideLayouts/slideLayout20.xml"/><Relationship Id="rId4" Type="http://schemas.openxmlformats.org/officeDocument/2006/relationships/slideLayout" Target="../slideLayouts/slideLayout21.xml"/><Relationship Id="rId9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2.xml"/><Relationship Id="rId6" Type="http://schemas.openxmlformats.org/officeDocument/2006/relationships/slideLayout" Target="../slideLayouts/slideLayout23.xml"/><Relationship Id="rId7" Type="http://schemas.openxmlformats.org/officeDocument/2006/relationships/slideLayout" Target="../slideLayouts/slideLayout24.xml"/><Relationship Id="rId8" Type="http://schemas.openxmlformats.org/officeDocument/2006/relationships/slideLayout" Target="../slideLayouts/slideLayout25.xml"/></Relationships>
</file>

<file path=ppt/slideMasters/_rels/slideMaster4.xml.rels><?xml version="1.0" encoding="UTF-8" standalone="yes"?><Relationships xmlns="http://schemas.openxmlformats.org/package/2006/relationships"><Relationship Id="rId11" Type="http://schemas.openxmlformats.org/officeDocument/2006/relationships/theme" Target="../theme/theme5.xml"/><Relationship Id="rId10" Type="http://schemas.openxmlformats.org/officeDocument/2006/relationships/slideLayout" Target="../slideLayouts/slideLayout38.xml"/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30.xml"/><Relationship Id="rId3" Type="http://schemas.openxmlformats.org/officeDocument/2006/relationships/slideLayout" Target="../slideLayouts/slideLayout31.xml"/><Relationship Id="rId4" Type="http://schemas.openxmlformats.org/officeDocument/2006/relationships/slideLayout" Target="../slideLayouts/slideLayout32.xml"/><Relationship Id="rId9" Type="http://schemas.openxmlformats.org/officeDocument/2006/relationships/slideLayout" Target="../slideLayouts/slideLayout37.xml"/><Relationship Id="rId5" Type="http://schemas.openxmlformats.org/officeDocument/2006/relationships/slideLayout" Target="../slideLayouts/slideLayout33.xml"/><Relationship Id="rId6" Type="http://schemas.openxmlformats.org/officeDocument/2006/relationships/slideLayout" Target="../slideLayouts/slideLayout34.xml"/><Relationship Id="rId7" Type="http://schemas.openxmlformats.org/officeDocument/2006/relationships/slideLayout" Target="../slideLayouts/slideLayout35.xml"/><Relationship Id="rId8" Type="http://schemas.openxmlformats.org/officeDocument/2006/relationships/slideLayout" Target="../slideLayouts/slideLayout36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6"/>
          <p:cNvSpPr txBox="1"/>
          <p:nvPr>
            <p:ph type="title"/>
          </p:nvPr>
        </p:nvSpPr>
        <p:spPr>
          <a:xfrm>
            <a:off x="377775" y="3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rIns="91425" tIns="91425"/>
          <a:lstStyle>
            <a:lvl1pPr lvl="0">
              <a:spcBef>
                <a:spcPts val="0"/>
              </a:spcBef>
              <a:buClr>
                <a:srgbClr val="85200C"/>
              </a:buClr>
              <a:buSzPct val="100000"/>
              <a:buNone/>
              <a:defRPr b="1" sz="3600">
                <a:solidFill>
                  <a:srgbClr val="85200C"/>
                </a:solidFill>
              </a:defRPr>
            </a:lvl1pPr>
            <a:lvl2pPr lvl="1">
              <a:spcBef>
                <a:spcPts val="0"/>
              </a:spcBef>
              <a:buClr>
                <a:srgbClr val="85200C"/>
              </a:buClr>
              <a:buSzPct val="100000"/>
              <a:buNone/>
              <a:defRPr b="1" sz="3600">
                <a:solidFill>
                  <a:srgbClr val="85200C"/>
                </a:solidFill>
              </a:defRPr>
            </a:lvl2pPr>
            <a:lvl3pPr lvl="2">
              <a:spcBef>
                <a:spcPts val="0"/>
              </a:spcBef>
              <a:buClr>
                <a:srgbClr val="85200C"/>
              </a:buClr>
              <a:buSzPct val="100000"/>
              <a:buNone/>
              <a:defRPr b="1" sz="3600">
                <a:solidFill>
                  <a:srgbClr val="85200C"/>
                </a:solidFill>
              </a:defRPr>
            </a:lvl3pPr>
            <a:lvl4pPr lvl="3">
              <a:spcBef>
                <a:spcPts val="0"/>
              </a:spcBef>
              <a:buClr>
                <a:srgbClr val="85200C"/>
              </a:buClr>
              <a:buSzPct val="100000"/>
              <a:buNone/>
              <a:defRPr b="1" sz="3600">
                <a:solidFill>
                  <a:srgbClr val="85200C"/>
                </a:solidFill>
              </a:defRPr>
            </a:lvl4pPr>
            <a:lvl5pPr lvl="4">
              <a:spcBef>
                <a:spcPts val="0"/>
              </a:spcBef>
              <a:buClr>
                <a:srgbClr val="85200C"/>
              </a:buClr>
              <a:buSzPct val="100000"/>
              <a:buNone/>
              <a:defRPr b="1" sz="3600">
                <a:solidFill>
                  <a:srgbClr val="85200C"/>
                </a:solidFill>
              </a:defRPr>
            </a:lvl5pPr>
            <a:lvl6pPr lvl="5">
              <a:spcBef>
                <a:spcPts val="0"/>
              </a:spcBef>
              <a:buClr>
                <a:srgbClr val="85200C"/>
              </a:buClr>
              <a:buSzPct val="100000"/>
              <a:buNone/>
              <a:defRPr b="1" sz="3600">
                <a:solidFill>
                  <a:srgbClr val="85200C"/>
                </a:solidFill>
              </a:defRPr>
            </a:lvl6pPr>
            <a:lvl7pPr lvl="6">
              <a:spcBef>
                <a:spcPts val="0"/>
              </a:spcBef>
              <a:buClr>
                <a:srgbClr val="85200C"/>
              </a:buClr>
              <a:buSzPct val="100000"/>
              <a:buNone/>
              <a:defRPr b="1" sz="3600">
                <a:solidFill>
                  <a:srgbClr val="85200C"/>
                </a:solidFill>
              </a:defRPr>
            </a:lvl7pPr>
            <a:lvl8pPr lvl="7">
              <a:spcBef>
                <a:spcPts val="0"/>
              </a:spcBef>
              <a:buClr>
                <a:srgbClr val="85200C"/>
              </a:buClr>
              <a:buSzPct val="100000"/>
              <a:buNone/>
              <a:defRPr b="1" sz="3600">
                <a:solidFill>
                  <a:srgbClr val="85200C"/>
                </a:solidFill>
              </a:defRPr>
            </a:lvl8pPr>
            <a:lvl9pPr lvl="8">
              <a:spcBef>
                <a:spcPts val="0"/>
              </a:spcBef>
              <a:buClr>
                <a:srgbClr val="85200C"/>
              </a:buClr>
              <a:buSzPct val="100000"/>
              <a:buNone/>
              <a:defRPr b="1" sz="3600">
                <a:solidFill>
                  <a:srgbClr val="85200C"/>
                </a:solidFill>
              </a:defRPr>
            </a:lvl9pPr>
          </a:lstStyle>
          <a:p/>
        </p:txBody>
      </p:sp>
      <p:sp>
        <p:nvSpPr>
          <p:cNvPr id="7" name="Shape 7"/>
          <p:cNvSpPr txBox="1"/>
          <p:nvPr>
            <p:ph idx="1" type="body"/>
          </p:nvPr>
        </p:nvSpPr>
        <p:spPr>
          <a:xfrm>
            <a:off x="457200" y="760325"/>
            <a:ext cx="8229600" cy="398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lvl="0">
              <a:spcBef>
                <a:spcPts val="600"/>
              </a:spcBef>
              <a:buClr>
                <a:schemeClr val="dk1"/>
              </a:buClr>
              <a:buSzPct val="100000"/>
              <a:defRPr sz="3200">
                <a:solidFill>
                  <a:schemeClr val="dk1"/>
                </a:solidFill>
              </a:defRPr>
            </a:lvl1pPr>
            <a:lvl2pPr lvl="1">
              <a:spcBef>
                <a:spcPts val="480"/>
              </a:spcBef>
              <a:buClr>
                <a:schemeClr val="dk1"/>
              </a:buClr>
              <a:buSzPct val="100000"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480"/>
              </a:spcBef>
              <a:buClr>
                <a:schemeClr val="dk1"/>
              </a:buClr>
              <a:buSzPct val="100000"/>
              <a:defRPr sz="2400">
                <a:solidFill>
                  <a:schemeClr val="dk1"/>
                </a:solidFill>
              </a:defRPr>
            </a:lvl3pPr>
            <a:lvl4pPr lvl="3">
              <a:spcBef>
                <a:spcPts val="360"/>
              </a:spcBef>
              <a:buClr>
                <a:schemeClr val="dk1"/>
              </a:buClr>
              <a:buSzPct val="100000"/>
              <a:defRPr sz="2200">
                <a:solidFill>
                  <a:schemeClr val="dk1"/>
                </a:solidFill>
              </a:defRPr>
            </a:lvl4pPr>
            <a:lvl5pPr lvl="4">
              <a:spcBef>
                <a:spcPts val="360"/>
              </a:spcBef>
              <a:buClr>
                <a:schemeClr val="dk1"/>
              </a:buClr>
              <a:buSzPct val="100000"/>
              <a:defRPr sz="2000">
                <a:solidFill>
                  <a:schemeClr val="dk1"/>
                </a:solidFill>
              </a:defRPr>
            </a:lvl5pPr>
            <a:lvl6pPr lvl="5">
              <a:spcBef>
                <a:spcPts val="360"/>
              </a:spcBef>
              <a:buClr>
                <a:schemeClr val="dk1"/>
              </a:buClr>
              <a:buSzPct val="100000"/>
              <a:defRPr sz="1800">
                <a:solidFill>
                  <a:schemeClr val="dk1"/>
                </a:solidFill>
              </a:defRPr>
            </a:lvl6pPr>
            <a:lvl7pPr lvl="6">
              <a:spcBef>
                <a:spcPts val="360"/>
              </a:spcBef>
              <a:buClr>
                <a:schemeClr val="dk1"/>
              </a:buClr>
              <a:buSzPct val="100000"/>
              <a:defRPr sz="1800">
                <a:solidFill>
                  <a:schemeClr val="dk1"/>
                </a:solidFill>
              </a:defRPr>
            </a:lvl7pPr>
            <a:lvl8pPr lvl="7">
              <a:spcBef>
                <a:spcPts val="360"/>
              </a:spcBef>
              <a:buClr>
                <a:schemeClr val="dk1"/>
              </a:buClr>
              <a:buSzPct val="100000"/>
              <a:defRPr sz="1800">
                <a:solidFill>
                  <a:schemeClr val="dk1"/>
                </a:solidFill>
              </a:defRPr>
            </a:lvl8pPr>
            <a:lvl9pPr lvl="8">
              <a:spcBef>
                <a:spcPts val="360"/>
              </a:spcBef>
              <a:buClr>
                <a:schemeClr val="dk1"/>
              </a:buClr>
              <a:buSzPct val="100000"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" name="Shape 8"/>
          <p:cNvSpPr txBox="1"/>
          <p:nvPr>
            <p:ph idx="12" type="sldNum"/>
          </p:nvPr>
        </p:nvSpPr>
        <p:spPr>
          <a:xfrm>
            <a:off x="8556791" y="4749850"/>
            <a:ext cx="548699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>
            <a:noAutofit/>
          </a:bodyPr>
          <a:lstStyle/>
          <a:p>
            <a:pPr lvl="0" algn="r">
              <a:spcBef>
                <a:spcPts val="0"/>
              </a:spcBef>
              <a:buNone/>
            </a:pPr>
            <a:fld id="{00000000-1234-1234-1234-123412341234}" type="slidenum">
              <a:rPr lang="en" sz="1300">
                <a:solidFill>
                  <a:schemeClr val="dk1"/>
                </a:solidFill>
              </a:rPr>
              <a:t>‹#›</a:t>
            </a:fld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chemeClr val="lt1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Shape 72"/>
          <p:cNvSpPr txBox="1"/>
          <p:nvPr>
            <p:ph type="title"/>
          </p:nvPr>
        </p:nvSpPr>
        <p:spPr>
          <a:xfrm>
            <a:off x="377775" y="2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rIns="91425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5200C"/>
              </a:buClr>
              <a:buFont typeface="Arial"/>
              <a:buNone/>
              <a:defRPr b="1" i="0" sz="3600" u="none" cap="none" strike="noStrike">
                <a:solidFill>
                  <a:srgbClr val="85200C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5200C"/>
              </a:buClr>
              <a:buFont typeface="Arial"/>
              <a:buNone/>
              <a:defRPr b="1" i="0" sz="3600" u="none" cap="none" strike="noStrike">
                <a:solidFill>
                  <a:srgbClr val="85200C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spcBef>
                <a:spcPts val="0"/>
              </a:spcBef>
              <a:buClr>
                <a:srgbClr val="85200C"/>
              </a:buClr>
              <a:buFont typeface="Arial"/>
              <a:buNone/>
              <a:defRPr b="1" i="0" sz="3600" u="none" cap="none" strike="noStrike">
                <a:solidFill>
                  <a:srgbClr val="85200C"/>
                </a:solidFill>
              </a:defRPr>
            </a:lvl3pPr>
            <a:lvl4pPr indent="0" lvl="3" marL="0" marR="0" rtl="0" algn="l">
              <a:spcBef>
                <a:spcPts val="0"/>
              </a:spcBef>
              <a:buClr>
                <a:srgbClr val="85200C"/>
              </a:buClr>
              <a:buFont typeface="Arial"/>
              <a:buNone/>
              <a:defRPr b="1" i="0" sz="3600" u="none" cap="none" strike="noStrike">
                <a:solidFill>
                  <a:srgbClr val="85200C"/>
                </a:solidFill>
              </a:defRPr>
            </a:lvl4pPr>
            <a:lvl5pPr indent="0" lvl="4" marL="0" marR="0" rtl="0" algn="l">
              <a:spcBef>
                <a:spcPts val="0"/>
              </a:spcBef>
              <a:buClr>
                <a:srgbClr val="85200C"/>
              </a:buClr>
              <a:buFont typeface="Arial"/>
              <a:buNone/>
              <a:defRPr b="1" i="0" sz="3600" u="none" cap="none" strike="noStrike">
                <a:solidFill>
                  <a:srgbClr val="85200C"/>
                </a:solidFill>
              </a:defRPr>
            </a:lvl5pPr>
            <a:lvl6pPr indent="0" lvl="5" marL="0" marR="0" rtl="0" algn="l">
              <a:spcBef>
                <a:spcPts val="0"/>
              </a:spcBef>
              <a:buClr>
                <a:srgbClr val="85200C"/>
              </a:buClr>
              <a:buFont typeface="Arial"/>
              <a:buNone/>
              <a:defRPr b="1" i="0" sz="3600" u="none" cap="none" strike="noStrike">
                <a:solidFill>
                  <a:srgbClr val="85200C"/>
                </a:solidFill>
              </a:defRPr>
            </a:lvl6pPr>
            <a:lvl7pPr indent="0" lvl="6" marL="0" marR="0" rtl="0" algn="l">
              <a:spcBef>
                <a:spcPts val="0"/>
              </a:spcBef>
              <a:buClr>
                <a:srgbClr val="85200C"/>
              </a:buClr>
              <a:buFont typeface="Arial"/>
              <a:buNone/>
              <a:defRPr b="1" i="0" sz="3600" u="none" cap="none" strike="noStrike">
                <a:solidFill>
                  <a:srgbClr val="85200C"/>
                </a:solidFill>
              </a:defRPr>
            </a:lvl7pPr>
            <a:lvl8pPr indent="0" lvl="7" marL="0" marR="0" rtl="0" algn="l">
              <a:spcBef>
                <a:spcPts val="0"/>
              </a:spcBef>
              <a:buClr>
                <a:srgbClr val="85200C"/>
              </a:buClr>
              <a:buFont typeface="Arial"/>
              <a:buNone/>
              <a:defRPr b="1" i="0" sz="3600" u="none" cap="none" strike="noStrike">
                <a:solidFill>
                  <a:srgbClr val="85200C"/>
                </a:solidFill>
              </a:defRPr>
            </a:lvl8pPr>
            <a:lvl9pPr indent="0" lvl="8" marL="0" marR="0" rtl="0" algn="l">
              <a:spcBef>
                <a:spcPts val="0"/>
              </a:spcBef>
              <a:buClr>
                <a:srgbClr val="85200C"/>
              </a:buClr>
              <a:buFont typeface="Arial"/>
              <a:buNone/>
              <a:defRPr b="1" i="0" sz="3600" u="none" cap="none" strike="noStrike">
                <a:solidFill>
                  <a:srgbClr val="85200C"/>
                </a:solidFill>
              </a:defRPr>
            </a:lvl9pPr>
          </a:lstStyle>
          <a:p/>
        </p:txBody>
      </p:sp>
      <p:sp>
        <p:nvSpPr>
          <p:cNvPr id="73" name="Shape 73"/>
          <p:cNvSpPr txBox="1"/>
          <p:nvPr>
            <p:ph idx="1" type="body"/>
          </p:nvPr>
        </p:nvSpPr>
        <p:spPr>
          <a:xfrm>
            <a:off x="457200" y="760325"/>
            <a:ext cx="8229600" cy="398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  <a:defRPr b="0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4" name="Shape 74"/>
          <p:cNvSpPr txBox="1"/>
          <p:nvPr>
            <p:ph idx="12" type="sldNum"/>
          </p:nvPr>
        </p:nvSpPr>
        <p:spPr>
          <a:xfrm>
            <a:off x="8556817" y="4749850"/>
            <a:ext cx="548699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fld id="{00000000-1234-1234-1234-123412341234}" type="slidenum">
              <a:rPr b="0" i="0" lang="en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chemeClr val="lt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Shape 110"/>
          <p:cNvSpPr txBox="1"/>
          <p:nvPr>
            <p:ph type="title"/>
          </p:nvPr>
        </p:nvSpPr>
        <p:spPr>
          <a:xfrm>
            <a:off x="267375" y="30523"/>
            <a:ext cx="8419424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/>
          <a:lstStyle>
            <a:lvl1pPr indent="0" lvl="0" marL="0" marR="0" rtl="0" algn="ctr">
              <a:spcBef>
                <a:spcPts val="0"/>
              </a:spcBef>
              <a:buClr>
                <a:schemeClr val="accent1"/>
              </a:buClr>
              <a:buFont typeface="Calibri"/>
              <a:buNone/>
              <a:defRPr b="0" i="0" sz="36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defRPr/>
            </a:lvl2pPr>
            <a:lvl3pPr indent="0" lvl="2" marL="0" marR="0" rtl="0" algn="l">
              <a:spcBef>
                <a:spcPts val="0"/>
              </a:spcBef>
              <a:defRPr/>
            </a:lvl3pPr>
            <a:lvl4pPr indent="0" lvl="3" marL="0" marR="0" rtl="0" algn="l">
              <a:spcBef>
                <a:spcPts val="0"/>
              </a:spcBef>
              <a:defRPr/>
            </a:lvl4pPr>
            <a:lvl5pPr indent="0" lvl="4" marL="0" marR="0" rtl="0" algn="l">
              <a:spcBef>
                <a:spcPts val="0"/>
              </a:spcBef>
              <a:defRPr/>
            </a:lvl5pPr>
            <a:lvl6pPr indent="0" lvl="5" marL="0" marR="0" rtl="0" algn="l">
              <a:spcBef>
                <a:spcPts val="0"/>
              </a:spcBef>
              <a:defRPr/>
            </a:lvl6pPr>
            <a:lvl7pPr indent="0" lvl="6" marL="0" marR="0" rtl="0" algn="l">
              <a:spcBef>
                <a:spcPts val="0"/>
              </a:spcBef>
              <a:defRPr/>
            </a:lvl7pPr>
            <a:lvl8pPr indent="0" lvl="7" marL="0" marR="0" rtl="0" algn="l">
              <a:spcBef>
                <a:spcPts val="0"/>
              </a:spcBef>
              <a:defRPr/>
            </a:lvl8pPr>
            <a:lvl9pPr indent="0" lvl="8" marL="0" marR="0" rtl="0" algn="l">
              <a:spcBef>
                <a:spcPts val="0"/>
              </a:spcBef>
              <a:defRPr/>
            </a:lvl9pPr>
          </a:lstStyle>
          <a:p/>
        </p:txBody>
      </p:sp>
      <p:sp>
        <p:nvSpPr>
          <p:cNvPr id="111" name="Shape 111"/>
          <p:cNvSpPr txBox="1"/>
          <p:nvPr>
            <p:ph idx="1" type="body"/>
          </p:nvPr>
        </p:nvSpPr>
        <p:spPr>
          <a:xfrm>
            <a:off x="267375" y="969170"/>
            <a:ext cx="8419424" cy="362545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indent="-190500" lvl="0" marL="342900" marR="0" rtl="0" algn="l">
              <a:spcBef>
                <a:spcPts val="480"/>
              </a:spcBef>
              <a:buClr>
                <a:schemeClr val="dk1"/>
              </a:buClr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158750" lvl="1" marL="742950" marR="0" rtl="0" algn="l">
              <a:spcBef>
                <a:spcPts val="400"/>
              </a:spcBef>
              <a:buClr>
                <a:schemeClr val="dk1"/>
              </a:buClr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114300" lvl="2" marL="1143000" marR="0" rtl="0" algn="l">
              <a:spcBef>
                <a:spcPts val="360"/>
              </a:spcBef>
              <a:buClr>
                <a:schemeClr val="dk1"/>
              </a:buClr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127000" lvl="3" marL="1600200" marR="0" rtl="0" algn="l">
              <a:spcBef>
                <a:spcPts val="320"/>
              </a:spcBef>
              <a:buClr>
                <a:schemeClr val="dk1"/>
              </a:buClr>
              <a:buFont typeface="Arial"/>
              <a:buChar char="–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127000" lvl="4" marL="2057400" marR="0" rtl="0" algn="l">
              <a:spcBef>
                <a:spcPts val="320"/>
              </a:spcBef>
              <a:buClr>
                <a:schemeClr val="dk1"/>
              </a:buClr>
              <a:buFont typeface="Arial"/>
              <a:buChar char="»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101600" lvl="5" marL="2514600" marR="0" rtl="0" algn="l">
              <a:spcBef>
                <a:spcPts val="400"/>
              </a:spcBef>
              <a:buClr>
                <a:schemeClr val="dk1"/>
              </a:buClr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101600" lvl="6" marL="2971800" marR="0" rtl="0" algn="l">
              <a:spcBef>
                <a:spcPts val="400"/>
              </a:spcBef>
              <a:buClr>
                <a:schemeClr val="dk1"/>
              </a:buClr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101600" lvl="7" marL="3429000" marR="0" rtl="0" algn="l">
              <a:spcBef>
                <a:spcPts val="400"/>
              </a:spcBef>
              <a:buClr>
                <a:schemeClr val="dk1"/>
              </a:buClr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101600" lvl="8" marL="3886200" marR="0" rtl="0" algn="l">
              <a:spcBef>
                <a:spcPts val="400"/>
              </a:spcBef>
              <a:buClr>
                <a:schemeClr val="dk1"/>
              </a:buClr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2" name="Shape 112"/>
          <p:cNvSpPr txBox="1"/>
          <p:nvPr>
            <p:ph idx="10" type="dt"/>
          </p:nvPr>
        </p:nvSpPr>
        <p:spPr>
          <a:xfrm>
            <a:off x="457200" y="4767264"/>
            <a:ext cx="2133599" cy="27384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3" name="Shape 113"/>
          <p:cNvSpPr txBox="1"/>
          <p:nvPr>
            <p:ph idx="11" type="ftr"/>
          </p:nvPr>
        </p:nvSpPr>
        <p:spPr>
          <a:xfrm>
            <a:off x="3124200" y="4767264"/>
            <a:ext cx="2895600" cy="27384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/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4" name="Shape 114"/>
          <p:cNvSpPr txBox="1"/>
          <p:nvPr>
            <p:ph idx="12" type="sldNum"/>
          </p:nvPr>
        </p:nvSpPr>
        <p:spPr>
          <a:xfrm>
            <a:off x="6553200" y="4767264"/>
            <a:ext cx="2133599" cy="27384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ct val="25000"/>
              <a:buFont typeface="Calibri"/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</a:p>
        </p:txBody>
      </p:sp>
      <p:pic>
        <p:nvPicPr>
          <p:cNvPr id="115" name="Shape 115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8370631" y="37802"/>
            <a:ext cx="726064" cy="59973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66" r:id="rId2"/>
    <p:sldLayoutId id="2147483667" r:id="rId3"/>
    <p:sldLayoutId id="2147483668" r:id="rId4"/>
    <p:sldLayoutId id="2147483669" r:id="rId5"/>
    <p:sldLayoutId id="2147483670" r:id="rId6"/>
    <p:sldLayoutId id="2147483671" r:id="rId7"/>
    <p:sldLayoutId id="2147483672" r:id="rId8"/>
    <p:sldLayoutId id="2147483673" r:id="rId9"/>
    <p:sldLayoutId id="2147483674" r:id="rId10"/>
    <p:sldLayoutId id="2147483675" r:id="rId11"/>
    <p:sldLayoutId id="2147483676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chemeClr val="lt1"/>
        </a:solidFill>
      </p:bgPr>
    </p:bg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Shape 191"/>
          <p:cNvSpPr txBox="1"/>
          <p:nvPr>
            <p:ph type="title"/>
          </p:nvPr>
        </p:nvSpPr>
        <p:spPr>
          <a:xfrm>
            <a:off x="377775" y="2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rIns="91425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5200C"/>
              </a:buClr>
              <a:buFont typeface="Arial"/>
              <a:buNone/>
              <a:defRPr b="1" i="0" sz="3600" u="none" cap="none" strike="noStrike">
                <a:solidFill>
                  <a:srgbClr val="85200C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5200C"/>
              </a:buClr>
              <a:buFont typeface="Arial"/>
              <a:buNone/>
              <a:defRPr b="1" i="0" sz="3600" u="none" cap="none" strike="noStrike">
                <a:solidFill>
                  <a:srgbClr val="85200C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spcBef>
                <a:spcPts val="0"/>
              </a:spcBef>
              <a:buClr>
                <a:srgbClr val="85200C"/>
              </a:buClr>
              <a:buFont typeface="Arial"/>
              <a:buNone/>
              <a:defRPr b="1" i="0" sz="3600" u="none" cap="none" strike="noStrike">
                <a:solidFill>
                  <a:srgbClr val="85200C"/>
                </a:solidFill>
              </a:defRPr>
            </a:lvl3pPr>
            <a:lvl4pPr indent="0" lvl="3" marL="0" marR="0" rtl="0" algn="l">
              <a:spcBef>
                <a:spcPts val="0"/>
              </a:spcBef>
              <a:buClr>
                <a:srgbClr val="85200C"/>
              </a:buClr>
              <a:buFont typeface="Arial"/>
              <a:buNone/>
              <a:defRPr b="1" i="0" sz="3600" u="none" cap="none" strike="noStrike">
                <a:solidFill>
                  <a:srgbClr val="85200C"/>
                </a:solidFill>
              </a:defRPr>
            </a:lvl4pPr>
            <a:lvl5pPr indent="0" lvl="4" marL="0" marR="0" rtl="0" algn="l">
              <a:spcBef>
                <a:spcPts val="0"/>
              </a:spcBef>
              <a:buClr>
                <a:srgbClr val="85200C"/>
              </a:buClr>
              <a:buFont typeface="Arial"/>
              <a:buNone/>
              <a:defRPr b="1" i="0" sz="3600" u="none" cap="none" strike="noStrike">
                <a:solidFill>
                  <a:srgbClr val="85200C"/>
                </a:solidFill>
              </a:defRPr>
            </a:lvl5pPr>
            <a:lvl6pPr indent="0" lvl="5" marL="0" marR="0" rtl="0" algn="l">
              <a:spcBef>
                <a:spcPts val="0"/>
              </a:spcBef>
              <a:buClr>
                <a:srgbClr val="85200C"/>
              </a:buClr>
              <a:buFont typeface="Arial"/>
              <a:buNone/>
              <a:defRPr b="1" i="0" sz="3600" u="none" cap="none" strike="noStrike">
                <a:solidFill>
                  <a:srgbClr val="85200C"/>
                </a:solidFill>
              </a:defRPr>
            </a:lvl6pPr>
            <a:lvl7pPr indent="0" lvl="6" marL="0" marR="0" rtl="0" algn="l">
              <a:spcBef>
                <a:spcPts val="0"/>
              </a:spcBef>
              <a:buClr>
                <a:srgbClr val="85200C"/>
              </a:buClr>
              <a:buFont typeface="Arial"/>
              <a:buNone/>
              <a:defRPr b="1" i="0" sz="3600" u="none" cap="none" strike="noStrike">
                <a:solidFill>
                  <a:srgbClr val="85200C"/>
                </a:solidFill>
              </a:defRPr>
            </a:lvl7pPr>
            <a:lvl8pPr indent="0" lvl="7" marL="0" marR="0" rtl="0" algn="l">
              <a:spcBef>
                <a:spcPts val="0"/>
              </a:spcBef>
              <a:buClr>
                <a:srgbClr val="85200C"/>
              </a:buClr>
              <a:buFont typeface="Arial"/>
              <a:buNone/>
              <a:defRPr b="1" i="0" sz="3600" u="none" cap="none" strike="noStrike">
                <a:solidFill>
                  <a:srgbClr val="85200C"/>
                </a:solidFill>
              </a:defRPr>
            </a:lvl8pPr>
            <a:lvl9pPr indent="0" lvl="8" marL="0" marR="0" rtl="0" algn="l">
              <a:spcBef>
                <a:spcPts val="0"/>
              </a:spcBef>
              <a:buClr>
                <a:srgbClr val="85200C"/>
              </a:buClr>
              <a:buFont typeface="Arial"/>
              <a:buNone/>
              <a:defRPr b="1" i="0" sz="3600" u="none" cap="none" strike="noStrike">
                <a:solidFill>
                  <a:srgbClr val="85200C"/>
                </a:solidFill>
              </a:defRPr>
            </a:lvl9pPr>
          </a:lstStyle>
          <a:p/>
        </p:txBody>
      </p:sp>
      <p:sp>
        <p:nvSpPr>
          <p:cNvPr id="192" name="Shape 192"/>
          <p:cNvSpPr txBox="1"/>
          <p:nvPr>
            <p:ph idx="1" type="body"/>
          </p:nvPr>
        </p:nvSpPr>
        <p:spPr>
          <a:xfrm>
            <a:off x="457200" y="760325"/>
            <a:ext cx="8229600" cy="398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  <a:defRPr b="0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93" name="Shape 193"/>
          <p:cNvSpPr txBox="1"/>
          <p:nvPr>
            <p:ph idx="12" type="sldNum"/>
          </p:nvPr>
        </p:nvSpPr>
        <p:spPr>
          <a:xfrm>
            <a:off x="8556817" y="4749850"/>
            <a:ext cx="548699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fld id="{00000000-1234-1234-1234-123412341234}" type="slidenum">
              <a:rPr b="0" i="0" lang="en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</a:p>
        </p:txBody>
      </p:sp>
      <p:pic>
        <p:nvPicPr>
          <p:cNvPr id="194" name="Shape 194"/>
          <p:cNvPicPr preferRelativeResize="0"/>
          <p:nvPr/>
        </p:nvPicPr>
        <p:blipFill rotWithShape="1">
          <a:blip r:embed="rId1">
            <a:alphaModFix amt="96000"/>
          </a:blip>
          <a:srcRect b="0" l="0" r="0" t="0"/>
          <a:stretch/>
        </p:blipFill>
        <p:spPr>
          <a:xfrm>
            <a:off x="8344100" y="131245"/>
            <a:ext cx="623099" cy="577293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77" r:id="rId2"/>
    <p:sldLayoutId id="2147483678" r:id="rId3"/>
    <p:sldLayoutId id="2147483679" r:id="rId4"/>
    <p:sldLayoutId id="2147483680" r:id="rId5"/>
    <p:sldLayoutId id="2147483681" r:id="rId6"/>
    <p:sldLayoutId id="2147483682" r:id="rId7"/>
    <p:sldLayoutId id="2147483683" r:id="rId8"/>
    <p:sldLayoutId id="2147483684" r:id="rId9"/>
    <p:sldLayoutId id="2147483685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8.png"/><Relationship Id="rId4" Type="http://schemas.openxmlformats.org/officeDocument/2006/relationships/image" Target="../media/image22.png"/><Relationship Id="rId5" Type="http://schemas.openxmlformats.org/officeDocument/2006/relationships/image" Target="../media/image23.png"/><Relationship Id="rId6" Type="http://schemas.openxmlformats.org/officeDocument/2006/relationships/image" Target="../media/image19.gif"/><Relationship Id="rId7" Type="http://schemas.openxmlformats.org/officeDocument/2006/relationships/image" Target="../media/image21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4.jpg"/><Relationship Id="rId4" Type="http://schemas.openxmlformats.org/officeDocument/2006/relationships/image" Target="../media/image20.png"/><Relationship Id="rId9" Type="http://schemas.openxmlformats.org/officeDocument/2006/relationships/image" Target="../media/image29.png"/><Relationship Id="rId5" Type="http://schemas.openxmlformats.org/officeDocument/2006/relationships/image" Target="../media/image26.gif"/><Relationship Id="rId6" Type="http://schemas.openxmlformats.org/officeDocument/2006/relationships/image" Target="../media/image27.png"/><Relationship Id="rId7" Type="http://schemas.openxmlformats.org/officeDocument/2006/relationships/image" Target="../media/image25.png"/><Relationship Id="rId8" Type="http://schemas.openxmlformats.org/officeDocument/2006/relationships/image" Target="../media/image28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1.jpg"/><Relationship Id="rId4" Type="http://schemas.openxmlformats.org/officeDocument/2006/relationships/image" Target="../media/image30.png"/><Relationship Id="rId5" Type="http://schemas.openxmlformats.org/officeDocument/2006/relationships/image" Target="../media/image36.gif"/><Relationship Id="rId6" Type="http://schemas.openxmlformats.org/officeDocument/2006/relationships/image" Target="../media/image31.png"/></Relationships>
</file>

<file path=ppt/slides/_rels/slide14.xml.rels><?xml version="1.0" encoding="UTF-8" standalone="yes"?><Relationships xmlns="http://schemas.openxmlformats.org/package/2006/relationships"><Relationship Id="rId11" Type="http://schemas.openxmlformats.org/officeDocument/2006/relationships/image" Target="../media/image38.jpg"/><Relationship Id="rId10" Type="http://schemas.openxmlformats.org/officeDocument/2006/relationships/image" Target="../media/image46.jpg"/><Relationship Id="rId13" Type="http://schemas.openxmlformats.org/officeDocument/2006/relationships/image" Target="../media/image43.png"/><Relationship Id="rId12" Type="http://schemas.openxmlformats.org/officeDocument/2006/relationships/image" Target="../media/image41.png"/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2.png"/><Relationship Id="rId4" Type="http://schemas.openxmlformats.org/officeDocument/2006/relationships/image" Target="../media/image34.png"/><Relationship Id="rId9" Type="http://schemas.openxmlformats.org/officeDocument/2006/relationships/image" Target="../media/image45.jpg"/><Relationship Id="rId15" Type="http://schemas.openxmlformats.org/officeDocument/2006/relationships/image" Target="../media/image44.png"/><Relationship Id="rId14" Type="http://schemas.openxmlformats.org/officeDocument/2006/relationships/image" Target="../media/image42.png"/><Relationship Id="rId16" Type="http://schemas.openxmlformats.org/officeDocument/2006/relationships/image" Target="../media/image40.png"/><Relationship Id="rId5" Type="http://schemas.openxmlformats.org/officeDocument/2006/relationships/image" Target="../media/image33.png"/><Relationship Id="rId6" Type="http://schemas.openxmlformats.org/officeDocument/2006/relationships/image" Target="../media/image35.png"/><Relationship Id="rId7" Type="http://schemas.openxmlformats.org/officeDocument/2006/relationships/image" Target="../media/image39.jpg"/><Relationship Id="rId8" Type="http://schemas.openxmlformats.org/officeDocument/2006/relationships/image" Target="../media/image37.jpg"/></Relationships>
</file>

<file path=ppt/slides/_rels/slide15.xml.rels><?xml version="1.0" encoding="UTF-8" standalone="yes"?><Relationships xmlns="http://schemas.openxmlformats.org/package/2006/relationships"><Relationship Id="rId10" Type="http://schemas.openxmlformats.org/officeDocument/2006/relationships/image" Target="../media/image53.png"/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8.png"/><Relationship Id="rId4" Type="http://schemas.openxmlformats.org/officeDocument/2006/relationships/image" Target="../media/image51.png"/><Relationship Id="rId9" Type="http://schemas.openxmlformats.org/officeDocument/2006/relationships/image" Target="../media/image52.jpg"/><Relationship Id="rId5" Type="http://schemas.openxmlformats.org/officeDocument/2006/relationships/image" Target="../media/image49.png"/><Relationship Id="rId6" Type="http://schemas.openxmlformats.org/officeDocument/2006/relationships/image" Target="../media/image50.png"/><Relationship Id="rId7" Type="http://schemas.openxmlformats.org/officeDocument/2006/relationships/image" Target="../media/image47.jpg"/><Relationship Id="rId8" Type="http://schemas.openxmlformats.org/officeDocument/2006/relationships/image" Target="../media/image54.jpg"/></Relationships>
</file>

<file path=ppt/slides/_rels/slide16.xml.rels><?xml version="1.0" encoding="UTF-8" standalone="yes"?><Relationships xmlns="http://schemas.openxmlformats.org/package/2006/relationships"><Relationship Id="rId20" Type="http://schemas.openxmlformats.org/officeDocument/2006/relationships/image" Target="../media/image62.png"/><Relationship Id="rId11" Type="http://schemas.openxmlformats.org/officeDocument/2006/relationships/image" Target="../media/image53.png"/><Relationship Id="rId10" Type="http://schemas.openxmlformats.org/officeDocument/2006/relationships/image" Target="../media/image52.jpg"/><Relationship Id="rId13" Type="http://schemas.openxmlformats.org/officeDocument/2006/relationships/image" Target="../media/image63.png"/><Relationship Id="rId12" Type="http://schemas.openxmlformats.org/officeDocument/2006/relationships/image" Target="../media/image58.png"/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8.png"/><Relationship Id="rId4" Type="http://schemas.openxmlformats.org/officeDocument/2006/relationships/image" Target="../media/image55.png"/><Relationship Id="rId9" Type="http://schemas.openxmlformats.org/officeDocument/2006/relationships/image" Target="../media/image54.jpg"/><Relationship Id="rId15" Type="http://schemas.openxmlformats.org/officeDocument/2006/relationships/image" Target="../media/image57.jpg"/><Relationship Id="rId14" Type="http://schemas.openxmlformats.org/officeDocument/2006/relationships/image" Target="../media/image59.png"/><Relationship Id="rId17" Type="http://schemas.openxmlformats.org/officeDocument/2006/relationships/image" Target="../media/image60.png"/><Relationship Id="rId16" Type="http://schemas.openxmlformats.org/officeDocument/2006/relationships/image" Target="../media/image56.png"/><Relationship Id="rId5" Type="http://schemas.openxmlformats.org/officeDocument/2006/relationships/image" Target="../media/image51.png"/><Relationship Id="rId19" Type="http://schemas.openxmlformats.org/officeDocument/2006/relationships/image" Target="../media/image61.png"/><Relationship Id="rId6" Type="http://schemas.openxmlformats.org/officeDocument/2006/relationships/image" Target="../media/image49.png"/><Relationship Id="rId18" Type="http://schemas.openxmlformats.org/officeDocument/2006/relationships/image" Target="../media/image64.jpg"/><Relationship Id="rId7" Type="http://schemas.openxmlformats.org/officeDocument/2006/relationships/image" Target="../media/image50.png"/><Relationship Id="rId8" Type="http://schemas.openxmlformats.org/officeDocument/2006/relationships/image" Target="../media/image47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Shape 246"/>
          <p:cNvSpPr txBox="1"/>
          <p:nvPr>
            <p:ph type="ctrTitle"/>
          </p:nvPr>
        </p:nvSpPr>
        <p:spPr>
          <a:xfrm>
            <a:off x="-24900" y="1800900"/>
            <a:ext cx="9181200" cy="1265999"/>
          </a:xfrm>
          <a:prstGeom prst="rect">
            <a:avLst/>
          </a:prstGeom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"/>
              <a:t>ONOS EMU Release</a:t>
            </a:r>
          </a:p>
        </p:txBody>
      </p:sp>
      <p:sp>
        <p:nvSpPr>
          <p:cNvPr id="247" name="Shape 247"/>
          <p:cNvSpPr txBox="1"/>
          <p:nvPr>
            <p:ph idx="1" type="subTitle"/>
          </p:nvPr>
        </p:nvSpPr>
        <p:spPr>
          <a:xfrm>
            <a:off x="723900" y="3174725"/>
            <a:ext cx="7696199" cy="932099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/>
              <a:t>December 2015</a:t>
            </a:r>
          </a:p>
          <a:p>
            <a:pPr lvl="0" rtl="0">
              <a:spcBef>
                <a:spcPts val="0"/>
              </a:spcBef>
              <a:buNone/>
            </a:pPr>
            <a:r>
              <a:rPr lang="en"/>
              <a:t>Bill Snow</a:t>
            </a:r>
          </a:p>
          <a:p>
            <a:pPr lvl="0">
              <a:spcBef>
                <a:spcPts val="0"/>
              </a:spcBef>
              <a:buNone/>
            </a:pPr>
            <a:r>
              <a:rPr lang="en"/>
              <a:t>bill@onlab.us</a:t>
            </a:r>
          </a:p>
        </p:txBody>
      </p:sp>
    </p:spTree>
  </p:cSld>
  <p:clrMapOvr>
    <a:masterClrMapping/>
  </p:clrMapOvr>
  <p:transition spd="slow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Shape 252"/>
          <p:cNvSpPr txBox="1"/>
          <p:nvPr/>
        </p:nvSpPr>
        <p:spPr>
          <a:xfrm>
            <a:off x="381625" y="1052025"/>
            <a:ext cx="8544000" cy="33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>
            <a:noAutofit/>
          </a:bodyPr>
          <a:lstStyle/>
          <a:p>
            <a:pPr indent="-381000" lvl="0" marL="457200" rtl="0">
              <a:spcBef>
                <a:spcPts val="0"/>
              </a:spcBef>
              <a:buSzPct val="100000"/>
              <a:buChar char="●"/>
            </a:pPr>
            <a:r>
              <a:rPr lang="en" sz="2400"/>
              <a:t>The </a:t>
            </a:r>
            <a:r>
              <a:rPr i="1" lang="en" sz="2400">
                <a:solidFill>
                  <a:schemeClr val="accent6"/>
                </a:solidFill>
              </a:rPr>
              <a:t>Virtuous Cycle</a:t>
            </a:r>
            <a:r>
              <a:rPr lang="en" sz="2400">
                <a:solidFill>
                  <a:schemeClr val="accent6"/>
                </a:solidFill>
              </a:rPr>
              <a:t> </a:t>
            </a:r>
            <a:r>
              <a:rPr lang="en" sz="2400"/>
              <a:t>has made ONOS deployment ready</a:t>
            </a:r>
          </a:p>
          <a:p>
            <a:pPr lvl="0" rtl="0">
              <a:spcBef>
                <a:spcPts val="0"/>
              </a:spcBef>
              <a:buNone/>
            </a:pPr>
            <a:r>
              <a:t/>
            </a:r>
            <a:endParaRPr i="1" sz="2400">
              <a:solidFill>
                <a:schemeClr val="accent6"/>
              </a:solidFill>
            </a:endParaRPr>
          </a:p>
          <a:p>
            <a:pPr indent="-381000" lvl="0" marL="457200" rtl="0">
              <a:spcBef>
                <a:spcPts val="0"/>
              </a:spcBef>
              <a:buSzPct val="100000"/>
              <a:buChar char="●"/>
            </a:pPr>
            <a:r>
              <a:rPr i="1" lang="en" sz="2400">
                <a:solidFill>
                  <a:schemeClr val="accent6"/>
                </a:solidFill>
              </a:rPr>
              <a:t>Community Growth</a:t>
            </a:r>
            <a:r>
              <a:rPr lang="en" sz="2400"/>
              <a:t> is strong and accelerating</a:t>
            </a:r>
          </a:p>
          <a:p>
            <a:pPr lvl="0" rtl="0">
              <a:spcBef>
                <a:spcPts val="0"/>
              </a:spcBef>
              <a:buNone/>
            </a:pPr>
            <a:r>
              <a:t/>
            </a:r>
            <a:endParaRPr i="1" sz="2400">
              <a:solidFill>
                <a:schemeClr val="accent6"/>
              </a:solidFill>
            </a:endParaRPr>
          </a:p>
          <a:p>
            <a:pPr indent="-381000" lvl="0" marL="457200">
              <a:spcBef>
                <a:spcPts val="0"/>
              </a:spcBef>
              <a:buSzPct val="100000"/>
              <a:buChar char="●"/>
            </a:pPr>
            <a:r>
              <a:rPr lang="en" sz="2400"/>
              <a:t>ONOS Community </a:t>
            </a:r>
            <a:r>
              <a:rPr i="1" lang="en" sz="2400">
                <a:solidFill>
                  <a:schemeClr val="accent6"/>
                </a:solidFill>
              </a:rPr>
              <a:t>Contributions</a:t>
            </a:r>
            <a:r>
              <a:rPr i="1" lang="en" sz="2400"/>
              <a:t> are </a:t>
            </a:r>
            <a:r>
              <a:rPr i="1" lang="en" sz="2400">
                <a:solidFill>
                  <a:schemeClr val="accent6"/>
                </a:solidFill>
              </a:rPr>
              <a:t>Diversifying</a:t>
            </a:r>
          </a:p>
        </p:txBody>
      </p:sp>
    </p:spTree>
  </p:cSld>
  <p:clrMapOvr>
    <a:masterClrMapping/>
  </p:clrMapOvr>
  <p:transition spd="slow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Shape 257"/>
          <p:cNvSpPr txBox="1"/>
          <p:nvPr>
            <p:ph type="title"/>
          </p:nvPr>
        </p:nvSpPr>
        <p:spPr>
          <a:xfrm>
            <a:off x="20108" y="49397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Clr>
                <a:srgbClr val="C0504D"/>
              </a:buClr>
              <a:buSzPct val="25000"/>
              <a:buFont typeface="Calibri"/>
              <a:buNone/>
            </a:pPr>
            <a:r>
              <a:rPr b="0" i="0" lang="en" sz="3600" u="none" cap="none" strike="noStrike">
                <a:solidFill>
                  <a:srgbClr val="C0504D"/>
                </a:solidFill>
                <a:latin typeface="Calibri"/>
                <a:ea typeface="Calibri"/>
                <a:cs typeface="Calibri"/>
                <a:sym typeface="Calibri"/>
              </a:rPr>
              <a:t>Platform and Solutions: The Virtuous Cycle</a:t>
            </a:r>
          </a:p>
        </p:txBody>
      </p:sp>
      <p:sp>
        <p:nvSpPr>
          <p:cNvPr id="258" name="Shape 258"/>
          <p:cNvSpPr/>
          <p:nvPr/>
        </p:nvSpPr>
        <p:spPr>
          <a:xfrm>
            <a:off x="1774416" y="1780156"/>
            <a:ext cx="1852719" cy="922132"/>
          </a:xfrm>
          <a:prstGeom prst="ellipse">
            <a:avLst/>
          </a:prstGeom>
          <a:gradFill>
            <a:gsLst>
              <a:gs pos="0">
                <a:srgbClr val="920000"/>
              </a:gs>
              <a:gs pos="100000">
                <a:srgbClr val="E0A4A4"/>
              </a:gs>
            </a:gsLst>
            <a:lin ang="16200000" scaled="0"/>
          </a:gradFill>
          <a:ln cap="flat" cmpd="sng" w="9525">
            <a:solidFill>
              <a:srgbClr val="7F0000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SzPct val="25000"/>
              <a:buNone/>
            </a:pPr>
            <a:r>
              <a:rPr b="0" i="0" lang="en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Platform</a:t>
            </a:r>
          </a:p>
        </p:txBody>
      </p:sp>
      <p:sp>
        <p:nvSpPr>
          <p:cNvPr id="259" name="Shape 259"/>
          <p:cNvSpPr/>
          <p:nvPr/>
        </p:nvSpPr>
        <p:spPr>
          <a:xfrm>
            <a:off x="5536576" y="1780156"/>
            <a:ext cx="1852719" cy="922132"/>
          </a:xfrm>
          <a:prstGeom prst="ellipse">
            <a:avLst/>
          </a:prstGeom>
          <a:gradFill>
            <a:gsLst>
              <a:gs pos="0">
                <a:srgbClr val="920000"/>
              </a:gs>
              <a:gs pos="100000">
                <a:srgbClr val="E0A4A4"/>
              </a:gs>
            </a:gsLst>
            <a:lin ang="16200000" scaled="0"/>
          </a:gradFill>
          <a:ln cap="flat" cmpd="sng" w="9525">
            <a:solidFill>
              <a:srgbClr val="7F0000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SzPct val="25000"/>
              <a:buNone/>
            </a:pPr>
            <a:r>
              <a:rPr b="0" i="0" lang="en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Solutions</a:t>
            </a:r>
          </a:p>
        </p:txBody>
      </p:sp>
      <p:cxnSp>
        <p:nvCxnSpPr>
          <p:cNvPr id="260" name="Shape 260"/>
          <p:cNvCxnSpPr>
            <a:stCxn id="258" idx="0"/>
            <a:endCxn id="259" idx="0"/>
          </p:cNvCxnSpPr>
          <p:nvPr/>
        </p:nvCxnSpPr>
        <p:spPr>
          <a:xfrm flipH="1" rot="-5400000">
            <a:off x="4581625" y="-100693"/>
            <a:ext cx="600" cy="3762300"/>
          </a:xfrm>
          <a:prstGeom prst="curvedConnector3">
            <a:avLst>
              <a:gd fmla="val -86338177" name="adj1"/>
            </a:avLst>
          </a:prstGeom>
          <a:noFill/>
          <a:ln cap="flat" cmpd="sng" w="57150">
            <a:solidFill>
              <a:srgbClr val="4F81BD"/>
            </a:solidFill>
            <a:prstDash val="solid"/>
            <a:round/>
            <a:headEnd len="med" w="med" type="none"/>
            <a:tailEnd len="lg" w="lg" type="stealth"/>
          </a:ln>
        </p:spPr>
      </p:cxnSp>
      <p:cxnSp>
        <p:nvCxnSpPr>
          <p:cNvPr id="261" name="Shape 261"/>
          <p:cNvCxnSpPr/>
          <p:nvPr/>
        </p:nvCxnSpPr>
        <p:spPr>
          <a:xfrm flipH="1">
            <a:off x="2706986" y="2689588"/>
            <a:ext cx="3762299" cy="12599"/>
          </a:xfrm>
          <a:prstGeom prst="curvedConnector3">
            <a:avLst>
              <a:gd fmla="val 0" name="adj1"/>
            </a:avLst>
          </a:prstGeom>
          <a:noFill/>
          <a:ln cap="flat" cmpd="sng" w="57150">
            <a:solidFill>
              <a:srgbClr val="4F81BD"/>
            </a:solidFill>
            <a:prstDash val="solid"/>
            <a:round/>
            <a:headEnd len="med" w="med" type="none"/>
            <a:tailEnd len="lg" w="lg" type="stealth"/>
          </a:ln>
        </p:spPr>
      </p:cxnSp>
      <p:sp>
        <p:nvSpPr>
          <p:cNvPr id="262" name="Shape 262"/>
          <p:cNvSpPr txBox="1"/>
          <p:nvPr/>
        </p:nvSpPr>
        <p:spPr>
          <a:xfrm>
            <a:off x="4229505" y="927620"/>
            <a:ext cx="747921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buSzPct val="25000"/>
              <a:buNone/>
            </a:pPr>
            <a:r>
              <a:rPr b="0" i="0" lang="en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Enable</a:t>
            </a:r>
          </a:p>
        </p:txBody>
      </p:sp>
      <p:sp>
        <p:nvSpPr>
          <p:cNvPr id="263" name="Shape 263"/>
          <p:cNvSpPr txBox="1"/>
          <p:nvPr/>
        </p:nvSpPr>
        <p:spPr>
          <a:xfrm>
            <a:off x="4381905" y="3246163"/>
            <a:ext cx="705841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buSzPct val="25000"/>
              <a:buNone/>
            </a:pPr>
            <a:r>
              <a:rPr b="0" i="0" lang="en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Enrich</a:t>
            </a:r>
          </a:p>
        </p:txBody>
      </p:sp>
      <p:sp>
        <p:nvSpPr>
          <p:cNvPr id="264" name="Shape 264"/>
          <p:cNvSpPr txBox="1"/>
          <p:nvPr/>
        </p:nvSpPr>
        <p:spPr>
          <a:xfrm>
            <a:off x="1716325" y="3316512"/>
            <a:ext cx="1723549" cy="400109"/>
          </a:xfrm>
          <a:prstGeom prst="rect">
            <a:avLst/>
          </a:prstGeom>
          <a:noFill/>
          <a:ln cap="flat" cmpd="sng" w="9525">
            <a:solidFill>
              <a:srgbClr val="FF3337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buSzPct val="25000"/>
              <a:buNone/>
            </a:pPr>
            <a:r>
              <a:rPr b="0" i="0" lang="en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SDN OS: ONOS</a:t>
            </a:r>
          </a:p>
        </p:txBody>
      </p:sp>
      <p:sp>
        <p:nvSpPr>
          <p:cNvPr id="265" name="Shape 265"/>
          <p:cNvSpPr txBox="1"/>
          <p:nvPr/>
        </p:nvSpPr>
        <p:spPr>
          <a:xfrm>
            <a:off x="5893403" y="3258790"/>
            <a:ext cx="788297" cy="400109"/>
          </a:xfrm>
          <a:prstGeom prst="rect">
            <a:avLst/>
          </a:prstGeom>
          <a:noFill/>
          <a:ln cap="flat" cmpd="sng" w="9525">
            <a:solidFill>
              <a:srgbClr val="FF3539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buSzPct val="25000"/>
              <a:buNone/>
            </a:pPr>
            <a:r>
              <a:rPr b="0" i="0" lang="en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CORD</a:t>
            </a:r>
          </a:p>
        </p:txBody>
      </p:sp>
      <p:sp>
        <p:nvSpPr>
          <p:cNvPr id="266" name="Shape 266"/>
          <p:cNvSpPr txBox="1"/>
          <p:nvPr/>
        </p:nvSpPr>
        <p:spPr>
          <a:xfrm>
            <a:off x="6905736" y="3708398"/>
            <a:ext cx="2238263" cy="1477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buSzPct val="25000"/>
              <a:buNone/>
            </a:pPr>
            <a:r>
              <a:rPr b="0" i="0" lang="en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Packet-Optical</a:t>
            </a:r>
          </a:p>
          <a:p>
            <a:pPr indent="0" lvl="0" marL="0" marR="0" rtl="0" algn="l">
              <a:spcBef>
                <a:spcPts val="0"/>
              </a:spcBef>
              <a:buSzPct val="25000"/>
              <a:buNone/>
            </a:pPr>
            <a:r>
              <a:rPr b="0" i="0" lang="en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SDN-IP Peering</a:t>
            </a:r>
          </a:p>
          <a:p>
            <a:pPr indent="0" lvl="0" marL="0" marR="0" rtl="0" algn="l">
              <a:spcBef>
                <a:spcPts val="0"/>
              </a:spcBef>
              <a:buSzPct val="25000"/>
              <a:buNone/>
            </a:pPr>
            <a:r>
              <a:rPr b="0" i="0" lang="en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Anchor Stack</a:t>
            </a:r>
          </a:p>
          <a:p>
            <a:pPr indent="0" lvl="0" marL="0" marR="0" rtl="0" algn="l">
              <a:spcBef>
                <a:spcPts val="0"/>
              </a:spcBef>
              <a:buSzPct val="25000"/>
              <a:buNone/>
            </a:pPr>
            <a:r>
              <a:rPr b="0" i="0" lang="en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Multicast content dist</a:t>
            </a:r>
          </a:p>
          <a:p>
            <a:pPr indent="0" lvl="0" marL="0" marR="0" rtl="0" algn="l">
              <a:spcBef>
                <a:spcPts val="0"/>
              </a:spcBef>
              <a:buSzPct val="25000"/>
              <a:buNone/>
            </a:pPr>
            <a:r>
              <a:rPr b="0" i="0" lang="en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…</a:t>
            </a:r>
          </a:p>
        </p:txBody>
      </p:sp>
      <p:sp>
        <p:nvSpPr>
          <p:cNvPr id="267" name="Shape 267"/>
          <p:cNvSpPr txBox="1"/>
          <p:nvPr/>
        </p:nvSpPr>
        <p:spPr>
          <a:xfrm>
            <a:off x="5801835" y="3708398"/>
            <a:ext cx="995960" cy="923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buSzPct val="25000"/>
              <a:buNone/>
            </a:pPr>
            <a:r>
              <a:rPr b="0" i="0" lang="en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R-CORD</a:t>
            </a:r>
          </a:p>
          <a:p>
            <a:pPr indent="0" lvl="0" marL="0" marR="0" rtl="0" algn="l">
              <a:spcBef>
                <a:spcPts val="0"/>
              </a:spcBef>
              <a:buSzPct val="25000"/>
              <a:buNone/>
            </a:pPr>
            <a:r>
              <a:rPr b="0" i="0" lang="en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E-CORD</a:t>
            </a:r>
          </a:p>
          <a:p>
            <a:pPr indent="0" lvl="0" marL="0" marR="0" rtl="0" algn="l">
              <a:spcBef>
                <a:spcPts val="0"/>
              </a:spcBef>
              <a:buSzPct val="25000"/>
              <a:buNone/>
            </a:pPr>
            <a:r>
              <a:rPr b="0" i="0" lang="en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M-CORD</a:t>
            </a:r>
          </a:p>
        </p:txBody>
      </p:sp>
    </p:spTree>
  </p:cSld>
  <p:clrMapOvr>
    <a:masterClrMapping/>
  </p:clrMapOvr>
  <p:transition spd="slow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72" name="Shape 272"/>
          <p:cNvCxnSpPr/>
          <p:nvPr/>
        </p:nvCxnSpPr>
        <p:spPr>
          <a:xfrm>
            <a:off x="230188" y="4550569"/>
            <a:ext cx="8836024" cy="5953"/>
          </a:xfrm>
          <a:prstGeom prst="straightConnector1">
            <a:avLst/>
          </a:prstGeom>
          <a:noFill/>
          <a:ln cap="flat" cmpd="sng" w="25400">
            <a:solidFill>
              <a:schemeClr val="accent1"/>
            </a:solidFill>
            <a:prstDash val="solid"/>
            <a:round/>
            <a:headEnd len="med" w="med" type="none"/>
            <a:tailEnd len="lg" w="lg" type="stealth"/>
          </a:ln>
        </p:spPr>
      </p:cxnSp>
      <p:cxnSp>
        <p:nvCxnSpPr>
          <p:cNvPr id="273" name="Shape 273"/>
          <p:cNvCxnSpPr/>
          <p:nvPr/>
        </p:nvCxnSpPr>
        <p:spPr>
          <a:xfrm>
            <a:off x="2014538" y="4381500"/>
            <a:ext cx="0" cy="344091"/>
          </a:xfrm>
          <a:prstGeom prst="straightConnector1">
            <a:avLst/>
          </a:prstGeom>
          <a:noFill/>
          <a:ln cap="flat" cmpd="sng" w="25400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74" name="Shape 274"/>
          <p:cNvSpPr txBox="1"/>
          <p:nvPr/>
        </p:nvSpPr>
        <p:spPr>
          <a:xfrm>
            <a:off x="1395412" y="4714875"/>
            <a:ext cx="123693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63334"/>
              </a:buClr>
              <a:buSzPct val="25000"/>
              <a:buFont typeface="Arial"/>
              <a:buNone/>
            </a:pPr>
            <a:r>
              <a:rPr b="0" i="0" lang="en" sz="1800" u="none" cap="none" strike="noStrike">
                <a:solidFill>
                  <a:srgbClr val="963334"/>
                </a:solidFill>
                <a:latin typeface="Arial"/>
                <a:ea typeface="Arial"/>
                <a:cs typeface="Arial"/>
                <a:sym typeface="Arial"/>
              </a:rPr>
              <a:t>Dec, 2014</a:t>
            </a:r>
          </a:p>
        </p:txBody>
      </p:sp>
      <p:sp>
        <p:nvSpPr>
          <p:cNvPr id="275" name="Shape 275"/>
          <p:cNvSpPr txBox="1"/>
          <p:nvPr/>
        </p:nvSpPr>
        <p:spPr>
          <a:xfrm>
            <a:off x="1317344" y="3850480"/>
            <a:ext cx="1451539" cy="5847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Calibri"/>
              <a:buNone/>
            </a:pPr>
            <a:r>
              <a:rPr b="0" i="0" lang="en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Open Source</a:t>
            </a: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504D"/>
              </a:buClr>
              <a:buSzPct val="25000"/>
              <a:buFont typeface="Calibri"/>
              <a:buNone/>
            </a:pPr>
            <a:r>
              <a:rPr b="0" i="0" lang="en" sz="1600" u="none" cap="none" strike="noStrike">
                <a:solidFill>
                  <a:srgbClr val="C0504D"/>
                </a:solidFill>
                <a:latin typeface="Calibri"/>
                <a:ea typeface="Calibri"/>
                <a:cs typeface="Calibri"/>
                <a:sym typeface="Calibri"/>
              </a:rPr>
              <a:t>Avocet Release</a:t>
            </a:r>
          </a:p>
        </p:txBody>
      </p:sp>
      <p:sp>
        <p:nvSpPr>
          <p:cNvPr id="276" name="Shape 276"/>
          <p:cNvSpPr txBox="1"/>
          <p:nvPr/>
        </p:nvSpPr>
        <p:spPr>
          <a:xfrm>
            <a:off x="-15346" y="4111228"/>
            <a:ext cx="1332440" cy="4616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Calibri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2+ Years R&amp;D</a:t>
            </a: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Calibri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Clean-slate Design</a:t>
            </a:r>
          </a:p>
        </p:txBody>
      </p:sp>
      <p:cxnSp>
        <p:nvCxnSpPr>
          <p:cNvPr id="277" name="Shape 277"/>
          <p:cNvCxnSpPr/>
          <p:nvPr/>
        </p:nvCxnSpPr>
        <p:spPr>
          <a:xfrm>
            <a:off x="3783012" y="4381500"/>
            <a:ext cx="0" cy="344091"/>
          </a:xfrm>
          <a:prstGeom prst="straightConnector1">
            <a:avLst/>
          </a:prstGeom>
          <a:noFill/>
          <a:ln cap="flat" cmpd="sng" w="25400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78" name="Shape 278"/>
          <p:cNvSpPr txBox="1"/>
          <p:nvPr/>
        </p:nvSpPr>
        <p:spPr>
          <a:xfrm>
            <a:off x="3208338" y="4714875"/>
            <a:ext cx="116006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63334"/>
              </a:buClr>
              <a:buSzPct val="25000"/>
              <a:buFont typeface="Arial"/>
              <a:buNone/>
            </a:pPr>
            <a:r>
              <a:rPr b="0" i="0" lang="en" sz="1800" u="none" cap="none" strike="noStrike">
                <a:solidFill>
                  <a:srgbClr val="963334"/>
                </a:solidFill>
                <a:latin typeface="Arial"/>
                <a:ea typeface="Arial"/>
                <a:cs typeface="Arial"/>
                <a:sym typeface="Arial"/>
              </a:rPr>
              <a:t>Feb 2015</a:t>
            </a:r>
          </a:p>
        </p:txBody>
      </p:sp>
      <p:sp>
        <p:nvSpPr>
          <p:cNvPr id="279" name="Shape 279"/>
          <p:cNvSpPr txBox="1"/>
          <p:nvPr/>
        </p:nvSpPr>
        <p:spPr>
          <a:xfrm>
            <a:off x="2955449" y="3163491"/>
            <a:ext cx="1645603" cy="8309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Calibri"/>
              <a:buNone/>
            </a:pPr>
            <a:r>
              <a:rPr b="0" i="0" lang="en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Scalability</a:t>
            </a:r>
            <a:br>
              <a:rPr b="0" i="0" lang="en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Performance, HA</a:t>
            </a: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504D"/>
              </a:buClr>
              <a:buSzPct val="25000"/>
              <a:buFont typeface="Calibri"/>
              <a:buNone/>
            </a:pPr>
            <a:r>
              <a:rPr b="0" i="0" lang="en" sz="1600" u="none" cap="none" strike="noStrike">
                <a:solidFill>
                  <a:srgbClr val="C0504D"/>
                </a:solidFill>
                <a:latin typeface="Calibri"/>
                <a:ea typeface="Calibri"/>
                <a:cs typeface="Calibri"/>
                <a:sym typeface="Calibri"/>
              </a:rPr>
              <a:t>Blackbird Release</a:t>
            </a:r>
          </a:p>
        </p:txBody>
      </p:sp>
      <p:cxnSp>
        <p:nvCxnSpPr>
          <p:cNvPr id="280" name="Shape 280"/>
          <p:cNvCxnSpPr/>
          <p:nvPr/>
        </p:nvCxnSpPr>
        <p:spPr>
          <a:xfrm>
            <a:off x="5499100" y="4381500"/>
            <a:ext cx="0" cy="344091"/>
          </a:xfrm>
          <a:prstGeom prst="straightConnector1">
            <a:avLst/>
          </a:prstGeom>
          <a:noFill/>
          <a:ln cap="flat" cmpd="sng" w="25400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81" name="Shape 281"/>
          <p:cNvSpPr txBox="1"/>
          <p:nvPr/>
        </p:nvSpPr>
        <p:spPr>
          <a:xfrm>
            <a:off x="4899026" y="4714875"/>
            <a:ext cx="119838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63334"/>
              </a:buClr>
              <a:buSzPct val="25000"/>
              <a:buFont typeface="Arial"/>
              <a:buNone/>
            </a:pPr>
            <a:r>
              <a:rPr b="0" i="0" lang="en" sz="1800" u="none" cap="none" strike="noStrike">
                <a:solidFill>
                  <a:srgbClr val="963334"/>
                </a:solidFill>
                <a:latin typeface="Arial"/>
                <a:ea typeface="Arial"/>
                <a:cs typeface="Arial"/>
                <a:sym typeface="Arial"/>
              </a:rPr>
              <a:t>May 2015</a:t>
            </a:r>
          </a:p>
        </p:txBody>
      </p:sp>
      <p:sp>
        <p:nvSpPr>
          <p:cNvPr id="282" name="Shape 282"/>
          <p:cNvSpPr txBox="1"/>
          <p:nvPr/>
        </p:nvSpPr>
        <p:spPr>
          <a:xfrm>
            <a:off x="4702401" y="2403872"/>
            <a:ext cx="1561645" cy="8309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Calibri"/>
              <a:buNone/>
            </a:pPr>
            <a:r>
              <a:rPr b="0" i="0" lang="en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SDN/NFV</a:t>
            </a:r>
            <a:br>
              <a:rPr b="0" i="0" lang="en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Solution POCs</a:t>
            </a: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504D"/>
              </a:buClr>
              <a:buSzPct val="25000"/>
              <a:buFont typeface="Calibri"/>
              <a:buNone/>
            </a:pPr>
            <a:r>
              <a:rPr b="0" i="0" lang="en" sz="1600" u="none" cap="none" strike="noStrike">
                <a:solidFill>
                  <a:srgbClr val="C0504D"/>
                </a:solidFill>
                <a:latin typeface="Calibri"/>
                <a:ea typeface="Calibri"/>
                <a:cs typeface="Calibri"/>
                <a:sym typeface="Calibri"/>
              </a:rPr>
              <a:t>Cardinal Release</a:t>
            </a:r>
          </a:p>
        </p:txBody>
      </p:sp>
      <p:cxnSp>
        <p:nvCxnSpPr>
          <p:cNvPr id="283" name="Shape 283"/>
          <p:cNvCxnSpPr/>
          <p:nvPr/>
        </p:nvCxnSpPr>
        <p:spPr>
          <a:xfrm>
            <a:off x="8464550" y="4381500"/>
            <a:ext cx="0" cy="344091"/>
          </a:xfrm>
          <a:prstGeom prst="straightConnector1">
            <a:avLst/>
          </a:prstGeom>
          <a:noFill/>
          <a:ln cap="flat" cmpd="sng" w="25400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84" name="Shape 284"/>
          <p:cNvSpPr txBox="1"/>
          <p:nvPr/>
        </p:nvSpPr>
        <p:spPr>
          <a:xfrm>
            <a:off x="7881938" y="4714875"/>
            <a:ext cx="117280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63334"/>
              </a:buClr>
              <a:buSzPct val="25000"/>
              <a:buFont typeface="Arial"/>
              <a:buNone/>
            </a:pPr>
            <a:r>
              <a:rPr b="0" i="0" lang="en" sz="1800" u="none" cap="none" strike="noStrike">
                <a:solidFill>
                  <a:srgbClr val="963334"/>
                </a:solidFill>
                <a:latin typeface="Arial"/>
                <a:ea typeface="Arial"/>
                <a:cs typeface="Arial"/>
                <a:sym typeface="Arial"/>
              </a:rPr>
              <a:t>Dec 2015</a:t>
            </a:r>
          </a:p>
        </p:txBody>
      </p:sp>
      <p:sp>
        <p:nvSpPr>
          <p:cNvPr id="285" name="Shape 285"/>
          <p:cNvSpPr txBox="1"/>
          <p:nvPr/>
        </p:nvSpPr>
        <p:spPr>
          <a:xfrm>
            <a:off x="7881938" y="809068"/>
            <a:ext cx="1262062" cy="461664"/>
          </a:xfrm>
          <a:prstGeom prst="rect">
            <a:avLst/>
          </a:prstGeom>
          <a:solidFill>
            <a:srgbClr val="E6E4F5"/>
          </a:solidFill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Calibri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Lab Trials and Deployments</a:t>
            </a:r>
          </a:p>
        </p:txBody>
      </p:sp>
      <p:sp>
        <p:nvSpPr>
          <p:cNvPr id="286" name="Shape 286"/>
          <p:cNvSpPr txBox="1"/>
          <p:nvPr/>
        </p:nvSpPr>
        <p:spPr>
          <a:xfrm>
            <a:off x="-209550" y="-105093"/>
            <a:ext cx="9353550" cy="10572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22327"/>
              </a:buClr>
              <a:buSzPct val="25000"/>
              <a:buFont typeface="Calibri"/>
              <a:buNone/>
            </a:pPr>
            <a:r>
              <a:rPr b="0" i="0" lang="en" sz="3509" u="none" cap="none" strike="noStrike">
                <a:solidFill>
                  <a:srgbClr val="822327"/>
                </a:solidFill>
                <a:latin typeface="Calibri"/>
                <a:ea typeface="Calibri"/>
                <a:cs typeface="Calibri"/>
                <a:sym typeface="Calibri"/>
              </a:rPr>
              <a:t>ONOS Journey</a:t>
            </a:r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22327"/>
              </a:buClr>
              <a:buSzPct val="25000"/>
              <a:buFont typeface="Calibri"/>
              <a:buNone/>
            </a:pPr>
            <a:r>
              <a:rPr b="0" i="0" lang="en" sz="3509" u="none" cap="none" strike="noStrike">
                <a:solidFill>
                  <a:srgbClr val="822327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" sz="3217" u="none" cap="none" strike="noStrike">
                <a:solidFill>
                  <a:srgbClr val="822327"/>
                </a:solidFill>
                <a:latin typeface="Calibri"/>
                <a:ea typeface="Calibri"/>
                <a:cs typeface="Calibri"/>
                <a:sym typeface="Calibri"/>
              </a:rPr>
              <a:t>Clean Slate Design ➔ Service Provider Deployment </a:t>
            </a:r>
          </a:p>
        </p:txBody>
      </p:sp>
      <p:sp>
        <p:nvSpPr>
          <p:cNvPr id="287" name="Shape 287"/>
          <p:cNvSpPr/>
          <p:nvPr/>
        </p:nvSpPr>
        <p:spPr>
          <a:xfrm>
            <a:off x="0" y="2814319"/>
            <a:ext cx="2428239" cy="792480"/>
          </a:xfrm>
          <a:prstGeom prst="wedgeRectCallout">
            <a:avLst>
              <a:gd fmla="val 33554" name="adj1"/>
              <a:gd fmla="val 85779" name="adj2"/>
            </a:avLst>
          </a:prstGeom>
          <a:solidFill>
            <a:schemeClr val="accent1"/>
          </a:solidFill>
          <a:ln cap="flat" cmpd="sng" w="9525">
            <a:solidFill>
              <a:srgbClr val="347EB8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25000"/>
              <a:buFont typeface="Arial"/>
              <a:buNone/>
            </a:pPr>
            <a:r>
              <a:rPr b="0" i="0" lang="en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Well architected &amp; modular</a:t>
            </a: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25000"/>
              <a:buFont typeface="Arial"/>
              <a:buNone/>
            </a:pPr>
            <a:r>
              <a:rPr b="0" i="0" lang="en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Easy to use GUI</a:t>
            </a: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25000"/>
              <a:buFont typeface="Arial"/>
              <a:buNone/>
            </a:pPr>
            <a:r>
              <a:rPr b="0" i="0" lang="en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Tutorial VM </a:t>
            </a: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25000"/>
              <a:buFont typeface="Arial"/>
              <a:buNone/>
            </a:pPr>
            <a:r>
              <a:rPr b="0" i="0" lang="en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Videos: ONOS + Use Cases </a:t>
            </a:r>
          </a:p>
        </p:txBody>
      </p:sp>
      <p:sp>
        <p:nvSpPr>
          <p:cNvPr id="288" name="Shape 288"/>
          <p:cNvSpPr/>
          <p:nvPr/>
        </p:nvSpPr>
        <p:spPr>
          <a:xfrm>
            <a:off x="935833" y="1332884"/>
            <a:ext cx="2157409" cy="1207848"/>
          </a:xfrm>
          <a:prstGeom prst="wedgeRectCallout">
            <a:avLst>
              <a:gd fmla="val 72666" name="adj1"/>
              <a:gd fmla="val 83771" name="adj2"/>
            </a:avLst>
          </a:prstGeom>
          <a:solidFill>
            <a:schemeClr val="accent1"/>
          </a:solidFill>
          <a:ln cap="flat" cmpd="sng" w="9525">
            <a:solidFill>
              <a:srgbClr val="347EB8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25000"/>
              <a:buFont typeface="Arial"/>
              <a:buNone/>
            </a:pPr>
            <a:r>
              <a:rPr b="0" i="0" lang="en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Best in class performance</a:t>
            </a: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Font typeface="Arial"/>
              <a:buChar char="•"/>
            </a:pPr>
            <a:r>
              <a:rPr b="0" i="0" lang="en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3M+ Flow Ops/sec</a:t>
            </a: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Font typeface="Arial"/>
              <a:buChar char="•"/>
            </a:pPr>
            <a:r>
              <a:rPr b="0" i="0" lang="en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Sub 100ms to react to network events</a:t>
            </a: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Font typeface="Arial"/>
              <a:buChar char="•"/>
            </a:pPr>
            <a:r>
              <a:rPr b="0" i="0" lang="en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HA: non-stop operation with component failures </a:t>
            </a:r>
          </a:p>
        </p:txBody>
      </p:sp>
      <p:cxnSp>
        <p:nvCxnSpPr>
          <p:cNvPr id="289" name="Shape 289"/>
          <p:cNvCxnSpPr/>
          <p:nvPr/>
        </p:nvCxnSpPr>
        <p:spPr>
          <a:xfrm>
            <a:off x="7070725" y="4366023"/>
            <a:ext cx="0" cy="345280"/>
          </a:xfrm>
          <a:prstGeom prst="straightConnector1">
            <a:avLst/>
          </a:prstGeom>
          <a:noFill/>
          <a:ln cap="flat" cmpd="sng" w="25400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0" name="Shape 290"/>
          <p:cNvSpPr txBox="1"/>
          <p:nvPr/>
        </p:nvSpPr>
        <p:spPr>
          <a:xfrm>
            <a:off x="6478587" y="4699398"/>
            <a:ext cx="118585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63334"/>
              </a:buClr>
              <a:buSzPct val="25000"/>
              <a:buFont typeface="Arial"/>
              <a:buNone/>
            </a:pPr>
            <a:r>
              <a:rPr b="0" i="0" lang="en" sz="1800" u="none" cap="none" strike="noStrike">
                <a:solidFill>
                  <a:srgbClr val="963334"/>
                </a:solidFill>
                <a:latin typeface="Arial"/>
                <a:ea typeface="Arial"/>
                <a:cs typeface="Arial"/>
                <a:sym typeface="Arial"/>
              </a:rPr>
              <a:t>Aug 2015</a:t>
            </a:r>
          </a:p>
        </p:txBody>
      </p:sp>
      <p:sp>
        <p:nvSpPr>
          <p:cNvPr id="291" name="Shape 291"/>
          <p:cNvSpPr txBox="1"/>
          <p:nvPr/>
        </p:nvSpPr>
        <p:spPr>
          <a:xfrm>
            <a:off x="6219560" y="1709736"/>
            <a:ext cx="1365779" cy="8309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Calibri"/>
              <a:buNone/>
            </a:pPr>
            <a:r>
              <a:rPr b="0" i="0" lang="en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OPNFV</a:t>
            </a: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Calibri"/>
              <a:buNone/>
            </a:pPr>
            <a:r>
              <a:rPr b="0" i="0" lang="en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Security</a:t>
            </a: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504D"/>
              </a:buClr>
              <a:buSzPct val="25000"/>
              <a:buFont typeface="Calibri"/>
              <a:buNone/>
            </a:pPr>
            <a:r>
              <a:rPr b="0" i="0" lang="en" sz="1600" u="none" cap="none" strike="noStrike">
                <a:solidFill>
                  <a:srgbClr val="C0504D"/>
                </a:solidFill>
                <a:latin typeface="Calibri"/>
                <a:ea typeface="Calibri"/>
                <a:cs typeface="Calibri"/>
                <a:sym typeface="Calibri"/>
              </a:rPr>
              <a:t>Drake Release</a:t>
            </a:r>
          </a:p>
        </p:txBody>
      </p:sp>
      <p:sp>
        <p:nvSpPr>
          <p:cNvPr id="292" name="Shape 292"/>
          <p:cNvSpPr/>
          <p:nvPr/>
        </p:nvSpPr>
        <p:spPr>
          <a:xfrm>
            <a:off x="4957080" y="3217247"/>
            <a:ext cx="2280671" cy="1266468"/>
          </a:xfrm>
          <a:prstGeom prst="wedgeRectCallout">
            <a:avLst>
              <a:gd fmla="val 19376" name="adj1"/>
              <a:gd fmla="val -91367" name="adj2"/>
            </a:avLst>
          </a:prstGeom>
          <a:solidFill>
            <a:schemeClr val="accent1"/>
          </a:solidFill>
          <a:ln cap="flat" cmpd="sng" w="9525">
            <a:solidFill>
              <a:srgbClr val="347EB8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25000"/>
              <a:buFont typeface="Arial"/>
              <a:buNone/>
            </a:pPr>
            <a:r>
              <a:rPr b="0" i="0" lang="en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OPNFV, OpenStack, Atrium, CloudRouter</a:t>
            </a: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25000"/>
              <a:buFont typeface="Arial"/>
              <a:buNone/>
            </a:pPr>
            <a:r>
              <a:rPr b="0" i="0" lang="en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Login, GUI, REST security</a:t>
            </a: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25000"/>
              <a:buFont typeface="Arial"/>
              <a:buNone/>
            </a:pPr>
            <a:r>
              <a:rPr b="0" i="0" lang="en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Security Mode ONOS</a:t>
            </a: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25000"/>
              <a:buFont typeface="Arial"/>
              <a:buNone/>
            </a:pPr>
            <a:r>
              <a:rPr b="0" i="0" lang="en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Device Configuration</a:t>
            </a: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25000"/>
              <a:buFont typeface="Arial"/>
              <a:buNone/>
            </a:pPr>
            <a:r>
              <a:rPr b="0" i="0" lang="en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PCEP, DHCP, Multicast…</a:t>
            </a:r>
          </a:p>
        </p:txBody>
      </p:sp>
      <p:sp>
        <p:nvSpPr>
          <p:cNvPr id="293" name="Shape 293"/>
          <p:cNvSpPr/>
          <p:nvPr/>
        </p:nvSpPr>
        <p:spPr>
          <a:xfrm>
            <a:off x="2960327" y="891221"/>
            <a:ext cx="2173329" cy="1366123"/>
          </a:xfrm>
          <a:prstGeom prst="wedgeRectCallout">
            <a:avLst>
              <a:gd fmla="val 57706" name="adj1"/>
              <a:gd fmla="val 64435" name="adj2"/>
            </a:avLst>
          </a:prstGeom>
          <a:solidFill>
            <a:schemeClr val="accent1"/>
          </a:solidFill>
          <a:ln cap="flat" cmpd="sng" w="9525">
            <a:solidFill>
              <a:srgbClr val="347EB8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25000"/>
              <a:buFont typeface="Arial"/>
              <a:buNone/>
            </a:pPr>
            <a:r>
              <a:rPr b="0" i="0" lang="en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Central Office Re-architected as Datacenter</a:t>
            </a: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25000"/>
              <a:buFont typeface="Arial"/>
              <a:buNone/>
            </a:pPr>
            <a:r>
              <a:rPr b="0" i="0" lang="en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Packet Optical Convergence</a:t>
            </a: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25000"/>
              <a:buFont typeface="Arial"/>
              <a:buNone/>
            </a:pPr>
            <a:r>
              <a:rPr b="0" i="0" lang="en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SDN-IP Peering</a:t>
            </a: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25000"/>
              <a:buFont typeface="Arial"/>
              <a:buNone/>
            </a:pPr>
            <a:r>
              <a:rPr b="0" i="0" lang="en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Anchor Stack</a:t>
            </a: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25000"/>
              <a:buFont typeface="Arial"/>
              <a:buNone/>
            </a:pPr>
            <a:r>
              <a:rPr b="0" i="0" lang="en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Whitebox Router</a:t>
            </a:r>
          </a:p>
        </p:txBody>
      </p:sp>
      <p:sp>
        <p:nvSpPr>
          <p:cNvPr id="294" name="Shape 294"/>
          <p:cNvSpPr txBox="1"/>
          <p:nvPr/>
        </p:nvSpPr>
        <p:spPr>
          <a:xfrm>
            <a:off x="7488363" y="1182478"/>
            <a:ext cx="1246254" cy="5847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Calibri"/>
              <a:buNone/>
            </a:pPr>
            <a:r>
              <a:rPr b="0" i="0" lang="en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CORD</a:t>
            </a: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504D"/>
              </a:buClr>
              <a:buSzPct val="25000"/>
              <a:buFont typeface="Calibri"/>
              <a:buNone/>
            </a:pPr>
            <a:r>
              <a:rPr b="0" i="0" lang="en" sz="1600" u="none" cap="none" strike="noStrike">
                <a:solidFill>
                  <a:srgbClr val="C0504D"/>
                </a:solidFill>
                <a:latin typeface="Calibri"/>
                <a:ea typeface="Calibri"/>
                <a:cs typeface="Calibri"/>
                <a:sym typeface="Calibri"/>
              </a:rPr>
              <a:t>Emu Release</a:t>
            </a:r>
          </a:p>
        </p:txBody>
      </p:sp>
      <p:sp>
        <p:nvSpPr>
          <p:cNvPr id="295" name="Shape 295"/>
          <p:cNvSpPr/>
          <p:nvPr/>
        </p:nvSpPr>
        <p:spPr>
          <a:xfrm>
            <a:off x="6863328" y="2530257"/>
            <a:ext cx="2280671" cy="1266468"/>
          </a:xfrm>
          <a:prstGeom prst="wedgeRectCallout">
            <a:avLst>
              <a:gd fmla="val 3339" name="adj1"/>
              <a:gd fmla="val -114632" name="adj2"/>
            </a:avLst>
          </a:prstGeom>
          <a:solidFill>
            <a:schemeClr val="accent1"/>
          </a:solidFill>
          <a:ln cap="flat" cmpd="sng" w="9525">
            <a:solidFill>
              <a:srgbClr val="347EB8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25000"/>
              <a:buFont typeface="Arial"/>
              <a:buNone/>
            </a:pPr>
            <a:r>
              <a:rPr b="0" i="0" lang="en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CORD POD</a:t>
            </a: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25000"/>
              <a:buFont typeface="Arial"/>
              <a:buNone/>
            </a:pPr>
            <a:r>
              <a:rPr b="0" i="0" lang="en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OPNFV L3 support</a:t>
            </a: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25000"/>
              <a:buFont typeface="Arial"/>
              <a:buNone/>
            </a:pPr>
            <a:r>
              <a:rPr b="0" i="0" lang="en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Service Function Chaining</a:t>
            </a: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25000"/>
              <a:buFont typeface="Arial"/>
              <a:buNone/>
            </a:pPr>
            <a:r>
              <a:rPr b="0" i="0" lang="en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BGP LS</a:t>
            </a: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25000"/>
              <a:buFont typeface="Arial"/>
              <a:buNone/>
            </a:pPr>
            <a:r>
              <a:rPr b="0" i="0" lang="en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Yang defined L3VPN</a:t>
            </a:r>
          </a:p>
        </p:txBody>
      </p:sp>
    </p:spTree>
  </p:cSld>
  <p:clrMapOvr>
    <a:masterClrMapping/>
  </p:clrMapOvr>
  <p:transition spd="slow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Shape 300"/>
          <p:cNvSpPr txBox="1"/>
          <p:nvPr>
            <p:ph type="title"/>
          </p:nvPr>
        </p:nvSpPr>
        <p:spPr>
          <a:xfrm>
            <a:off x="180704" y="76903"/>
            <a:ext cx="8848448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00" rIns="91400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Clr>
                <a:srgbClr val="C0504D"/>
              </a:buClr>
              <a:buSzPct val="25000"/>
              <a:buFont typeface="Calibri"/>
              <a:buNone/>
            </a:pPr>
            <a:r>
              <a:rPr b="0" i="0" lang="en" sz="3600" u="none" cap="none" strike="noStrike">
                <a:solidFill>
                  <a:srgbClr val="C0504D"/>
                </a:solidFill>
                <a:latin typeface="Calibri"/>
                <a:ea typeface="Calibri"/>
                <a:cs typeface="Calibri"/>
                <a:sym typeface="Calibri"/>
              </a:rPr>
              <a:t>Rapid ONOS Platform Evolution</a:t>
            </a:r>
          </a:p>
        </p:txBody>
      </p:sp>
      <p:sp>
        <p:nvSpPr>
          <p:cNvPr id="301" name="Shape 301"/>
          <p:cNvSpPr/>
          <p:nvPr/>
        </p:nvSpPr>
        <p:spPr>
          <a:xfrm>
            <a:off x="4012082" y="2420744"/>
            <a:ext cx="517070" cy="503463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3E7FCD"/>
              </a:gs>
              <a:gs pos="100000">
                <a:srgbClr val="96C0FF"/>
              </a:gs>
            </a:gsLst>
            <a:lin ang="16200000" scaled="0"/>
          </a:gradFill>
          <a:ln cap="flat" cmpd="sng" w="9525">
            <a:solidFill>
              <a:srgbClr val="4A7DBA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02" name="Shape 302"/>
          <p:cNvGrpSpPr/>
          <p:nvPr/>
        </p:nvGrpSpPr>
        <p:grpSpPr>
          <a:xfrm>
            <a:off x="1444641" y="1560258"/>
            <a:ext cx="1945821" cy="2501438"/>
            <a:chOff x="1190625" y="2000250"/>
            <a:chExt cx="1945821" cy="2501438"/>
          </a:xfrm>
        </p:grpSpPr>
        <p:sp>
          <p:nvSpPr>
            <p:cNvPr id="303" name="Shape 303"/>
            <p:cNvSpPr/>
            <p:nvPr/>
          </p:nvSpPr>
          <p:spPr>
            <a:xfrm>
              <a:off x="1190625" y="2639785"/>
              <a:ext cx="1945821" cy="648607"/>
            </a:xfrm>
            <a:prstGeom prst="roundRect">
              <a:avLst>
                <a:gd fmla="val 16667" name="adj"/>
              </a:avLst>
            </a:prstGeom>
            <a:solidFill>
              <a:schemeClr val="accent2"/>
            </a:solidFill>
            <a:ln cap="flat" cmpd="sng" w="9525">
              <a:solidFill>
                <a:srgbClr val="4A7DBA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rIns="91425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buSzPct val="25000"/>
                <a:buNone/>
              </a:pPr>
              <a:r>
                <a:rPr b="0" i="0" lang="en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Solid Architecture Foundation</a:t>
              </a:r>
            </a:p>
          </p:txBody>
        </p:sp>
        <p:sp>
          <p:nvSpPr>
            <p:cNvPr id="304" name="Shape 304"/>
            <p:cNvSpPr/>
            <p:nvPr/>
          </p:nvSpPr>
          <p:spPr>
            <a:xfrm>
              <a:off x="1206500" y="2000250"/>
              <a:ext cx="1914071" cy="571500"/>
            </a:xfrm>
            <a:prstGeom prst="roundRect">
              <a:avLst>
                <a:gd fmla="val 16667" name="adj"/>
              </a:avLst>
            </a:prstGeom>
            <a:gradFill>
              <a:gsLst>
                <a:gs pos="0">
                  <a:srgbClr val="3E7FCD"/>
                </a:gs>
                <a:gs pos="100000">
                  <a:srgbClr val="96C0FF"/>
                </a:gs>
              </a:gsLst>
              <a:lin ang="16200000" scaled="0"/>
            </a:gradFill>
            <a:ln cap="flat" cmpd="sng" w="9525">
              <a:solidFill>
                <a:srgbClr val="4A7DBA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rIns="91425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buSzPct val="25000"/>
                <a:buNone/>
              </a:pPr>
              <a:r>
                <a:rPr b="0" i="0" lang="en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Minimal Features and Functions</a:t>
              </a:r>
            </a:p>
          </p:txBody>
        </p:sp>
        <p:sp>
          <p:nvSpPr>
            <p:cNvPr id="305" name="Shape 305"/>
            <p:cNvSpPr txBox="1"/>
            <p:nvPr/>
          </p:nvSpPr>
          <p:spPr>
            <a:xfrm>
              <a:off x="1232745" y="3855357"/>
              <a:ext cx="1861581" cy="6463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rIns="91425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buSzPct val="25000"/>
                <a:buNone/>
              </a:pPr>
              <a:r>
                <a:rPr b="0" i="0" lang="en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Skeleton Platform</a:t>
              </a:r>
            </a:p>
            <a:p>
              <a:pPr indent="0" lvl="0" marL="0" marR="0" rtl="0" algn="ctr">
                <a:spcBef>
                  <a:spcPts val="0"/>
                </a:spcBef>
                <a:buSzPct val="25000"/>
                <a:buNone/>
              </a:pPr>
              <a:r>
                <a:rPr b="0" i="0" lang="en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Dec, 2014</a:t>
              </a:r>
            </a:p>
          </p:txBody>
        </p:sp>
      </p:grpSp>
      <p:grpSp>
        <p:nvGrpSpPr>
          <p:cNvPr id="306" name="Shape 306"/>
          <p:cNvGrpSpPr/>
          <p:nvPr/>
        </p:nvGrpSpPr>
        <p:grpSpPr>
          <a:xfrm>
            <a:off x="4707369" y="1565704"/>
            <a:ext cx="3098586" cy="2490545"/>
            <a:chOff x="4453353" y="2000250"/>
            <a:chExt cx="3098586" cy="2490545"/>
          </a:xfrm>
        </p:grpSpPr>
        <p:sp>
          <p:nvSpPr>
            <p:cNvPr id="307" name="Shape 307"/>
            <p:cNvSpPr/>
            <p:nvPr/>
          </p:nvSpPr>
          <p:spPr>
            <a:xfrm>
              <a:off x="5029735" y="2639785"/>
              <a:ext cx="1945821" cy="648607"/>
            </a:xfrm>
            <a:prstGeom prst="roundRect">
              <a:avLst>
                <a:gd fmla="val 16667" name="adj"/>
              </a:avLst>
            </a:prstGeom>
            <a:solidFill>
              <a:schemeClr val="accent2"/>
            </a:solidFill>
            <a:ln cap="flat" cmpd="sng" w="9525">
              <a:solidFill>
                <a:srgbClr val="4A7DBA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rIns="91425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buSzPct val="25000"/>
                <a:buNone/>
              </a:pPr>
              <a:r>
                <a:rPr b="0" i="0" lang="en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Strengthened  Architecture/Core</a:t>
              </a:r>
            </a:p>
          </p:txBody>
        </p:sp>
        <p:sp>
          <p:nvSpPr>
            <p:cNvPr id="308" name="Shape 308"/>
            <p:cNvSpPr/>
            <p:nvPr/>
          </p:nvSpPr>
          <p:spPr>
            <a:xfrm>
              <a:off x="5045610" y="2000250"/>
              <a:ext cx="1914071" cy="571500"/>
            </a:xfrm>
            <a:prstGeom prst="roundRect">
              <a:avLst>
                <a:gd fmla="val 16667" name="adj"/>
              </a:avLst>
            </a:prstGeom>
            <a:gradFill>
              <a:gsLst>
                <a:gs pos="0">
                  <a:srgbClr val="3E7FCD"/>
                </a:gs>
                <a:gs pos="100000">
                  <a:srgbClr val="96C0FF"/>
                </a:gs>
              </a:gsLst>
              <a:lin ang="16200000" scaled="0"/>
            </a:gradFill>
            <a:ln cap="flat" cmpd="sng" w="9525">
              <a:solidFill>
                <a:srgbClr val="4A7DBA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rIns="91425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buSzPct val="25000"/>
                <a:buNone/>
              </a:pPr>
              <a:r>
                <a:rPr b="0" i="0" lang="en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Many Features and Functions</a:t>
              </a:r>
            </a:p>
          </p:txBody>
        </p:sp>
        <p:sp>
          <p:nvSpPr>
            <p:cNvPr id="309" name="Shape 309"/>
            <p:cNvSpPr txBox="1"/>
            <p:nvPr/>
          </p:nvSpPr>
          <p:spPr>
            <a:xfrm>
              <a:off x="4453353" y="3844464"/>
              <a:ext cx="3098586" cy="6463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rIns="91425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buSzPct val="25000"/>
                <a:buNone/>
              </a:pPr>
              <a:r>
                <a:rPr b="0" i="0" lang="en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Closer to Production Readiness</a:t>
              </a:r>
            </a:p>
            <a:p>
              <a:pPr indent="0" lvl="0" marL="0" marR="0" rtl="0" algn="ctr">
                <a:spcBef>
                  <a:spcPts val="0"/>
                </a:spcBef>
                <a:buSzPct val="25000"/>
                <a:buNone/>
              </a:pPr>
              <a:r>
                <a:rPr b="0" i="0" lang="en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Dec, 2015</a:t>
              </a:r>
            </a:p>
          </p:txBody>
        </p:sp>
      </p:grpSp>
    </p:spTree>
  </p:cSld>
  <p:clrMapOvr>
    <a:masterClrMapping/>
  </p:clrMapOvr>
  <p:transition spd="slow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14" name="Shape 314"/>
          <p:cNvCxnSpPr/>
          <p:nvPr/>
        </p:nvCxnSpPr>
        <p:spPr>
          <a:xfrm flipH="1" rot="10800000">
            <a:off x="3003135" y="3788311"/>
            <a:ext cx="411599" cy="434999"/>
          </a:xfrm>
          <a:prstGeom prst="straightConnector1">
            <a:avLst/>
          </a:prstGeom>
          <a:noFill/>
          <a:ln cap="flat" cmpd="sng" w="19050">
            <a:solidFill>
              <a:srgbClr val="E06666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315" name="Shape 315"/>
          <p:cNvCxnSpPr/>
          <p:nvPr/>
        </p:nvCxnSpPr>
        <p:spPr>
          <a:xfrm rot="10800000">
            <a:off x="3966673" y="3800086"/>
            <a:ext cx="264600" cy="434999"/>
          </a:xfrm>
          <a:prstGeom prst="straightConnector1">
            <a:avLst/>
          </a:prstGeom>
          <a:noFill/>
          <a:ln cap="flat" cmpd="sng" w="19050">
            <a:solidFill>
              <a:srgbClr val="E06666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316" name="Shape 316"/>
          <p:cNvCxnSpPr/>
          <p:nvPr/>
        </p:nvCxnSpPr>
        <p:spPr>
          <a:xfrm rot="10800000">
            <a:off x="3725765" y="3829558"/>
            <a:ext cx="623099" cy="952200"/>
          </a:xfrm>
          <a:prstGeom prst="straightConnector1">
            <a:avLst/>
          </a:prstGeom>
          <a:noFill/>
          <a:ln cap="flat" cmpd="sng" w="19050">
            <a:solidFill>
              <a:srgbClr val="E06666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317" name="Shape 317"/>
          <p:cNvCxnSpPr/>
          <p:nvPr/>
        </p:nvCxnSpPr>
        <p:spPr>
          <a:xfrm flipH="1" rot="10800000">
            <a:off x="5430460" y="3794085"/>
            <a:ext cx="229199" cy="599700"/>
          </a:xfrm>
          <a:prstGeom prst="straightConnector1">
            <a:avLst/>
          </a:prstGeom>
          <a:noFill/>
          <a:ln cap="flat" cmpd="sng" w="19050">
            <a:solidFill>
              <a:srgbClr val="E06666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318" name="Shape 318"/>
          <p:cNvCxnSpPr/>
          <p:nvPr/>
        </p:nvCxnSpPr>
        <p:spPr>
          <a:xfrm rot="10800000">
            <a:off x="5984824" y="3829472"/>
            <a:ext cx="527098" cy="940498"/>
          </a:xfrm>
          <a:prstGeom prst="straightConnector1">
            <a:avLst/>
          </a:prstGeom>
          <a:noFill/>
          <a:ln cap="flat" cmpd="sng" w="19050">
            <a:solidFill>
              <a:srgbClr val="E06666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319" name="Shape 319"/>
          <p:cNvCxnSpPr/>
          <p:nvPr/>
        </p:nvCxnSpPr>
        <p:spPr>
          <a:xfrm flipH="1" rot="10800000">
            <a:off x="6952925" y="3770686"/>
            <a:ext cx="599700" cy="405598"/>
          </a:xfrm>
          <a:prstGeom prst="straightConnector1">
            <a:avLst/>
          </a:prstGeom>
          <a:noFill/>
          <a:ln cap="flat" cmpd="sng" w="19050">
            <a:solidFill>
              <a:srgbClr val="E06666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320" name="Shape 320"/>
          <p:cNvCxnSpPr/>
          <p:nvPr/>
        </p:nvCxnSpPr>
        <p:spPr>
          <a:xfrm rot="10800000">
            <a:off x="7740649" y="3723722"/>
            <a:ext cx="317400" cy="852299"/>
          </a:xfrm>
          <a:prstGeom prst="straightConnector1">
            <a:avLst/>
          </a:prstGeom>
          <a:noFill/>
          <a:ln cap="flat" cmpd="sng" w="19050">
            <a:solidFill>
              <a:srgbClr val="E06666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321" name="Shape 321"/>
          <p:cNvSpPr/>
          <p:nvPr/>
        </p:nvSpPr>
        <p:spPr>
          <a:xfrm>
            <a:off x="2555525" y="1165774"/>
            <a:ext cx="6131400" cy="2736899"/>
          </a:xfrm>
          <a:prstGeom prst="rect">
            <a:avLst/>
          </a:prstGeom>
          <a:solidFill>
            <a:srgbClr val="EFEFEF"/>
          </a:solidFill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ctr" bIns="91400" lIns="91400" rIns="91400" tIns="91400">
            <a:noAutofit/>
          </a:bodyPr>
          <a:lstStyle/>
          <a:p>
            <a:pPr indent="0" lvl="0" marL="0" marR="0" rtl="0" algn="l">
              <a:spcBef>
                <a:spcPts val="0"/>
              </a:spcBef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" name="Shape 322"/>
          <p:cNvSpPr txBox="1"/>
          <p:nvPr>
            <p:ph type="title"/>
          </p:nvPr>
        </p:nvSpPr>
        <p:spPr>
          <a:xfrm>
            <a:off x="267375" y="30523"/>
            <a:ext cx="8419424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91400" rIns="91400" tIns="91400">
            <a:noAutofit/>
          </a:bodyPr>
          <a:lstStyle/>
          <a:p>
            <a:pPr indent="0" lvl="0" marL="0" marR="0" rtl="0" algn="ctr">
              <a:spcBef>
                <a:spcPts val="0"/>
              </a:spcBef>
              <a:buClr>
                <a:srgbClr val="C0504D"/>
              </a:buClr>
              <a:buSzPct val="25000"/>
              <a:buFont typeface="Calibri"/>
              <a:buNone/>
            </a:pPr>
            <a:r>
              <a:rPr b="0" i="0" lang="en" sz="3600" u="none" cap="none" strike="noStrike">
                <a:solidFill>
                  <a:srgbClr val="C0504D"/>
                </a:solidFill>
                <a:latin typeface="Calibri"/>
                <a:ea typeface="Calibri"/>
                <a:cs typeface="Calibri"/>
                <a:sym typeface="Calibri"/>
              </a:rPr>
              <a:t>ONOS Carr</a:t>
            </a:r>
            <a:r>
              <a:rPr b="0" lang="en">
                <a:solidFill>
                  <a:srgbClr val="C0504D"/>
                </a:solidFill>
              </a:rPr>
              <a:t>ier Grade</a:t>
            </a:r>
            <a:r>
              <a:rPr b="0" i="0" lang="en" sz="3600" u="none" cap="none" strike="noStrike">
                <a:solidFill>
                  <a:srgbClr val="C0504D"/>
                </a:solidFill>
                <a:latin typeface="Calibri"/>
                <a:ea typeface="Calibri"/>
                <a:cs typeface="Calibri"/>
                <a:sym typeface="Calibri"/>
              </a:rPr>
              <a:t> Architecture</a:t>
            </a:r>
          </a:p>
        </p:txBody>
      </p:sp>
      <p:sp>
        <p:nvSpPr>
          <p:cNvPr id="323" name="Shape 323"/>
          <p:cNvSpPr/>
          <p:nvPr/>
        </p:nvSpPr>
        <p:spPr>
          <a:xfrm>
            <a:off x="2600950" y="1793851"/>
            <a:ext cx="6045900" cy="470100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txBody>
          <a:bodyPr anchorCtr="0" anchor="ctr" bIns="91400" lIns="91400" rIns="91400" tIns="91400">
            <a:noAutofit/>
          </a:bodyPr>
          <a:lstStyle/>
          <a:p>
            <a:pPr indent="0" lvl="0" marL="0" marR="0" rtl="0" algn="l">
              <a:spcBef>
                <a:spcPts val="0"/>
              </a:spcBef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Shape 324"/>
          <p:cNvSpPr/>
          <p:nvPr/>
        </p:nvSpPr>
        <p:spPr>
          <a:xfrm>
            <a:off x="2587035" y="1774610"/>
            <a:ext cx="6032099" cy="4701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anchorCtr="0" anchor="ctr" bIns="91400" lIns="91400" rIns="91400" tIns="91400">
            <a:noAutofit/>
          </a:bodyPr>
          <a:lstStyle/>
          <a:p>
            <a:pPr indent="0" lvl="0" marL="0" marR="0" rtl="0" algn="ctr">
              <a:spcBef>
                <a:spcPts val="0"/>
              </a:spcBef>
              <a:buSzPct val="25000"/>
              <a:buNone/>
            </a:pPr>
            <a:r>
              <a:rPr b="0" i="0" lang="en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Northbound - Application Intent Framework</a:t>
            </a:r>
          </a:p>
          <a:p>
            <a:pPr indent="0" lvl="0" marL="0" marR="0" rtl="0" algn="ctr">
              <a:spcBef>
                <a:spcPts val="0"/>
              </a:spcBef>
              <a:buSzPct val="25000"/>
              <a:buNone/>
            </a:pPr>
            <a:r>
              <a:rPr b="0" i="1" lang="en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(policy enforcement, conflict resolution, virtualization, slicing)</a:t>
            </a:r>
          </a:p>
        </p:txBody>
      </p:sp>
      <p:sp>
        <p:nvSpPr>
          <p:cNvPr id="325" name="Shape 325"/>
          <p:cNvSpPr/>
          <p:nvPr/>
        </p:nvSpPr>
        <p:spPr>
          <a:xfrm>
            <a:off x="2613289" y="2378748"/>
            <a:ext cx="6032099" cy="586500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txBody>
          <a:bodyPr anchorCtr="0" anchor="ctr" bIns="91400" lIns="91400" rIns="91400" tIns="91400">
            <a:noAutofit/>
          </a:bodyPr>
          <a:lstStyle/>
          <a:p>
            <a:pPr indent="0" lvl="0" marL="0" marR="0" rtl="0" algn="l">
              <a:spcBef>
                <a:spcPts val="0"/>
              </a:spcBef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" name="Shape 326"/>
          <p:cNvSpPr/>
          <p:nvPr/>
        </p:nvSpPr>
        <p:spPr>
          <a:xfrm>
            <a:off x="2614450" y="3608348"/>
            <a:ext cx="1766400" cy="240298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txBody>
          <a:bodyPr anchorCtr="0" anchor="ctr" bIns="91400" lIns="91400" rIns="91400" tIns="91400">
            <a:noAutofit/>
          </a:bodyPr>
          <a:lstStyle/>
          <a:p>
            <a:pPr indent="0" lvl="0" marL="0" marR="0" rtl="0" algn="l">
              <a:spcBef>
                <a:spcPts val="0"/>
              </a:spcBef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" name="Shape 327"/>
          <p:cNvSpPr/>
          <p:nvPr/>
        </p:nvSpPr>
        <p:spPr>
          <a:xfrm>
            <a:off x="2587025" y="3589173"/>
            <a:ext cx="1766400" cy="240298"/>
          </a:xfrm>
          <a:prstGeom prst="rect">
            <a:avLst/>
          </a:prstGeom>
          <a:solidFill>
            <a:srgbClr val="990000"/>
          </a:solidFill>
          <a:ln>
            <a:noFill/>
          </a:ln>
        </p:spPr>
        <p:txBody>
          <a:bodyPr anchorCtr="0" anchor="ctr" bIns="91400" lIns="91400" rIns="91400" tIns="91400">
            <a:noAutofit/>
          </a:bodyPr>
          <a:lstStyle/>
          <a:p>
            <a:pPr indent="0" lvl="0" marL="0" marR="0" rtl="0" algn="ctr">
              <a:spcBef>
                <a:spcPts val="0"/>
              </a:spcBef>
              <a:buSzPct val="25000"/>
              <a:buNone/>
            </a:pPr>
            <a:r>
              <a:rPr b="0" i="0" lang="en" sz="1200" u="none" cap="none" strike="noStrike">
                <a:solidFill>
                  <a:srgbClr val="EFEFEF"/>
                </a:solidFill>
                <a:latin typeface="Arial"/>
                <a:ea typeface="Arial"/>
                <a:cs typeface="Arial"/>
                <a:sym typeface="Arial"/>
              </a:rPr>
              <a:t>OpenFlow</a:t>
            </a:r>
          </a:p>
        </p:txBody>
      </p:sp>
      <p:sp>
        <p:nvSpPr>
          <p:cNvPr id="328" name="Shape 328"/>
          <p:cNvSpPr/>
          <p:nvPr/>
        </p:nvSpPr>
        <p:spPr>
          <a:xfrm>
            <a:off x="4748050" y="3608348"/>
            <a:ext cx="1766400" cy="240298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txBody>
          <a:bodyPr anchorCtr="0" anchor="ctr" bIns="91400" lIns="91400" rIns="91400" tIns="91400">
            <a:noAutofit/>
          </a:bodyPr>
          <a:lstStyle/>
          <a:p>
            <a:pPr indent="0" lvl="0" marL="0" marR="0" rtl="0" algn="l">
              <a:spcBef>
                <a:spcPts val="0"/>
              </a:spcBef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Shape 329"/>
          <p:cNvSpPr/>
          <p:nvPr/>
        </p:nvSpPr>
        <p:spPr>
          <a:xfrm>
            <a:off x="4720625" y="3589173"/>
            <a:ext cx="1766400" cy="240298"/>
          </a:xfrm>
          <a:prstGeom prst="rect">
            <a:avLst/>
          </a:prstGeom>
          <a:solidFill>
            <a:srgbClr val="990000"/>
          </a:solidFill>
          <a:ln>
            <a:noFill/>
          </a:ln>
        </p:spPr>
        <p:txBody>
          <a:bodyPr anchorCtr="0" anchor="ctr" bIns="91400" lIns="91400" rIns="91400" tIns="91400">
            <a:noAutofit/>
          </a:bodyPr>
          <a:lstStyle/>
          <a:p>
            <a:pPr indent="0" lvl="0" marL="0" marR="0" rtl="0" algn="ctr">
              <a:spcBef>
                <a:spcPts val="0"/>
              </a:spcBef>
              <a:buSzPct val="25000"/>
              <a:buNone/>
            </a:pPr>
            <a:r>
              <a:rPr b="0" i="0" lang="en" sz="1200" u="none" cap="none" strike="noStrike">
                <a:solidFill>
                  <a:srgbClr val="EFEFEF"/>
                </a:solidFill>
                <a:latin typeface="Arial"/>
                <a:ea typeface="Arial"/>
                <a:cs typeface="Arial"/>
                <a:sym typeface="Arial"/>
              </a:rPr>
              <a:t>NetConf</a:t>
            </a:r>
          </a:p>
        </p:txBody>
      </p:sp>
      <p:sp>
        <p:nvSpPr>
          <p:cNvPr id="330" name="Shape 330"/>
          <p:cNvSpPr/>
          <p:nvPr/>
        </p:nvSpPr>
        <p:spPr>
          <a:xfrm>
            <a:off x="6881650" y="3608348"/>
            <a:ext cx="1766400" cy="240298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txBody>
          <a:bodyPr anchorCtr="0" anchor="ctr" bIns="91400" lIns="91400" rIns="91400" tIns="91400">
            <a:noAutofit/>
          </a:bodyPr>
          <a:lstStyle/>
          <a:p>
            <a:pPr indent="0" lvl="0" marL="0" marR="0" rtl="0" algn="l">
              <a:spcBef>
                <a:spcPts val="0"/>
              </a:spcBef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1" name="Shape 331"/>
          <p:cNvSpPr/>
          <p:nvPr/>
        </p:nvSpPr>
        <p:spPr>
          <a:xfrm>
            <a:off x="6854225" y="3589173"/>
            <a:ext cx="1766400" cy="240298"/>
          </a:xfrm>
          <a:prstGeom prst="rect">
            <a:avLst/>
          </a:prstGeom>
          <a:solidFill>
            <a:srgbClr val="990000"/>
          </a:solidFill>
          <a:ln>
            <a:noFill/>
          </a:ln>
        </p:spPr>
        <p:txBody>
          <a:bodyPr anchorCtr="0" anchor="ctr" bIns="91400" lIns="91400" rIns="91400" tIns="91400">
            <a:noAutofit/>
          </a:bodyPr>
          <a:lstStyle/>
          <a:p>
            <a:pPr indent="0" lvl="0" marL="0" marR="0" rtl="0" algn="ctr">
              <a:spcBef>
                <a:spcPts val="0"/>
              </a:spcBef>
              <a:buSzPct val="25000"/>
              <a:buNone/>
            </a:pPr>
            <a:r>
              <a:rPr b="0" i="0" lang="en" sz="1200" u="none" cap="none" strike="noStrike">
                <a:solidFill>
                  <a:srgbClr val="EFEFEF"/>
                </a:solidFill>
                <a:latin typeface="Arial"/>
                <a:ea typeface="Arial"/>
                <a:cs typeface="Arial"/>
                <a:sym typeface="Arial"/>
              </a:rPr>
              <a:t>. . .</a:t>
            </a:r>
          </a:p>
        </p:txBody>
      </p:sp>
      <p:sp>
        <p:nvSpPr>
          <p:cNvPr id="332" name="Shape 332"/>
          <p:cNvSpPr/>
          <p:nvPr/>
        </p:nvSpPr>
        <p:spPr>
          <a:xfrm>
            <a:off x="2608965" y="1273565"/>
            <a:ext cx="6032099" cy="393900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txBody>
          <a:bodyPr anchorCtr="0" anchor="ctr" bIns="91400" lIns="91400" rIns="91400" tIns="91400">
            <a:noAutofit/>
          </a:bodyPr>
          <a:lstStyle/>
          <a:p>
            <a:pPr indent="0" lvl="0" marL="0" marR="0" rtl="0" algn="ctr">
              <a:spcBef>
                <a:spcPts val="0"/>
              </a:spcBef>
              <a:buSzPct val="25000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Apps</a:t>
            </a:r>
          </a:p>
        </p:txBody>
      </p:sp>
      <p:sp>
        <p:nvSpPr>
          <p:cNvPr id="333" name="Shape 333"/>
          <p:cNvSpPr/>
          <p:nvPr/>
        </p:nvSpPr>
        <p:spPr>
          <a:xfrm>
            <a:off x="2594691" y="1264359"/>
            <a:ext cx="6032099" cy="376200"/>
          </a:xfrm>
          <a:prstGeom prst="rect">
            <a:avLst/>
          </a:prstGeom>
          <a:solidFill>
            <a:srgbClr val="1155CC"/>
          </a:solidFill>
          <a:ln>
            <a:noFill/>
          </a:ln>
        </p:spPr>
        <p:txBody>
          <a:bodyPr anchorCtr="0" anchor="ctr" bIns="91400" lIns="91400" rIns="91400" tIns="91400">
            <a:noAutofit/>
          </a:bodyPr>
          <a:lstStyle/>
          <a:p>
            <a:pPr indent="0" lvl="0" marL="0" marR="0" rtl="0" algn="ctr">
              <a:spcBef>
                <a:spcPts val="0"/>
              </a:spcBef>
              <a:buSzPct val="25000"/>
              <a:buNone/>
            </a:pPr>
            <a:r>
              <a:rPr b="0" i="0" lang="en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Apps</a:t>
            </a:r>
          </a:p>
        </p:txBody>
      </p:sp>
      <p:cxnSp>
        <p:nvCxnSpPr>
          <p:cNvPr id="334" name="Shape 334"/>
          <p:cNvCxnSpPr/>
          <p:nvPr/>
        </p:nvCxnSpPr>
        <p:spPr>
          <a:xfrm flipH="1" rot="10800000">
            <a:off x="3126150" y="4193814"/>
            <a:ext cx="1164000" cy="6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5" name="Shape 335"/>
          <p:cNvCxnSpPr/>
          <p:nvPr/>
        </p:nvCxnSpPr>
        <p:spPr>
          <a:xfrm flipH="1" rot="10800000">
            <a:off x="3132066" y="4834724"/>
            <a:ext cx="1298999" cy="11699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6" name="Shape 336"/>
          <p:cNvCxnSpPr/>
          <p:nvPr/>
        </p:nvCxnSpPr>
        <p:spPr>
          <a:xfrm>
            <a:off x="4425250" y="4188035"/>
            <a:ext cx="1164000" cy="240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7" name="Shape 337"/>
          <p:cNvCxnSpPr/>
          <p:nvPr/>
        </p:nvCxnSpPr>
        <p:spPr>
          <a:xfrm rot="10800000">
            <a:off x="6905974" y="4199815"/>
            <a:ext cx="1140300" cy="405598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8" name="Shape 338"/>
          <p:cNvCxnSpPr/>
          <p:nvPr/>
        </p:nvCxnSpPr>
        <p:spPr>
          <a:xfrm flipH="1">
            <a:off x="6682474" y="4605416"/>
            <a:ext cx="1363800" cy="217499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9" name="Shape 339"/>
          <p:cNvCxnSpPr/>
          <p:nvPr/>
        </p:nvCxnSpPr>
        <p:spPr>
          <a:xfrm flipH="1">
            <a:off x="6623599" y="4193935"/>
            <a:ext cx="311700" cy="629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0" name="Shape 340"/>
          <p:cNvCxnSpPr/>
          <p:nvPr/>
        </p:nvCxnSpPr>
        <p:spPr>
          <a:xfrm rot="10800000">
            <a:off x="5642223" y="4440764"/>
            <a:ext cx="875700" cy="393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1" name="Shape 341"/>
          <p:cNvCxnSpPr/>
          <p:nvPr/>
        </p:nvCxnSpPr>
        <p:spPr>
          <a:xfrm flipH="1" rot="10800000">
            <a:off x="4460525" y="4429058"/>
            <a:ext cx="1087500" cy="376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2" name="Shape 342"/>
          <p:cNvCxnSpPr/>
          <p:nvPr/>
        </p:nvCxnSpPr>
        <p:spPr>
          <a:xfrm flipH="1" rot="10800000">
            <a:off x="3167316" y="4199687"/>
            <a:ext cx="1246199" cy="599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3" name="Shape 343"/>
          <p:cNvCxnSpPr/>
          <p:nvPr/>
        </p:nvCxnSpPr>
        <p:spPr>
          <a:xfrm flipH="1">
            <a:off x="5565575" y="4193937"/>
            <a:ext cx="1263898" cy="223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4" name="Shape 344"/>
          <p:cNvCxnSpPr/>
          <p:nvPr/>
        </p:nvCxnSpPr>
        <p:spPr>
          <a:xfrm>
            <a:off x="4548716" y="4822914"/>
            <a:ext cx="2010299" cy="17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345" name="Shape 3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42451" y="4604362"/>
            <a:ext cx="769472" cy="4821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46" name="Shape 3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5452" y="4375762"/>
            <a:ext cx="769472" cy="4821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47" name="Shape 3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28652" y="3994762"/>
            <a:ext cx="769472" cy="4821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48" name="Shape 3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47651" y="4604362"/>
            <a:ext cx="769472" cy="4821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49" name="Shape 3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57051" y="4223362"/>
            <a:ext cx="769472" cy="4821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50" name="Shape 3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37851" y="3994762"/>
            <a:ext cx="769472" cy="48219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51" name="Shape 351"/>
          <p:cNvCxnSpPr/>
          <p:nvPr/>
        </p:nvCxnSpPr>
        <p:spPr>
          <a:xfrm>
            <a:off x="3067375" y="4229187"/>
            <a:ext cx="1363800" cy="611398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352" name="Shape 3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72226" y="4012410"/>
            <a:ext cx="769472" cy="4821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53" name="Shape 3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14051" y="4604362"/>
            <a:ext cx="769472" cy="482199"/>
          </a:xfrm>
          <a:prstGeom prst="rect">
            <a:avLst/>
          </a:prstGeom>
          <a:noFill/>
          <a:ln>
            <a:noFill/>
          </a:ln>
        </p:spPr>
      </p:pic>
      <p:sp>
        <p:nvSpPr>
          <p:cNvPr id="354" name="Shape 354"/>
          <p:cNvSpPr/>
          <p:nvPr/>
        </p:nvSpPr>
        <p:spPr>
          <a:xfrm>
            <a:off x="2587066" y="2357660"/>
            <a:ext cx="6032099" cy="586500"/>
          </a:xfrm>
          <a:prstGeom prst="rect">
            <a:avLst/>
          </a:prstGeom>
          <a:solidFill>
            <a:srgbClr val="434343"/>
          </a:solidFill>
          <a:ln>
            <a:noFill/>
          </a:ln>
        </p:spPr>
        <p:txBody>
          <a:bodyPr anchorCtr="0" anchor="ctr" bIns="91400" lIns="91400" rIns="91400" tIns="91400">
            <a:noAutofit/>
          </a:bodyPr>
          <a:lstStyle/>
          <a:p>
            <a:pPr indent="0" lvl="0" marL="0" marR="0" rtl="0" algn="ctr">
              <a:spcBef>
                <a:spcPts val="0"/>
              </a:spcBef>
              <a:buSzPct val="25000"/>
              <a:buNone/>
            </a:pPr>
            <a:r>
              <a:rPr b="0" i="0" lang="en" sz="1400" u="none" cap="none" strike="noStrike">
                <a:solidFill>
                  <a:srgbClr val="EFEFEF"/>
                </a:solidFill>
                <a:latin typeface="Arial"/>
                <a:ea typeface="Arial"/>
                <a:cs typeface="Arial"/>
                <a:sym typeface="Arial"/>
              </a:rPr>
              <a:t>Distributed Core</a:t>
            </a:r>
          </a:p>
          <a:p>
            <a:pPr indent="0" lvl="0" marL="0" marR="0" rtl="0" algn="ctr">
              <a:spcBef>
                <a:spcPts val="0"/>
              </a:spcBef>
              <a:buSzPct val="25000"/>
              <a:buNone/>
            </a:pPr>
            <a:r>
              <a:rPr b="0" i="1" lang="en" sz="1200" u="none" cap="none" strike="noStrike">
                <a:solidFill>
                  <a:srgbClr val="EFEFEF"/>
                </a:solidFill>
                <a:latin typeface="Arial"/>
                <a:ea typeface="Arial"/>
                <a:cs typeface="Arial"/>
                <a:sym typeface="Arial"/>
              </a:rPr>
              <a:t>(scalability, availability, performance, persistence)</a:t>
            </a:r>
          </a:p>
        </p:txBody>
      </p:sp>
      <p:sp>
        <p:nvSpPr>
          <p:cNvPr id="355" name="Shape 355"/>
          <p:cNvSpPr/>
          <p:nvPr/>
        </p:nvSpPr>
        <p:spPr>
          <a:xfrm>
            <a:off x="2614633" y="3072191"/>
            <a:ext cx="6032099" cy="434999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txBody>
          <a:bodyPr anchorCtr="0" anchor="ctr" bIns="91400" lIns="91400" rIns="91400" tIns="91400">
            <a:noAutofit/>
          </a:bodyPr>
          <a:lstStyle/>
          <a:p>
            <a:pPr indent="0" lvl="0" marL="0" marR="0" rtl="0" algn="l">
              <a:spcBef>
                <a:spcPts val="0"/>
              </a:spcBef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6" name="Shape 356"/>
          <p:cNvSpPr/>
          <p:nvPr/>
        </p:nvSpPr>
        <p:spPr>
          <a:xfrm>
            <a:off x="2587186" y="3053011"/>
            <a:ext cx="6032099" cy="434999"/>
          </a:xfrm>
          <a:prstGeom prst="rect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00" lIns="91400" rIns="91400" tIns="91400">
            <a:noAutofit/>
          </a:bodyPr>
          <a:lstStyle/>
          <a:p>
            <a:pPr indent="0" lvl="0" marL="0" marR="0" rtl="0" algn="ctr">
              <a:spcBef>
                <a:spcPts val="0"/>
              </a:spcBef>
              <a:buSzPct val="25000"/>
              <a:buNone/>
            </a:pPr>
            <a:r>
              <a:rPr b="0" i="0" lang="en" sz="1400" u="none" cap="none" strike="noStrike">
                <a:solidFill>
                  <a:srgbClr val="EFEFEF"/>
                </a:solidFill>
                <a:latin typeface="Arial"/>
                <a:ea typeface="Arial"/>
                <a:cs typeface="Arial"/>
                <a:sym typeface="Arial"/>
              </a:rPr>
              <a:t>Southbound</a:t>
            </a:r>
          </a:p>
          <a:p>
            <a:pPr indent="0" lvl="0" marL="0" marR="0" rtl="0" algn="ctr">
              <a:spcBef>
                <a:spcPts val="0"/>
              </a:spcBef>
              <a:buSzPct val="25000"/>
              <a:buNone/>
            </a:pPr>
            <a:r>
              <a:rPr b="0" i="1" lang="en" sz="1200" u="none" cap="none" strike="noStrike">
                <a:solidFill>
                  <a:srgbClr val="EFEFEF"/>
                </a:solidFill>
                <a:latin typeface="Arial"/>
                <a:ea typeface="Arial"/>
                <a:cs typeface="Arial"/>
                <a:sym typeface="Arial"/>
              </a:rPr>
              <a:t>(discover, observe, program, configure)</a:t>
            </a:r>
          </a:p>
        </p:txBody>
      </p:sp>
      <p:sp>
        <p:nvSpPr>
          <p:cNvPr id="357" name="Shape 357"/>
          <p:cNvSpPr txBox="1"/>
          <p:nvPr/>
        </p:nvSpPr>
        <p:spPr>
          <a:xfrm>
            <a:off x="-37072" y="1382400"/>
            <a:ext cx="2592599" cy="23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rIns="91400" tIns="91400">
            <a:noAutofit/>
          </a:bodyPr>
          <a:lstStyle/>
          <a:p>
            <a:pPr indent="0" lvl="0" marL="0" marR="0" rtl="0" algn="ctr">
              <a:spcBef>
                <a:spcPts val="0"/>
              </a:spcBef>
              <a:buSzPct val="25000"/>
              <a:buNone/>
            </a:pPr>
            <a:r>
              <a:rPr b="0" i="0" lang="en" sz="1400" u="none" cap="none" strike="noStrike">
                <a:solidFill>
                  <a:srgbClr val="C0504D"/>
                </a:solidFill>
                <a:latin typeface="Arial"/>
                <a:ea typeface="Arial"/>
                <a:cs typeface="Arial"/>
                <a:sym typeface="Arial"/>
              </a:rPr>
              <a:t>Northbound Abstractions</a:t>
            </a:r>
            <a:br>
              <a:rPr b="0" i="0" lang="en" sz="1400" u="none" cap="none" strike="noStrike">
                <a:solidFill>
                  <a:srgbClr val="C0504D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Application Intent Framework</a:t>
            </a:r>
          </a:p>
          <a:p>
            <a:pPr indent="0" lvl="0" marL="0" marR="0" rtl="0" algn="ctr">
              <a:spcBef>
                <a:spcPts val="0"/>
              </a:spcBef>
              <a:buNone/>
            </a:pPr>
            <a:r>
              <a:rPr lang="en"/>
              <a:t>Flow Objectives</a:t>
            </a:r>
          </a:p>
          <a:p>
            <a:pPr indent="0" lvl="0" marL="0" marR="0" rtl="0" algn="ctr">
              <a:spcBef>
                <a:spcPts val="0"/>
              </a:spcBef>
              <a:buNone/>
            </a:pPr>
            <a:r>
              <a:rPr lang="en"/>
              <a:t>Network Graph</a:t>
            </a:r>
            <a:r>
              <a:rPr b="0" i="0" lang="en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buSzPct val="25000"/>
              <a:buNone/>
            </a:pPr>
            <a:r>
              <a:rPr b="0" i="0" lang="en" sz="1400" u="none" cap="none" strike="noStrike">
                <a:solidFill>
                  <a:srgbClr val="C0504D"/>
                </a:solidFill>
                <a:latin typeface="Arial"/>
                <a:ea typeface="Arial"/>
                <a:cs typeface="Arial"/>
                <a:sym typeface="Arial"/>
              </a:rPr>
              <a:t>Core</a:t>
            </a:r>
          </a:p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buSzPct val="25000"/>
              <a:buNone/>
            </a:pPr>
            <a:r>
              <a:rPr b="0" i="0" lang="en" sz="1400" u="none" cap="none" strike="noStrike">
                <a:solidFill>
                  <a:srgbClr val="C0504D"/>
                </a:solidFill>
                <a:latin typeface="Arial"/>
                <a:ea typeface="Arial"/>
                <a:cs typeface="Arial"/>
                <a:sym typeface="Arial"/>
              </a:rPr>
              <a:t>Southbound Abstraction</a:t>
            </a:r>
          </a:p>
          <a:p>
            <a:pPr indent="0" lvl="0" marL="0" marR="0" rtl="0" algn="ctr">
              <a:spcBef>
                <a:spcPts val="0"/>
              </a:spcBef>
              <a:buSzPct val="25000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Protocol Plug-ins</a:t>
            </a:r>
          </a:p>
        </p:txBody>
      </p:sp>
      <p:sp>
        <p:nvSpPr>
          <p:cNvPr id="358" name="Shape 358"/>
          <p:cNvSpPr txBox="1"/>
          <p:nvPr/>
        </p:nvSpPr>
        <p:spPr>
          <a:xfrm>
            <a:off x="4373225" y="769925"/>
            <a:ext cx="2592599" cy="37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rIns="91400" tIns="914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rPr lang="en"/>
              <a:t>Scaleout Design</a:t>
            </a:r>
          </a:p>
        </p:txBody>
      </p:sp>
    </p:spTree>
  </p:cSld>
  <p:clrMapOvr>
    <a:masterClrMapping/>
  </p:clrMapOvr>
  <p:transition spd="slow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Shape 363"/>
          <p:cNvSpPr txBox="1"/>
          <p:nvPr>
            <p:ph type="title"/>
          </p:nvPr>
        </p:nvSpPr>
        <p:spPr>
          <a:xfrm>
            <a:off x="267375" y="-144256"/>
            <a:ext cx="8419424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Clr>
                <a:srgbClr val="C0504D"/>
              </a:buClr>
              <a:buSzPct val="25000"/>
              <a:buFont typeface="Calibri"/>
              <a:buNone/>
            </a:pPr>
            <a:r>
              <a:rPr b="0" i="0" lang="en" sz="3600" u="none" cap="none" strike="noStrike">
                <a:solidFill>
                  <a:srgbClr val="C0504D"/>
                </a:solidFill>
                <a:latin typeface="Calibri"/>
                <a:ea typeface="Calibri"/>
                <a:cs typeface="Calibri"/>
                <a:sym typeface="Calibri"/>
              </a:rPr>
              <a:t>Rapid ONOS Platform Evolution</a:t>
            </a:r>
          </a:p>
        </p:txBody>
      </p:sp>
      <p:graphicFrame>
        <p:nvGraphicFramePr>
          <p:cNvPr id="364" name="Shape 364"/>
          <p:cNvGraphicFramePr/>
          <p:nvPr/>
        </p:nvGraphicFramePr>
        <p:xfrm>
          <a:off x="196793" y="71943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{2E41FEE5-1255-4313-A710-033CD51E16F8}</a:tableStyleId>
              </a:tblPr>
              <a:tblGrid>
                <a:gridCol w="1434375"/>
                <a:gridCol w="1642825"/>
                <a:gridCol w="1211725"/>
                <a:gridCol w="1369025"/>
                <a:gridCol w="1358825"/>
                <a:gridCol w="1403350"/>
              </a:tblGrid>
              <a:tr h="370850"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" sz="1600" u="none" cap="none" strike="noStrike"/>
                        <a:t>ONOS Release</a:t>
                      </a:r>
                    </a:p>
                  </a:txBody>
                  <a:tcPr marT="45725" marB="45725" marR="91450" marL="91450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" sz="1600" u="none" cap="none" strike="noStrike"/>
                        <a:t>Avocet</a:t>
                      </a:r>
                    </a:p>
                  </a:txBody>
                  <a:tcPr marT="45725" marB="45725" marR="91450" marL="91450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" sz="1600" u="none" cap="none" strike="noStrike"/>
                        <a:t>Blackbird</a:t>
                      </a:r>
                    </a:p>
                  </a:txBody>
                  <a:tcPr marT="45725" marB="45725" marR="91450" marL="91450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" sz="1600" u="none" cap="none" strike="noStrike"/>
                        <a:t>Cardinal</a:t>
                      </a:r>
                    </a:p>
                  </a:txBody>
                  <a:tcPr marT="45725" marB="45725" marR="91450" marL="91450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" sz="1600" u="none" cap="none" strike="noStrike"/>
                        <a:t>Drake</a:t>
                      </a:r>
                    </a:p>
                  </a:txBody>
                  <a:tcPr marT="45725" marB="45725" marR="91450" marL="91450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" sz="1600" u="none" cap="none" strike="noStrike"/>
                        <a:t>Emu</a:t>
                      </a:r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" sz="1600" u="none" cap="none" strike="noStrike"/>
                        <a:t>Northbound</a:t>
                      </a:r>
                    </a:p>
                  </a:txBody>
                  <a:tcPr marT="45725" marB="45725" marR="91450" marL="91450" anchor="ctr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" sz="1200" u="none" cap="none" strike="noStrike"/>
                        <a:t>Basic App Intent Framework (AIF)</a:t>
                      </a:r>
                    </a:p>
                  </a:txBody>
                  <a:tcPr marT="45725" marB="45725" marR="91450" marL="91450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" sz="1200" u="none" cap="none" strike="noStrike"/>
                        <a:t>AIF, cluster-wide app deployment</a:t>
                      </a:r>
                    </a:p>
                  </a:txBody>
                  <a:tcPr marT="45725" marB="45725" marR="91450" marL="91450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" sz="1200" u="none" cap="none" strike="noStrike"/>
                        <a:t>MPLS + tunnel intents, performance, conflict resolution, flow objectives</a:t>
                      </a:r>
                    </a:p>
                  </a:txBody>
                  <a:tcPr marT="45725" marB="45725" marR="91450" marL="91450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" sz="1200" u="none" cap="none" strike="noStrike"/>
                        <a:t>Login authentication, virtualization basics</a:t>
                      </a:r>
                    </a:p>
                  </a:txBody>
                  <a:tcPr marT="45725" marB="45725" marR="91450" marL="91450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" sz="1200" u="none" cap="none" strike="noStrike"/>
                        <a:t>gRPC, </a:t>
                      </a:r>
                      <a:r>
                        <a:rPr lang="en" sz="1200"/>
                        <a:t>resource reservation, security mode onos perf</a:t>
                      </a:r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" sz="1600" u="none" cap="none" strike="noStrike"/>
                        <a:t>Core</a:t>
                      </a:r>
                    </a:p>
                  </a:txBody>
                  <a:tcPr marT="45725" marB="45725" marR="91450" marL="91450" anchor="ctr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" sz="1200" u="none" cap="none" strike="noStrike"/>
                        <a:t>Distributed state management for scale, performance, HA</a:t>
                      </a:r>
                    </a:p>
                  </a:txBody>
                  <a:tcPr marT="45725" marB="45725" marR="91450" marL="91450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" sz="1200" u="none" cap="none" strike="noStrike"/>
                        <a:t>Eventually,  strongly (RAFT) consistent maps </a:t>
                      </a:r>
                    </a:p>
                  </a:txBody>
                  <a:tcPr marT="45725" marB="45725" marR="91450" marL="91450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" sz="1200" u="none" cap="none" strike="noStrike"/>
                        <a:t>Dropped Hazelcast, dist primitives,  </a:t>
                      </a:r>
                    </a:p>
                  </a:txBody>
                  <a:tcPr marT="45725" marB="45725" marR="91450" marL="91450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" sz="1200" u="none" cap="none" strike="noStrike"/>
                        <a:t>TLS for security, metering support,</a:t>
                      </a: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" sz="1200" u="none" cap="none" strike="noStrike"/>
                        <a:t>multicast,  </a:t>
                      </a:r>
                    </a:p>
                  </a:txBody>
                  <a:tcPr marT="45725" marB="45725" marR="91450" marL="91450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" sz="1200"/>
                        <a:t>Multicast, Flowrule store persistence</a:t>
                      </a:r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" sz="1600" u="none" cap="none" strike="noStrike"/>
                        <a:t>Southbound</a:t>
                      </a:r>
                    </a:p>
                  </a:txBody>
                  <a:tcPr marT="45725" marB="45725" marR="91450" marL="91450" anchor="ctr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" sz="1200" u="none" cap="none" strike="noStrike"/>
                        <a:t>OpenFlow (OF)</a:t>
                      </a:r>
                    </a:p>
                  </a:txBody>
                  <a:tcPr marT="45725" marB="45725" marR="91450" marL="91450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" sz="1200" u="none" cap="none" strike="noStrike"/>
                        <a:t>Multi-table OF </a:t>
                      </a:r>
                    </a:p>
                  </a:txBody>
                  <a:tcPr marT="45725" marB="45725" marR="91450" marL="91450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" sz="1200" u="none" cap="none" strike="noStrike"/>
                        <a:t>TL-1, NETCONF</a:t>
                      </a:r>
                    </a:p>
                  </a:txBody>
                  <a:tcPr marT="45725" marB="45725" marR="91450" marL="91450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" sz="1200" u="none" cap="none" strike="noStrike"/>
                        <a:t>Device config, OVSDB, NETCONF/Yang, PCEP, VXLAN</a:t>
                      </a:r>
                    </a:p>
                  </a:txBody>
                  <a:tcPr marT="45725" marB="45725" marR="91450" marL="91450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" sz="1200" u="none" cap="none" strike="noStrike"/>
                        <a:t>NETCONF/Yang, Optical support</a:t>
                      </a:r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" sz="1600" u="none" cap="none" strike="noStrike"/>
                        <a:t>GUI</a:t>
                      </a:r>
                    </a:p>
                  </a:txBody>
                  <a:tcPr marT="45725" marB="45725" marR="91450" marL="91450" anchor="ctr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" sz="1200" u="none" cap="none" strike="noStrike"/>
                        <a:t>GUI: developer &amp; user</a:t>
                      </a:r>
                    </a:p>
                  </a:txBody>
                  <a:tcPr marT="45725" marB="45725" marR="91450" marL="91450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" sz="1200" u="none" cap="none" strike="noStrike"/>
                        <a:t>Modularized GUI</a:t>
                      </a:r>
                    </a:p>
                  </a:txBody>
                  <a:tcPr marT="45725" marB="45725" marR="91450" marL="91450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" sz="1200" u="none" cap="none" strike="noStrike"/>
                        <a:t>GUI support for all POCs, multiple GUI views  </a:t>
                      </a:r>
                    </a:p>
                  </a:txBody>
                  <a:tcPr marT="45725" marB="45725" marR="91450" marL="91450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" sz="1200" u="none" cap="none" strike="noStrike"/>
                        <a:t>Topology overlays, link highlighting</a:t>
                      </a:r>
                    </a:p>
                  </a:txBody>
                  <a:tcPr marT="45725" marB="45725" marR="91450" marL="91450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" sz="1200" u="none" cap="none" strike="noStrike"/>
                        <a:t>New overlays, GUI archetypes, docs, samples</a:t>
                      </a:r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" sz="1600" u="none" cap="none" strike="noStrike"/>
                        <a:t>Overall</a:t>
                      </a:r>
                    </a:p>
                  </a:txBody>
                  <a:tcPr marT="45725" marB="45725" marR="91450" marL="91450" anchor="ctr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" sz="1200" u="none" cap="none" strike="noStrike"/>
                        <a:t>Arch + functional + GUI + use cases </a:t>
                      </a:r>
                      <a:br>
                        <a:rPr lang="en" sz="1200" u="none" cap="none" strike="noStrike"/>
                      </a:br>
                      <a:r>
                        <a:rPr lang="en" sz="1200" u="none" cap="none" strike="noStrike"/>
                        <a:t>clean arch + quality modular code + protocol independence </a:t>
                      </a:r>
                    </a:p>
                  </a:txBody>
                  <a:tcPr marT="45725" marB="45725" marR="91450" marL="91450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" sz="1200" u="none" cap="none" strike="noStrike"/>
                        <a:t>Demonstrated scale, HA, performance; increased robustness </a:t>
                      </a:r>
                    </a:p>
                  </a:txBody>
                  <a:tcPr marT="45725" marB="45725" marR="91450" marL="91450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" sz="1200" u="none" cap="none" strike="noStrike"/>
                        <a:t>Support  for use cases: CORD, packet-optical, SDN-IP, …</a:t>
                      </a: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" sz="1200" u="none" cap="none" strike="noStrike"/>
                        <a:t>Additional SB</a:t>
                      </a:r>
                    </a:p>
                  </a:txBody>
                  <a:tcPr marT="45725" marB="45725" marR="91450" marL="91450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" sz="1200" u="none" cap="none" strike="noStrike"/>
                        <a:t>Security mode ONOS, Integration with OPNFV, OpenStack, CloudRouter </a:t>
                      </a:r>
                    </a:p>
                  </a:txBody>
                  <a:tcPr marT="45725" marB="45725" marR="91450" marL="91450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" sz="1200"/>
                        <a:t>Much app work, deployments, many partner contributions</a:t>
                      </a:r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</p:spTree>
  </p:cSld>
  <p:clrMapOvr>
    <a:masterClrMapping/>
  </p:clrMapOvr>
  <p:transition spd="slow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Shape 369"/>
          <p:cNvSpPr txBox="1"/>
          <p:nvPr>
            <p:ph type="title"/>
          </p:nvPr>
        </p:nvSpPr>
        <p:spPr>
          <a:xfrm>
            <a:off x="267375" y="-144256"/>
            <a:ext cx="8419499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Clr>
                <a:srgbClr val="C0504D"/>
              </a:buClr>
              <a:buSzPct val="25000"/>
              <a:buFont typeface="Calibri"/>
              <a:buNone/>
            </a:pPr>
            <a:r>
              <a:rPr b="0" lang="en">
                <a:solidFill>
                  <a:srgbClr val="C0504D"/>
                </a:solidFill>
              </a:rPr>
              <a:t>Emu Enhancements</a:t>
            </a:r>
          </a:p>
        </p:txBody>
      </p:sp>
      <p:graphicFrame>
        <p:nvGraphicFramePr>
          <p:cNvPr id="370" name="Shape 370"/>
          <p:cNvGraphicFramePr/>
          <p:nvPr/>
        </p:nvGraphicFramePr>
        <p:xfrm>
          <a:off x="81150" y="3804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{C694E01B-2364-454A-8E9F-C733A2EB9E23}</a:tableStyleId>
              </a:tblPr>
              <a:tblGrid>
                <a:gridCol w="785250"/>
                <a:gridCol w="5997800"/>
                <a:gridCol w="2173975"/>
              </a:tblGrid>
              <a:tr h="439250">
                <a:tc>
                  <a:txBody>
                    <a:bodyPr>
                      <a:noAutofit/>
                    </a:bodyPr>
                    <a:lstStyle/>
                    <a:p>
                      <a:pPr lvl="0">
                        <a:spcBef>
                          <a:spcPts val="0"/>
                        </a:spcBef>
                        <a:buNone/>
                      </a:pPr>
                      <a:r>
                        <a:rPr lang="en" sz="1200"/>
                        <a:t>Apps, UI</a:t>
                      </a:r>
                    </a:p>
                  </a:txBody>
                  <a:tcPr marT="91425" marB="91425" marR="91425" marL="91425"/>
                </a:tc>
                <a:tc>
                  <a:txBody>
                    <a:bodyPr>
                      <a:noAutofit/>
                    </a:bodyPr>
                    <a:lstStyle/>
                    <a:p>
                      <a:pPr lvl="0" rtl="0">
                        <a:spcBef>
                          <a:spcPts val="0"/>
                        </a:spcBef>
                        <a:buNone/>
                      </a:pPr>
                      <a:r>
                        <a:rPr lang="en" sz="1200"/>
                        <a:t>CORD</a:t>
                      </a:r>
                    </a:p>
                    <a:p>
                      <a:pPr lvl="0" rtl="0">
                        <a:spcBef>
                          <a:spcPts val="0"/>
                        </a:spcBef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lvl="0" rtl="0">
                        <a:spcBef>
                          <a:spcPts val="600"/>
                        </a:spcBef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OPNFV - IETF Service Function Chaining, VTN enhancements for L2, L3 VPNs</a:t>
                      </a:r>
                    </a:p>
                    <a:p>
                      <a:pPr lvl="0" rtl="0">
                        <a:spcBef>
                          <a:spcPts val="600"/>
                        </a:spcBef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SDN-IP - dynamic configuration of peers, reactive routing, default route support</a:t>
                      </a:r>
                    </a:p>
                    <a:p>
                      <a:pPr lvl="0" rtl="0">
                        <a:spcBef>
                          <a:spcPts val="600"/>
                        </a:spcBef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DPI/Flow Monitoring</a:t>
                      </a:r>
                    </a:p>
                    <a:p>
                      <a:pPr lvl="0" rtl="0">
                        <a:spcBef>
                          <a:spcPts val="600"/>
                        </a:spcBef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SONA - Simplified Overlay Networking Architecture - Ease deployment of software defined data centers - OpenStack switching and interfaces</a:t>
                      </a:r>
                    </a:p>
                    <a:p>
                      <a:pPr lvl="0" rtl="0">
                        <a:spcBef>
                          <a:spcPts val="600"/>
                        </a:spcBef>
                        <a:buClr>
                          <a:schemeClr val="dk1"/>
                        </a:buClr>
                        <a:buSzPct val="91666"/>
                        <a:buFont typeface="Arial"/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GUI archetypes for views, badged nodes</a:t>
                      </a:r>
                    </a:p>
                  </a:txBody>
                  <a:tcPr marT="91425" marB="91425" marR="91425" marL="91425"/>
                </a:tc>
                <a:tc>
                  <a:txBody>
                    <a:bodyPr>
                      <a:noAutofit/>
                    </a:bodyPr>
                    <a:lstStyle/>
                    <a:p>
                      <a:pPr lvl="0" rtl="0">
                        <a:spcBef>
                          <a:spcPts val="0"/>
                        </a:spcBef>
                        <a:buNone/>
                      </a:pPr>
                      <a:r>
                        <a:rPr lang="en" sz="1200"/>
                        <a:t>AT&amp;T, Ciena, Ericsson, ON.Lab, SK Telecom</a:t>
                      </a:r>
                    </a:p>
                    <a:p>
                      <a:pPr lvl="0" rtl="0">
                        <a:spcBef>
                          <a:spcPts val="0"/>
                        </a:spcBef>
                        <a:buNone/>
                      </a:pPr>
                      <a:r>
                        <a:rPr lang="en" sz="1200"/>
                        <a:t>Huawei</a:t>
                      </a:r>
                    </a:p>
                    <a:p>
                      <a:pPr lvl="0" rtl="0">
                        <a:spcBef>
                          <a:spcPts val="0"/>
                        </a:spcBef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lvl="0" rtl="0">
                        <a:spcBef>
                          <a:spcPts val="0"/>
                        </a:spcBef>
                        <a:buNone/>
                      </a:pPr>
                      <a:r>
                        <a:rPr lang="en" sz="1200"/>
                        <a:t>ON.Lab</a:t>
                      </a:r>
                    </a:p>
                    <a:p>
                      <a:pPr lvl="0" rtl="0">
                        <a:spcBef>
                          <a:spcPts val="0"/>
                        </a:spcBef>
                        <a:buNone/>
                      </a:pPr>
                      <a:r>
                        <a:rPr lang="en" sz="1200"/>
                        <a:t>ETRI</a:t>
                      </a:r>
                    </a:p>
                    <a:p>
                      <a:pPr lvl="0" rtl="0">
                        <a:spcBef>
                          <a:spcPts val="0"/>
                        </a:spcBef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lvl="0" rtl="0">
                        <a:spcBef>
                          <a:spcPts val="0"/>
                        </a:spcBef>
                        <a:buNone/>
                      </a:pPr>
                      <a:r>
                        <a:rPr lang="en" sz="1200"/>
                        <a:t>SK Telecom</a:t>
                      </a:r>
                    </a:p>
                    <a:p>
                      <a:pPr lvl="0" rtl="0">
                        <a:spcBef>
                          <a:spcPts val="0"/>
                        </a:spcBef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lvl="0">
                        <a:spcBef>
                          <a:spcPts val="0"/>
                        </a:spcBef>
                        <a:buNone/>
                      </a:pPr>
                      <a:r>
                        <a:rPr lang="en" sz="1200"/>
                        <a:t>ON.Lab</a:t>
                      </a:r>
                    </a:p>
                  </a:txBody>
                  <a:tcPr marT="91425" marB="91425" marR="91425" marL="91425"/>
                </a:tc>
              </a:tr>
              <a:tr h="533500">
                <a:tc>
                  <a:txBody>
                    <a:bodyPr>
                      <a:noAutofit/>
                    </a:bodyPr>
                    <a:lstStyle/>
                    <a:p>
                      <a:pPr lvl="0">
                        <a:spcBef>
                          <a:spcPts val="0"/>
                        </a:spcBef>
                        <a:buNone/>
                      </a:pPr>
                      <a:r>
                        <a:rPr lang="en" sz="1200"/>
                        <a:t>NB</a:t>
                      </a:r>
                    </a:p>
                  </a:txBody>
                  <a:tcPr marT="91425" marB="91425" marR="91425" marL="91425"/>
                </a:tc>
                <a:tc>
                  <a:txBody>
                    <a:bodyPr>
                      <a:noAutofit/>
                    </a:bodyPr>
                    <a:lstStyle/>
                    <a:p>
                      <a:pPr lvl="0" rtl="0">
                        <a:spcBef>
                          <a:spcPts val="0"/>
                        </a:spcBef>
                        <a:buNone/>
                      </a:pPr>
                      <a:r>
                        <a:rPr lang="en" sz="1200"/>
                        <a:t>Generalized resource reservation (links, lambdas, …)</a:t>
                      </a:r>
                    </a:p>
                    <a:p>
                      <a:pPr lvl="0" rtl="0">
                        <a:spcBef>
                          <a:spcPts val="0"/>
                        </a:spcBef>
                        <a:buNone/>
                      </a:pPr>
                      <a:r>
                        <a:rPr lang="en" sz="1200"/>
                        <a:t>Security Mode ONOS performance enhancements</a:t>
                      </a:r>
                    </a:p>
                    <a:p>
                      <a:pPr lvl="0">
                        <a:spcBef>
                          <a:spcPts val="0"/>
                        </a:spcBef>
                        <a:buNone/>
                      </a:pPr>
                      <a:r>
                        <a:rPr lang="en" sz="1200"/>
                        <a:t>gRPC (high performance RPC - mobile/http/2 environments)</a:t>
                      </a:r>
                    </a:p>
                  </a:txBody>
                  <a:tcPr marT="91425" marB="91425" marR="91425" marL="91425"/>
                </a:tc>
                <a:tc>
                  <a:txBody>
                    <a:bodyPr>
                      <a:noAutofit/>
                    </a:bodyPr>
                    <a:lstStyle/>
                    <a:p>
                      <a:pPr lvl="0" rtl="0">
                        <a:spcBef>
                          <a:spcPts val="0"/>
                        </a:spcBef>
                        <a:buNone/>
                      </a:pPr>
                      <a:r>
                        <a:rPr lang="en" sz="1200"/>
                        <a:t>Fujitsu</a:t>
                      </a:r>
                    </a:p>
                    <a:p>
                      <a:pPr lvl="0" rtl="0">
                        <a:spcBef>
                          <a:spcPts val="0"/>
                        </a:spcBef>
                        <a:buNone/>
                      </a:pPr>
                      <a:r>
                        <a:rPr lang="en" sz="1200"/>
                        <a:t>KAIST/SRI</a:t>
                      </a:r>
                    </a:p>
                    <a:p>
                      <a:pPr lvl="0">
                        <a:spcBef>
                          <a:spcPts val="0"/>
                        </a:spcBef>
                        <a:buNone/>
                      </a:pPr>
                      <a:r>
                        <a:rPr lang="en" sz="1200"/>
                        <a:t>ON.Lab</a:t>
                      </a:r>
                    </a:p>
                  </a:txBody>
                  <a:tcPr marT="91425" marB="91425" marR="91425" marL="91425"/>
                </a:tc>
              </a:tr>
              <a:tr h="550550">
                <a:tc>
                  <a:txBody>
                    <a:bodyPr>
                      <a:noAutofit/>
                    </a:bodyPr>
                    <a:lstStyle/>
                    <a:p>
                      <a:pPr lvl="0">
                        <a:spcBef>
                          <a:spcPts val="0"/>
                        </a:spcBef>
                        <a:buNone/>
                      </a:pPr>
                      <a:r>
                        <a:rPr lang="en" sz="1200"/>
                        <a:t>Core</a:t>
                      </a:r>
                    </a:p>
                  </a:txBody>
                  <a:tcPr marT="91425" marB="91425" marR="91425" marL="91425"/>
                </a:tc>
                <a:tc>
                  <a:txBody>
                    <a:bodyPr>
                      <a:noAutofit/>
                    </a:bodyPr>
                    <a:lstStyle/>
                    <a:p>
                      <a:pPr lvl="0" rtl="0">
                        <a:spcBef>
                          <a:spcPts val="600"/>
                        </a:spcBef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Multicast infrastructure - MFWD app, PIM-SSM prune/join, static routes</a:t>
                      </a:r>
                    </a:p>
                    <a:p>
                      <a:pPr lvl="0" rtl="0">
                        <a:spcBef>
                          <a:spcPts val="600"/>
                        </a:spcBef>
                        <a:buClr>
                          <a:schemeClr val="dk1"/>
                        </a:buClr>
                        <a:buSzPct val="91666"/>
                        <a:buFont typeface="Arial"/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Flowrule store persistence</a:t>
                      </a:r>
                    </a:p>
                  </a:txBody>
                  <a:tcPr marT="91425" marB="91425" marR="91425" marL="91425"/>
                </a:tc>
                <a:tc>
                  <a:txBody>
                    <a:bodyPr>
                      <a:noAutofit/>
                    </a:bodyPr>
                    <a:lstStyle/>
                    <a:p>
                      <a:pPr lvl="0" rtl="0">
                        <a:spcBef>
                          <a:spcPts val="0"/>
                        </a:spcBef>
                        <a:buNone/>
                      </a:pPr>
                      <a:r>
                        <a:rPr lang="en" sz="1200"/>
                        <a:t>DirecTV</a:t>
                      </a:r>
                    </a:p>
                    <a:p>
                      <a:pPr lvl="0" rtl="0">
                        <a:spcBef>
                          <a:spcPts val="0"/>
                        </a:spcBef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lvl="0">
                        <a:spcBef>
                          <a:spcPts val="0"/>
                        </a:spcBef>
                        <a:buNone/>
                      </a:pPr>
                      <a:r>
                        <a:rPr lang="en" sz="1200"/>
                        <a:t>ON.Lab</a:t>
                      </a:r>
                    </a:p>
                  </a:txBody>
                  <a:tcPr marT="91425" marB="91425" marR="91425" marL="91425"/>
                </a:tc>
              </a:tr>
              <a:tr h="559100">
                <a:tc>
                  <a:txBody>
                    <a:bodyPr>
                      <a:noAutofit/>
                    </a:bodyPr>
                    <a:lstStyle/>
                    <a:p>
                      <a:pPr lvl="0">
                        <a:spcBef>
                          <a:spcPts val="0"/>
                        </a:spcBef>
                        <a:buNone/>
                      </a:pPr>
                      <a:r>
                        <a:rPr lang="en" sz="1200"/>
                        <a:t>SB</a:t>
                      </a:r>
                    </a:p>
                  </a:txBody>
                  <a:tcPr marT="91425" marB="91425" marR="91425" marL="91425"/>
                </a:tc>
                <a:tc>
                  <a:txBody>
                    <a:bodyPr>
                      <a:noAutofit/>
                    </a:bodyPr>
                    <a:lstStyle/>
                    <a:p>
                      <a:pPr lvl="0" rtl="0">
                        <a:spcBef>
                          <a:spcPts val="600"/>
                        </a:spcBef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ONF optical transport protocol extensions, Optical Channel Data Unit (ODU) Multiplexing and ODU Cross connect services</a:t>
                      </a:r>
                    </a:p>
                    <a:p>
                      <a:pPr lvl="0" rtl="0">
                        <a:spcBef>
                          <a:spcPts val="600"/>
                        </a:spcBef>
                        <a:buClr>
                          <a:schemeClr val="dk1"/>
                        </a:buClr>
                        <a:buSzPct val="91666"/>
                        <a:buFont typeface="Arial"/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LLDP based LinkDiscovery now configurable via Network Configuration subsystem</a:t>
                      </a:r>
                    </a:p>
                  </a:txBody>
                  <a:tcPr marT="91425" marB="91425" marR="91425" marL="91425"/>
                </a:tc>
                <a:tc>
                  <a:txBody>
                    <a:bodyPr>
                      <a:noAutofit/>
                    </a:bodyPr>
                    <a:lstStyle/>
                    <a:p>
                      <a:pPr lvl="0" rtl="0">
                        <a:spcBef>
                          <a:spcPts val="0"/>
                        </a:spcBef>
                        <a:buNone/>
                      </a:pPr>
                      <a:r>
                        <a:rPr lang="en" sz="1200"/>
                        <a:t>ECI Telecom</a:t>
                      </a:r>
                    </a:p>
                    <a:p>
                      <a:pPr lvl="0" rtl="0">
                        <a:spcBef>
                          <a:spcPts val="0"/>
                        </a:spcBef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lvl="0" rtl="0">
                        <a:spcBef>
                          <a:spcPts val="0"/>
                        </a:spcBef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lvl="0">
                        <a:spcBef>
                          <a:spcPts val="0"/>
                        </a:spcBef>
                        <a:buNone/>
                      </a:pPr>
                      <a:r>
                        <a:rPr lang="en" sz="1200"/>
                        <a:t>NEC</a:t>
                      </a:r>
                    </a:p>
                  </a:txBody>
                  <a:tcPr marT="91425" marB="91425" marR="91425" marL="91425"/>
                </a:tc>
              </a:tr>
              <a:tr h="427325">
                <a:tc>
                  <a:txBody>
                    <a:bodyPr>
                      <a:noAutofit/>
                    </a:bodyPr>
                    <a:lstStyle/>
                    <a:p>
                      <a:pPr lvl="0">
                        <a:spcBef>
                          <a:spcPts val="0"/>
                        </a:spcBef>
                        <a:buNone/>
                      </a:pPr>
                      <a:r>
                        <a:rPr lang="en" sz="1200"/>
                        <a:t>Deploy</a:t>
                      </a:r>
                    </a:p>
                  </a:txBody>
                  <a:tcPr marT="91425" marB="91425" marR="91425" marL="91425"/>
                </a:tc>
                <a:tc>
                  <a:txBody>
                    <a:bodyPr>
                      <a:noAutofit/>
                    </a:bodyPr>
                    <a:lstStyle/>
                    <a:p>
                      <a:pPr lvl="0">
                        <a:spcBef>
                          <a:spcPts val="0"/>
                        </a:spcBef>
                        <a:buNone/>
                      </a:pPr>
                      <a:r>
                        <a:rPr lang="en" sz="1200"/>
                        <a:t>AARNET, KISTI/KREONET-S</a:t>
                      </a:r>
                    </a:p>
                  </a:txBody>
                  <a:tcPr marT="91425" marB="91425" marR="91425" marL="91425"/>
                </a:tc>
                <a:tc>
                  <a:txBody>
                    <a:bodyPr>
                      <a:noAutofit/>
                    </a:bodyPr>
                    <a:lstStyle/>
                    <a:p>
                      <a:pPr lvl="0">
                        <a:spcBef>
                          <a:spcPts val="0"/>
                        </a:spcBef>
                        <a:buNone/>
                      </a:pPr>
                      <a:r>
                        <a:rPr lang="en" sz="1200"/>
                        <a:t>AARNET, KISTI</a:t>
                      </a: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  <p:transition spd="slow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Shape 375"/>
          <p:cNvSpPr txBox="1"/>
          <p:nvPr>
            <p:ph type="title"/>
          </p:nvPr>
        </p:nvSpPr>
        <p:spPr>
          <a:xfrm>
            <a:off x="20108" y="49397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Clr>
                <a:srgbClr val="C0504D"/>
              </a:buClr>
              <a:buSzPct val="25000"/>
              <a:buFont typeface="Calibri"/>
              <a:buNone/>
            </a:pPr>
            <a:r>
              <a:rPr b="0" i="0" lang="en" sz="3600" u="none" cap="none" strike="noStrike">
                <a:solidFill>
                  <a:srgbClr val="C0504D"/>
                </a:solidFill>
                <a:latin typeface="Calibri"/>
                <a:ea typeface="Calibri"/>
                <a:cs typeface="Calibri"/>
                <a:sym typeface="Calibri"/>
              </a:rPr>
              <a:t>Platform and Solutions: The Virtuous Cycle</a:t>
            </a:r>
          </a:p>
        </p:txBody>
      </p:sp>
      <p:sp>
        <p:nvSpPr>
          <p:cNvPr id="376" name="Shape 376"/>
          <p:cNvSpPr/>
          <p:nvPr/>
        </p:nvSpPr>
        <p:spPr>
          <a:xfrm>
            <a:off x="1774416" y="1780156"/>
            <a:ext cx="1852800" cy="922199"/>
          </a:xfrm>
          <a:prstGeom prst="ellipse">
            <a:avLst/>
          </a:prstGeom>
          <a:gradFill>
            <a:gsLst>
              <a:gs pos="0">
                <a:srgbClr val="920000"/>
              </a:gs>
              <a:gs pos="100000">
                <a:srgbClr val="E0A4A4"/>
              </a:gs>
            </a:gsLst>
            <a:lin ang="16200038" scaled="0"/>
          </a:gradFill>
          <a:ln cap="flat" cmpd="sng" w="9525">
            <a:solidFill>
              <a:srgbClr val="7F0000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SzPct val="25000"/>
              <a:buNone/>
            </a:pPr>
            <a:r>
              <a:rPr b="0" i="0" lang="en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Platform</a:t>
            </a:r>
          </a:p>
        </p:txBody>
      </p:sp>
      <p:sp>
        <p:nvSpPr>
          <p:cNvPr id="377" name="Shape 377"/>
          <p:cNvSpPr/>
          <p:nvPr/>
        </p:nvSpPr>
        <p:spPr>
          <a:xfrm>
            <a:off x="5536576" y="1780156"/>
            <a:ext cx="1852800" cy="922199"/>
          </a:xfrm>
          <a:prstGeom prst="ellipse">
            <a:avLst/>
          </a:prstGeom>
          <a:gradFill>
            <a:gsLst>
              <a:gs pos="0">
                <a:srgbClr val="920000"/>
              </a:gs>
              <a:gs pos="100000">
                <a:srgbClr val="E0A4A4"/>
              </a:gs>
            </a:gsLst>
            <a:lin ang="16200038" scaled="0"/>
          </a:gradFill>
          <a:ln cap="flat" cmpd="sng" w="9525">
            <a:solidFill>
              <a:srgbClr val="7F0000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SzPct val="25000"/>
              <a:buNone/>
            </a:pPr>
            <a:r>
              <a:rPr b="0" i="0" lang="en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Solutions</a:t>
            </a:r>
          </a:p>
        </p:txBody>
      </p:sp>
      <p:cxnSp>
        <p:nvCxnSpPr>
          <p:cNvPr id="378" name="Shape 378"/>
          <p:cNvCxnSpPr>
            <a:stCxn id="376" idx="0"/>
            <a:endCxn id="377" idx="0"/>
          </p:cNvCxnSpPr>
          <p:nvPr/>
        </p:nvCxnSpPr>
        <p:spPr>
          <a:xfrm flipH="1" rot="-5400000">
            <a:off x="4581666" y="-100693"/>
            <a:ext cx="600" cy="3762300"/>
          </a:xfrm>
          <a:prstGeom prst="curvedConnector3">
            <a:avLst>
              <a:gd fmla="val -86338177" name="adj1"/>
            </a:avLst>
          </a:prstGeom>
          <a:noFill/>
          <a:ln cap="flat" cmpd="sng" w="57150">
            <a:solidFill>
              <a:srgbClr val="4F81BD"/>
            </a:solidFill>
            <a:prstDash val="solid"/>
            <a:round/>
            <a:headEnd len="med" w="med" type="none"/>
            <a:tailEnd len="lg" w="lg" type="stealth"/>
          </a:ln>
        </p:spPr>
      </p:cxnSp>
      <p:cxnSp>
        <p:nvCxnSpPr>
          <p:cNvPr id="379" name="Shape 379"/>
          <p:cNvCxnSpPr/>
          <p:nvPr/>
        </p:nvCxnSpPr>
        <p:spPr>
          <a:xfrm flipH="1">
            <a:off x="2706986" y="2689588"/>
            <a:ext cx="3762299" cy="12599"/>
          </a:xfrm>
          <a:prstGeom prst="curvedConnector3">
            <a:avLst>
              <a:gd fmla="val 0" name="adj1"/>
            </a:avLst>
          </a:prstGeom>
          <a:noFill/>
          <a:ln cap="flat" cmpd="sng" w="57150">
            <a:solidFill>
              <a:srgbClr val="4F81BD"/>
            </a:solidFill>
            <a:prstDash val="solid"/>
            <a:round/>
            <a:headEnd len="med" w="med" type="none"/>
            <a:tailEnd len="lg" w="lg" type="stealth"/>
          </a:ln>
        </p:spPr>
      </p:cxnSp>
      <p:sp>
        <p:nvSpPr>
          <p:cNvPr id="380" name="Shape 380"/>
          <p:cNvSpPr txBox="1"/>
          <p:nvPr/>
        </p:nvSpPr>
        <p:spPr>
          <a:xfrm>
            <a:off x="4229505" y="927620"/>
            <a:ext cx="747900" cy="3386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buSzPct val="25000"/>
              <a:buNone/>
            </a:pPr>
            <a:r>
              <a:rPr b="0" i="0" lang="en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Enable</a:t>
            </a:r>
          </a:p>
        </p:txBody>
      </p:sp>
      <p:sp>
        <p:nvSpPr>
          <p:cNvPr id="381" name="Shape 381"/>
          <p:cNvSpPr txBox="1"/>
          <p:nvPr/>
        </p:nvSpPr>
        <p:spPr>
          <a:xfrm>
            <a:off x="4381905" y="3246163"/>
            <a:ext cx="705900" cy="3386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buSzPct val="25000"/>
              <a:buNone/>
            </a:pPr>
            <a:r>
              <a:rPr b="0" i="0" lang="en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Enrich</a:t>
            </a:r>
          </a:p>
        </p:txBody>
      </p:sp>
      <p:sp>
        <p:nvSpPr>
          <p:cNvPr id="382" name="Shape 382"/>
          <p:cNvSpPr txBox="1"/>
          <p:nvPr/>
        </p:nvSpPr>
        <p:spPr>
          <a:xfrm>
            <a:off x="1716325" y="3316512"/>
            <a:ext cx="1723500" cy="400199"/>
          </a:xfrm>
          <a:prstGeom prst="rect">
            <a:avLst/>
          </a:prstGeom>
          <a:noFill/>
          <a:ln cap="flat" cmpd="sng" w="9525">
            <a:solidFill>
              <a:srgbClr val="FF3337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buSzPct val="25000"/>
              <a:buNone/>
            </a:pPr>
            <a:r>
              <a:rPr b="0" i="0" lang="en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SDN OS: ONOS</a:t>
            </a:r>
          </a:p>
        </p:txBody>
      </p:sp>
      <p:sp>
        <p:nvSpPr>
          <p:cNvPr id="383" name="Shape 383"/>
          <p:cNvSpPr txBox="1"/>
          <p:nvPr/>
        </p:nvSpPr>
        <p:spPr>
          <a:xfrm>
            <a:off x="5893403" y="3258790"/>
            <a:ext cx="788400" cy="400199"/>
          </a:xfrm>
          <a:prstGeom prst="rect">
            <a:avLst/>
          </a:prstGeom>
          <a:noFill/>
          <a:ln cap="flat" cmpd="sng" w="9525">
            <a:solidFill>
              <a:srgbClr val="FF3539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buSzPct val="25000"/>
              <a:buNone/>
            </a:pPr>
            <a:r>
              <a:rPr b="0" i="0" lang="en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CORD</a:t>
            </a:r>
          </a:p>
        </p:txBody>
      </p:sp>
      <p:sp>
        <p:nvSpPr>
          <p:cNvPr id="384" name="Shape 384"/>
          <p:cNvSpPr txBox="1"/>
          <p:nvPr/>
        </p:nvSpPr>
        <p:spPr>
          <a:xfrm>
            <a:off x="6905736" y="3708398"/>
            <a:ext cx="2238300" cy="14771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buSzPct val="25000"/>
              <a:buNone/>
            </a:pPr>
            <a:r>
              <a:rPr b="0" i="0" lang="en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Packet-Optical</a:t>
            </a:r>
          </a:p>
          <a:p>
            <a:pPr indent="0" lvl="0" marL="0" marR="0" rtl="0" algn="l">
              <a:spcBef>
                <a:spcPts val="0"/>
              </a:spcBef>
              <a:buSzPct val="25000"/>
              <a:buNone/>
            </a:pPr>
            <a:r>
              <a:rPr b="0" i="0" lang="en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SDN-IP Peering</a:t>
            </a:r>
          </a:p>
          <a:p>
            <a:pPr indent="0" lvl="0" marL="0" marR="0" rtl="0" algn="l">
              <a:spcBef>
                <a:spcPts val="0"/>
              </a:spcBef>
              <a:buSzPct val="25000"/>
              <a:buNone/>
            </a:pPr>
            <a:r>
              <a:rPr b="0" i="0" lang="en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Anchor Stack</a:t>
            </a:r>
          </a:p>
          <a:p>
            <a:pPr indent="0" lvl="0" marL="0" marR="0" rtl="0" algn="l">
              <a:spcBef>
                <a:spcPts val="0"/>
              </a:spcBef>
              <a:buSzPct val="25000"/>
              <a:buNone/>
            </a:pPr>
            <a:r>
              <a:rPr b="0" i="0" lang="en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Multicast content dist</a:t>
            </a:r>
          </a:p>
          <a:p>
            <a:pPr indent="0" lvl="0" marL="0" marR="0" rtl="0" algn="l">
              <a:spcBef>
                <a:spcPts val="0"/>
              </a:spcBef>
              <a:buSzPct val="25000"/>
              <a:buNone/>
            </a:pPr>
            <a:r>
              <a:rPr b="0" i="0" lang="en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…</a:t>
            </a:r>
          </a:p>
        </p:txBody>
      </p:sp>
      <p:sp>
        <p:nvSpPr>
          <p:cNvPr id="385" name="Shape 385"/>
          <p:cNvSpPr txBox="1"/>
          <p:nvPr/>
        </p:nvSpPr>
        <p:spPr>
          <a:xfrm>
            <a:off x="5801835" y="3708398"/>
            <a:ext cx="995999" cy="9233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buSzPct val="25000"/>
              <a:buNone/>
            </a:pPr>
            <a:r>
              <a:rPr b="0" i="0" lang="en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R-CORD</a:t>
            </a:r>
          </a:p>
          <a:p>
            <a:pPr indent="0" lvl="0" marL="0" marR="0" rtl="0" algn="l">
              <a:spcBef>
                <a:spcPts val="0"/>
              </a:spcBef>
              <a:buSzPct val="25000"/>
              <a:buNone/>
            </a:pPr>
            <a:r>
              <a:rPr b="0" i="0" lang="en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E-CORD</a:t>
            </a:r>
          </a:p>
          <a:p>
            <a:pPr indent="0" lvl="0" marL="0" marR="0" rtl="0" algn="l">
              <a:spcBef>
                <a:spcPts val="0"/>
              </a:spcBef>
              <a:buSzPct val="25000"/>
              <a:buNone/>
            </a:pPr>
            <a:r>
              <a:rPr b="0" i="0" lang="en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M-CORD</a:t>
            </a:r>
          </a:p>
        </p:txBody>
      </p:sp>
    </p:spTree>
  </p:cSld>
  <p:clrMapOvr>
    <a:masterClrMapping/>
  </p:clrMapOvr>
  <p:transition spd="slow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Shape 390"/>
          <p:cNvSpPr txBox="1"/>
          <p:nvPr>
            <p:ph type="title"/>
          </p:nvPr>
        </p:nvSpPr>
        <p:spPr>
          <a:xfrm>
            <a:off x="103773" y="61141"/>
            <a:ext cx="8620304" cy="85725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Clr>
                <a:srgbClr val="C0504D"/>
              </a:buClr>
              <a:buSzPct val="25000"/>
              <a:buFont typeface="Calibri"/>
              <a:buNone/>
            </a:pPr>
            <a:r>
              <a:rPr b="0" i="0" lang="en" sz="3240" u="none" cap="none" strike="noStrike">
                <a:solidFill>
                  <a:srgbClr val="C0504D"/>
                </a:solidFill>
                <a:latin typeface="Calibri"/>
                <a:ea typeface="Calibri"/>
                <a:cs typeface="Calibri"/>
                <a:sym typeface="Calibri"/>
              </a:rPr>
              <a:t>CORD: Central Office Re-architected as Datacenter</a:t>
            </a:r>
          </a:p>
        </p:txBody>
      </p:sp>
      <p:sp>
        <p:nvSpPr>
          <p:cNvPr id="391" name="Shape 391"/>
          <p:cNvSpPr/>
          <p:nvPr/>
        </p:nvSpPr>
        <p:spPr>
          <a:xfrm>
            <a:off x="4688450" y="1129137"/>
            <a:ext cx="1477452" cy="508179"/>
          </a:xfrm>
          <a:prstGeom prst="rect">
            <a:avLst/>
          </a:prstGeom>
          <a:solidFill>
            <a:srgbClr val="AD0004"/>
          </a:solidFill>
          <a:ln>
            <a:noFill/>
          </a:ln>
        </p:spPr>
        <p:txBody>
          <a:bodyPr anchorCtr="0" anchor="ctr" bIns="45675" lIns="91375" rIns="91375" tIns="45675">
            <a:noAutofit/>
          </a:bodyPr>
          <a:lstStyle/>
          <a:p>
            <a:pPr indent="0" lvl="0" marL="0" marR="0" rtl="0" algn="ctr">
              <a:spcBef>
                <a:spcPts val="0"/>
              </a:spcBef>
              <a:buSzPct val="25000"/>
              <a:buNone/>
            </a:pPr>
            <a:r>
              <a:rPr b="0" i="0" lang="en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SDN Control Plane - ONOS</a:t>
            </a:r>
          </a:p>
        </p:txBody>
      </p:sp>
      <p:pic>
        <p:nvPicPr>
          <p:cNvPr id="392" name="Shape 39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2785" y="1339703"/>
            <a:ext cx="1371891" cy="891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93" name="Shape 39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2789" y="2451455"/>
            <a:ext cx="1390059" cy="922152"/>
          </a:xfrm>
          <a:prstGeom prst="rect">
            <a:avLst/>
          </a:prstGeom>
          <a:noFill/>
          <a:ln>
            <a:noFill/>
          </a:ln>
        </p:spPr>
      </p:pic>
      <p:pic>
        <p:nvPicPr>
          <p:cNvPr id="394" name="Shape 39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1816" y="3599857"/>
            <a:ext cx="1371891" cy="829605"/>
          </a:xfrm>
          <a:prstGeom prst="rect">
            <a:avLst/>
          </a:prstGeom>
          <a:noFill/>
          <a:ln>
            <a:noFill/>
          </a:ln>
        </p:spPr>
      </p:pic>
      <p:sp>
        <p:nvSpPr>
          <p:cNvPr id="395" name="Shape 395"/>
          <p:cNvSpPr/>
          <p:nvPr/>
        </p:nvSpPr>
        <p:spPr>
          <a:xfrm>
            <a:off x="2782077" y="2695591"/>
            <a:ext cx="804069" cy="389956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376092"/>
          </a:solidFill>
          <a:ln>
            <a:noFill/>
          </a:ln>
        </p:spPr>
        <p:txBody>
          <a:bodyPr anchorCtr="0" anchor="ctr" bIns="45675" lIns="91375" rIns="91375" tIns="45675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b="0" i="0" sz="12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Shape 396"/>
          <p:cNvSpPr/>
          <p:nvPr/>
        </p:nvSpPr>
        <p:spPr>
          <a:xfrm>
            <a:off x="6376230" y="1129079"/>
            <a:ext cx="1395148" cy="508179"/>
          </a:xfrm>
          <a:prstGeom prst="rect">
            <a:avLst/>
          </a:prstGeom>
          <a:solidFill>
            <a:srgbClr val="376092"/>
          </a:solidFill>
          <a:ln>
            <a:noFill/>
          </a:ln>
        </p:spPr>
        <p:txBody>
          <a:bodyPr anchorCtr="0" anchor="ctr" bIns="45675" lIns="91375" rIns="91375" tIns="45675">
            <a:noAutofit/>
          </a:bodyPr>
          <a:lstStyle/>
          <a:p>
            <a:pPr indent="0" lvl="0" marL="0" marR="0" rtl="0" algn="ctr">
              <a:spcBef>
                <a:spcPts val="0"/>
              </a:spcBef>
              <a:buSzPct val="25000"/>
              <a:buNone/>
            </a:pPr>
            <a:r>
              <a:rPr b="0" i="0" lang="en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NFV Orchestration w/XOS</a:t>
            </a:r>
          </a:p>
        </p:txBody>
      </p:sp>
      <p:sp>
        <p:nvSpPr>
          <p:cNvPr id="397" name="Shape 397"/>
          <p:cNvSpPr txBox="1"/>
          <p:nvPr/>
        </p:nvSpPr>
        <p:spPr>
          <a:xfrm>
            <a:off x="652787" y="2202196"/>
            <a:ext cx="1739224" cy="24622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buSzPct val="25000"/>
              <a:buNone/>
            </a:pPr>
            <a:r>
              <a:rPr b="1" i="0" lang="en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Large number of COs</a:t>
            </a:r>
          </a:p>
        </p:txBody>
      </p:sp>
      <p:sp>
        <p:nvSpPr>
          <p:cNvPr id="398" name="Shape 398"/>
          <p:cNvSpPr txBox="1"/>
          <p:nvPr/>
        </p:nvSpPr>
        <p:spPr>
          <a:xfrm>
            <a:off x="601816" y="3364962"/>
            <a:ext cx="1790193" cy="24622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buSzPct val="25000"/>
              <a:buNone/>
            </a:pPr>
            <a:r>
              <a:rPr b="1" i="0" lang="en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Evolved over 40-50 years</a:t>
            </a:r>
          </a:p>
        </p:txBody>
      </p:sp>
      <p:sp>
        <p:nvSpPr>
          <p:cNvPr id="399" name="Shape 399"/>
          <p:cNvSpPr txBox="1"/>
          <p:nvPr/>
        </p:nvSpPr>
        <p:spPr>
          <a:xfrm>
            <a:off x="601816" y="4429462"/>
            <a:ext cx="1790193" cy="400109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buSzPct val="25000"/>
              <a:buNone/>
            </a:pPr>
            <a:r>
              <a:rPr b="1" i="0" lang="en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300+ Types of equipment</a:t>
            </a:r>
            <a:br>
              <a:rPr b="1" i="0" lang="en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Huge source of CAPEX/OPEX</a:t>
            </a:r>
          </a:p>
        </p:txBody>
      </p:sp>
      <p:grpSp>
        <p:nvGrpSpPr>
          <p:cNvPr id="400" name="Shape 400"/>
          <p:cNvGrpSpPr/>
          <p:nvPr/>
        </p:nvGrpSpPr>
        <p:grpSpPr>
          <a:xfrm>
            <a:off x="3777307" y="1820222"/>
            <a:ext cx="4985503" cy="1460905"/>
            <a:chOff x="3777307" y="1820222"/>
            <a:chExt cx="4985503" cy="1460905"/>
          </a:xfrm>
        </p:grpSpPr>
        <p:sp>
          <p:nvSpPr>
            <p:cNvPr id="401" name="Shape 401"/>
            <p:cNvSpPr/>
            <p:nvPr/>
          </p:nvSpPr>
          <p:spPr>
            <a:xfrm>
              <a:off x="4039028" y="2988947"/>
              <a:ext cx="619425" cy="186338"/>
            </a:xfrm>
            <a:prstGeom prst="roundRect">
              <a:avLst>
                <a:gd fmla="val 16667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rIns="91425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buSzPct val="25000"/>
                <a:buNone/>
              </a:pPr>
              <a:r>
                <a:rPr b="1" i="0" lang="en" sz="7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White Box</a:t>
              </a:r>
            </a:p>
          </p:txBody>
        </p:sp>
        <p:sp>
          <p:nvSpPr>
            <p:cNvPr id="402" name="Shape 402"/>
            <p:cNvSpPr/>
            <p:nvPr/>
          </p:nvSpPr>
          <p:spPr>
            <a:xfrm>
              <a:off x="4755571" y="2983732"/>
              <a:ext cx="619425" cy="186338"/>
            </a:xfrm>
            <a:prstGeom prst="roundRect">
              <a:avLst>
                <a:gd fmla="val 16667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rIns="91425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buSzPct val="25000"/>
                <a:buNone/>
              </a:pPr>
              <a:r>
                <a:rPr b="1" i="0" lang="en" sz="7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White Box</a:t>
              </a:r>
            </a:p>
          </p:txBody>
        </p:sp>
        <p:sp>
          <p:nvSpPr>
            <p:cNvPr id="403" name="Shape 403"/>
            <p:cNvSpPr/>
            <p:nvPr/>
          </p:nvSpPr>
          <p:spPr>
            <a:xfrm>
              <a:off x="5522435" y="2983732"/>
              <a:ext cx="619425" cy="186338"/>
            </a:xfrm>
            <a:prstGeom prst="roundRect">
              <a:avLst>
                <a:gd fmla="val 16667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rIns="91425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buSzPct val="25000"/>
                <a:buNone/>
              </a:pPr>
              <a:r>
                <a:rPr b="1" i="0" lang="en" sz="7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White Box</a:t>
              </a:r>
            </a:p>
          </p:txBody>
        </p:sp>
        <p:sp>
          <p:nvSpPr>
            <p:cNvPr id="404" name="Shape 404"/>
            <p:cNvSpPr/>
            <p:nvPr/>
          </p:nvSpPr>
          <p:spPr>
            <a:xfrm>
              <a:off x="7199345" y="2778760"/>
              <a:ext cx="619425" cy="186338"/>
            </a:xfrm>
            <a:prstGeom prst="roundRect">
              <a:avLst>
                <a:gd fmla="val 16667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rIns="91425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buSzPct val="25000"/>
                <a:buNone/>
              </a:pPr>
              <a:r>
                <a:rPr b="1" i="0" lang="en" sz="7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White Box</a:t>
              </a:r>
            </a:p>
          </p:txBody>
        </p:sp>
        <p:sp>
          <p:nvSpPr>
            <p:cNvPr id="405" name="Shape 405"/>
            <p:cNvSpPr/>
            <p:nvPr/>
          </p:nvSpPr>
          <p:spPr>
            <a:xfrm>
              <a:off x="7199346" y="2997150"/>
              <a:ext cx="619425" cy="186338"/>
            </a:xfrm>
            <a:prstGeom prst="roundRect">
              <a:avLst>
                <a:gd fmla="val 16667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rIns="91425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buSzPct val="25000"/>
                <a:buNone/>
              </a:pPr>
              <a:r>
                <a:rPr b="1" i="0" lang="en" sz="7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White Box</a:t>
              </a:r>
            </a:p>
          </p:txBody>
        </p:sp>
        <p:sp>
          <p:nvSpPr>
            <p:cNvPr id="406" name="Shape 406"/>
            <p:cNvSpPr/>
            <p:nvPr/>
          </p:nvSpPr>
          <p:spPr>
            <a:xfrm>
              <a:off x="7964053" y="2997150"/>
              <a:ext cx="619425" cy="186338"/>
            </a:xfrm>
            <a:prstGeom prst="roundRect">
              <a:avLst>
                <a:gd fmla="val 16667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rIns="91425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buSzPct val="25000"/>
                <a:buNone/>
              </a:pPr>
              <a:r>
                <a:rPr b="1" i="0" lang="en" sz="7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White Box</a:t>
              </a:r>
            </a:p>
          </p:txBody>
        </p:sp>
        <p:sp>
          <p:nvSpPr>
            <p:cNvPr id="407" name="Shape 407"/>
            <p:cNvSpPr/>
            <p:nvPr/>
          </p:nvSpPr>
          <p:spPr>
            <a:xfrm>
              <a:off x="4708180" y="1900728"/>
              <a:ext cx="619425" cy="186338"/>
            </a:xfrm>
            <a:prstGeom prst="roundRect">
              <a:avLst>
                <a:gd fmla="val 16667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rIns="91425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buSzPct val="25000"/>
                <a:buNone/>
              </a:pPr>
              <a:r>
                <a:rPr b="1" i="0" lang="en" sz="7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White Box</a:t>
              </a:r>
            </a:p>
          </p:txBody>
        </p:sp>
        <p:sp>
          <p:nvSpPr>
            <p:cNvPr id="408" name="Shape 408"/>
            <p:cNvSpPr/>
            <p:nvPr/>
          </p:nvSpPr>
          <p:spPr>
            <a:xfrm>
              <a:off x="5676137" y="1900728"/>
              <a:ext cx="619425" cy="186338"/>
            </a:xfrm>
            <a:prstGeom prst="roundRect">
              <a:avLst>
                <a:gd fmla="val 16667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rIns="91425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buSzPct val="25000"/>
                <a:buNone/>
              </a:pPr>
              <a:r>
                <a:rPr b="1" i="0" lang="en" sz="7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White Box</a:t>
              </a:r>
            </a:p>
          </p:txBody>
        </p:sp>
        <p:sp>
          <p:nvSpPr>
            <p:cNvPr id="409" name="Shape 409"/>
            <p:cNvSpPr/>
            <p:nvPr/>
          </p:nvSpPr>
          <p:spPr>
            <a:xfrm>
              <a:off x="6532528" y="1897750"/>
              <a:ext cx="619425" cy="186338"/>
            </a:xfrm>
            <a:prstGeom prst="roundRect">
              <a:avLst>
                <a:gd fmla="val 16667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rIns="91425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buSzPct val="25000"/>
                <a:buNone/>
              </a:pPr>
              <a:r>
                <a:rPr b="1" i="0" lang="en" sz="7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White Box</a:t>
              </a:r>
            </a:p>
          </p:txBody>
        </p:sp>
        <p:sp>
          <p:nvSpPr>
            <p:cNvPr id="410" name="Shape 410"/>
            <p:cNvSpPr/>
            <p:nvPr/>
          </p:nvSpPr>
          <p:spPr>
            <a:xfrm>
              <a:off x="7461667" y="1900728"/>
              <a:ext cx="619425" cy="186338"/>
            </a:xfrm>
            <a:prstGeom prst="roundRect">
              <a:avLst>
                <a:gd fmla="val 16667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rIns="91425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buSzPct val="25000"/>
                <a:buNone/>
              </a:pPr>
              <a:r>
                <a:rPr b="1" i="0" lang="en" sz="7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White Box</a:t>
              </a:r>
            </a:p>
          </p:txBody>
        </p:sp>
        <p:cxnSp>
          <p:nvCxnSpPr>
            <p:cNvPr id="411" name="Shape 411"/>
            <p:cNvCxnSpPr>
              <a:stCxn id="412" idx="0"/>
              <a:endCxn id="407" idx="2"/>
            </p:cNvCxnSpPr>
            <p:nvPr/>
          </p:nvCxnSpPr>
          <p:spPr>
            <a:xfrm flipH="1" rot="10800000">
              <a:off x="4348739" y="2087157"/>
              <a:ext cx="669300" cy="683400"/>
            </a:xfrm>
            <a:prstGeom prst="straightConnector1">
              <a:avLst/>
            </a:prstGeom>
            <a:noFill/>
            <a:ln cap="flat" cmpd="sng" w="25400">
              <a:solidFill>
                <a:srgbClr val="FFFFFF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13" name="Shape 413"/>
            <p:cNvCxnSpPr>
              <a:stCxn id="401" idx="0"/>
              <a:endCxn id="407" idx="2"/>
            </p:cNvCxnSpPr>
            <p:nvPr/>
          </p:nvCxnSpPr>
          <p:spPr>
            <a:xfrm flipH="1" rot="10800000">
              <a:off x="4348741" y="2087147"/>
              <a:ext cx="669300" cy="901800"/>
            </a:xfrm>
            <a:prstGeom prst="straightConnector1">
              <a:avLst/>
            </a:prstGeom>
            <a:noFill/>
            <a:ln cap="flat" cmpd="sng" w="25400">
              <a:solidFill>
                <a:srgbClr val="FFFFFF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14" name="Shape 414"/>
            <p:cNvCxnSpPr>
              <a:stCxn id="415" idx="0"/>
              <a:endCxn id="407" idx="2"/>
            </p:cNvCxnSpPr>
            <p:nvPr/>
          </p:nvCxnSpPr>
          <p:spPr>
            <a:xfrm rot="10800000">
              <a:off x="5017884" y="2087041"/>
              <a:ext cx="47400" cy="678300"/>
            </a:xfrm>
            <a:prstGeom prst="straightConnector1">
              <a:avLst/>
            </a:prstGeom>
            <a:noFill/>
            <a:ln cap="flat" cmpd="sng" w="25400">
              <a:solidFill>
                <a:srgbClr val="4F81BD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16" name="Shape 416"/>
            <p:cNvCxnSpPr>
              <a:stCxn id="402" idx="0"/>
              <a:endCxn id="407" idx="2"/>
            </p:cNvCxnSpPr>
            <p:nvPr/>
          </p:nvCxnSpPr>
          <p:spPr>
            <a:xfrm rot="10800000">
              <a:off x="5017884" y="2087032"/>
              <a:ext cx="47400" cy="896700"/>
            </a:xfrm>
            <a:prstGeom prst="straightConnector1">
              <a:avLst/>
            </a:prstGeom>
            <a:noFill/>
            <a:ln cap="flat" cmpd="sng" w="25400">
              <a:solidFill>
                <a:srgbClr val="FFFFFF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17" name="Shape 417"/>
            <p:cNvCxnSpPr>
              <a:stCxn id="418" idx="0"/>
              <a:endCxn id="407" idx="2"/>
            </p:cNvCxnSpPr>
            <p:nvPr/>
          </p:nvCxnSpPr>
          <p:spPr>
            <a:xfrm rot="10800000">
              <a:off x="5017948" y="2087041"/>
              <a:ext cx="814200" cy="678300"/>
            </a:xfrm>
            <a:prstGeom prst="straightConnector1">
              <a:avLst/>
            </a:prstGeom>
            <a:noFill/>
            <a:ln cap="flat" cmpd="sng" w="25400">
              <a:solidFill>
                <a:srgbClr val="FFFFFF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19" name="Shape 419"/>
            <p:cNvCxnSpPr>
              <a:stCxn id="403" idx="0"/>
              <a:endCxn id="407" idx="2"/>
            </p:cNvCxnSpPr>
            <p:nvPr/>
          </p:nvCxnSpPr>
          <p:spPr>
            <a:xfrm rot="10800000">
              <a:off x="5017948" y="2087032"/>
              <a:ext cx="814200" cy="896700"/>
            </a:xfrm>
            <a:prstGeom prst="straightConnector1">
              <a:avLst/>
            </a:prstGeom>
            <a:noFill/>
            <a:ln cap="flat" cmpd="sng" w="25400">
              <a:solidFill>
                <a:srgbClr val="FFFFFF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20" name="Shape 420"/>
            <p:cNvCxnSpPr>
              <a:endCxn id="407" idx="2"/>
            </p:cNvCxnSpPr>
            <p:nvPr/>
          </p:nvCxnSpPr>
          <p:spPr>
            <a:xfrm rot="10800000">
              <a:off x="5017893" y="2087067"/>
              <a:ext cx="1713900" cy="684900"/>
            </a:xfrm>
            <a:prstGeom prst="straightConnector1">
              <a:avLst/>
            </a:prstGeom>
            <a:noFill/>
            <a:ln cap="flat" cmpd="sng" w="25400">
              <a:solidFill>
                <a:srgbClr val="FFFFFF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21" name="Shape 421"/>
            <p:cNvCxnSpPr>
              <a:stCxn id="404" idx="0"/>
              <a:endCxn id="407" idx="2"/>
            </p:cNvCxnSpPr>
            <p:nvPr/>
          </p:nvCxnSpPr>
          <p:spPr>
            <a:xfrm rot="10800000">
              <a:off x="5017858" y="2086960"/>
              <a:ext cx="2491200" cy="691800"/>
            </a:xfrm>
            <a:prstGeom prst="straightConnector1">
              <a:avLst/>
            </a:prstGeom>
            <a:noFill/>
            <a:ln cap="flat" cmpd="sng" w="25400">
              <a:solidFill>
                <a:srgbClr val="FFFFFF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22" name="Shape 422"/>
            <p:cNvCxnSpPr>
              <a:stCxn id="423" idx="0"/>
              <a:endCxn id="407" idx="2"/>
            </p:cNvCxnSpPr>
            <p:nvPr/>
          </p:nvCxnSpPr>
          <p:spPr>
            <a:xfrm rot="10800000">
              <a:off x="5017866" y="2086960"/>
              <a:ext cx="3255900" cy="691800"/>
            </a:xfrm>
            <a:prstGeom prst="straightConnector1">
              <a:avLst/>
            </a:prstGeom>
            <a:noFill/>
            <a:ln cap="flat" cmpd="sng" w="25400">
              <a:solidFill>
                <a:srgbClr val="FFFFFF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412" name="Shape 412"/>
            <p:cNvSpPr/>
            <p:nvPr/>
          </p:nvSpPr>
          <p:spPr>
            <a:xfrm>
              <a:off x="4039026" y="2770557"/>
              <a:ext cx="619425" cy="186338"/>
            </a:xfrm>
            <a:prstGeom prst="roundRect">
              <a:avLst>
                <a:gd fmla="val 16667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rIns="91425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buSzPct val="25000"/>
                <a:buNone/>
              </a:pPr>
              <a:r>
                <a:rPr b="1" i="0" lang="en" sz="7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White Box</a:t>
              </a:r>
            </a:p>
          </p:txBody>
        </p:sp>
        <p:sp>
          <p:nvSpPr>
            <p:cNvPr id="415" name="Shape 415"/>
            <p:cNvSpPr/>
            <p:nvPr/>
          </p:nvSpPr>
          <p:spPr>
            <a:xfrm>
              <a:off x="4755571" y="2765341"/>
              <a:ext cx="619425" cy="186338"/>
            </a:xfrm>
            <a:prstGeom prst="roundRect">
              <a:avLst>
                <a:gd fmla="val 16667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rIns="91425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buSzPct val="25000"/>
                <a:buNone/>
              </a:pPr>
              <a:r>
                <a:rPr b="1" i="0" lang="en" sz="7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White Box</a:t>
              </a:r>
            </a:p>
          </p:txBody>
        </p:sp>
        <p:sp>
          <p:nvSpPr>
            <p:cNvPr id="418" name="Shape 418"/>
            <p:cNvSpPr/>
            <p:nvPr/>
          </p:nvSpPr>
          <p:spPr>
            <a:xfrm>
              <a:off x="5522435" y="2765341"/>
              <a:ext cx="619425" cy="186338"/>
            </a:xfrm>
            <a:prstGeom prst="roundRect">
              <a:avLst>
                <a:gd fmla="val 16667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rIns="91425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buSzPct val="25000"/>
                <a:buNone/>
              </a:pPr>
              <a:r>
                <a:rPr b="1" i="0" lang="en" sz="7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White Box</a:t>
              </a:r>
            </a:p>
          </p:txBody>
        </p:sp>
        <p:cxnSp>
          <p:nvCxnSpPr>
            <p:cNvPr id="424" name="Shape 424"/>
            <p:cNvCxnSpPr>
              <a:stCxn id="412" idx="0"/>
              <a:endCxn id="408" idx="2"/>
            </p:cNvCxnSpPr>
            <p:nvPr/>
          </p:nvCxnSpPr>
          <p:spPr>
            <a:xfrm flipH="1" rot="10800000">
              <a:off x="4348739" y="2087157"/>
              <a:ext cx="1637100" cy="683400"/>
            </a:xfrm>
            <a:prstGeom prst="straightConnector1">
              <a:avLst/>
            </a:prstGeom>
            <a:noFill/>
            <a:ln cap="flat" cmpd="sng" w="25400">
              <a:solidFill>
                <a:srgbClr val="FFFFFF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25" name="Shape 425"/>
            <p:cNvCxnSpPr>
              <a:stCxn id="423" idx="2"/>
              <a:endCxn id="408" idx="2"/>
            </p:cNvCxnSpPr>
            <p:nvPr/>
          </p:nvCxnSpPr>
          <p:spPr>
            <a:xfrm rot="10800000">
              <a:off x="5985966" y="2086999"/>
              <a:ext cx="2287800" cy="878100"/>
            </a:xfrm>
            <a:prstGeom prst="straightConnector1">
              <a:avLst/>
            </a:prstGeom>
            <a:noFill/>
            <a:ln cap="flat" cmpd="sng" w="25400">
              <a:solidFill>
                <a:srgbClr val="FFFFFF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26" name="Shape 426"/>
            <p:cNvCxnSpPr>
              <a:stCxn id="415" idx="0"/>
              <a:endCxn id="408" idx="2"/>
            </p:cNvCxnSpPr>
            <p:nvPr/>
          </p:nvCxnSpPr>
          <p:spPr>
            <a:xfrm flipH="1" rot="10800000">
              <a:off x="5065284" y="2087041"/>
              <a:ext cx="920700" cy="678300"/>
            </a:xfrm>
            <a:prstGeom prst="straightConnector1">
              <a:avLst/>
            </a:prstGeom>
            <a:noFill/>
            <a:ln cap="flat" cmpd="sng" w="25400">
              <a:solidFill>
                <a:srgbClr val="FFFFFF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27" name="Shape 427"/>
            <p:cNvCxnSpPr>
              <a:stCxn id="418" idx="0"/>
              <a:endCxn id="408" idx="2"/>
            </p:cNvCxnSpPr>
            <p:nvPr/>
          </p:nvCxnSpPr>
          <p:spPr>
            <a:xfrm flipH="1" rot="10800000">
              <a:off x="5832148" y="2087041"/>
              <a:ext cx="153600" cy="678300"/>
            </a:xfrm>
            <a:prstGeom prst="straightConnector1">
              <a:avLst/>
            </a:prstGeom>
            <a:noFill/>
            <a:ln cap="flat" cmpd="sng" w="25400">
              <a:solidFill>
                <a:srgbClr val="FFFFFF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28" name="Shape 428"/>
            <p:cNvCxnSpPr>
              <a:endCxn id="408" idx="2"/>
            </p:cNvCxnSpPr>
            <p:nvPr/>
          </p:nvCxnSpPr>
          <p:spPr>
            <a:xfrm rot="10800000">
              <a:off x="5985850" y="2087067"/>
              <a:ext cx="745800" cy="684900"/>
            </a:xfrm>
            <a:prstGeom prst="straightConnector1">
              <a:avLst/>
            </a:prstGeom>
            <a:noFill/>
            <a:ln cap="flat" cmpd="sng" w="25400">
              <a:solidFill>
                <a:srgbClr val="FFFFFF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29" name="Shape 429"/>
            <p:cNvCxnSpPr>
              <a:stCxn id="404" idx="0"/>
              <a:endCxn id="408" idx="2"/>
            </p:cNvCxnSpPr>
            <p:nvPr/>
          </p:nvCxnSpPr>
          <p:spPr>
            <a:xfrm rot="10800000">
              <a:off x="5985958" y="2086960"/>
              <a:ext cx="1523100" cy="691800"/>
            </a:xfrm>
            <a:prstGeom prst="straightConnector1">
              <a:avLst/>
            </a:prstGeom>
            <a:noFill/>
            <a:ln cap="flat" cmpd="sng" w="25400">
              <a:solidFill>
                <a:srgbClr val="FFFFFF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30" name="Shape 430"/>
            <p:cNvCxnSpPr>
              <a:stCxn id="423" idx="0"/>
              <a:endCxn id="408" idx="2"/>
            </p:cNvCxnSpPr>
            <p:nvPr/>
          </p:nvCxnSpPr>
          <p:spPr>
            <a:xfrm rot="10800000">
              <a:off x="5985966" y="2086960"/>
              <a:ext cx="2287800" cy="691800"/>
            </a:xfrm>
            <a:prstGeom prst="straightConnector1">
              <a:avLst/>
            </a:prstGeom>
            <a:noFill/>
            <a:ln cap="flat" cmpd="sng" w="25400">
              <a:solidFill>
                <a:srgbClr val="FFFFFF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423" name="Shape 423"/>
            <p:cNvSpPr/>
            <p:nvPr/>
          </p:nvSpPr>
          <p:spPr>
            <a:xfrm>
              <a:off x="7964053" y="2778760"/>
              <a:ext cx="619425" cy="186338"/>
            </a:xfrm>
            <a:prstGeom prst="roundRect">
              <a:avLst>
                <a:gd fmla="val 16667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rIns="91425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buSzPct val="25000"/>
                <a:buNone/>
              </a:pPr>
              <a:r>
                <a:rPr b="1" i="0" lang="en" sz="7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White Box</a:t>
              </a:r>
            </a:p>
          </p:txBody>
        </p:sp>
        <p:cxnSp>
          <p:nvCxnSpPr>
            <p:cNvPr id="431" name="Shape 431"/>
            <p:cNvCxnSpPr>
              <a:stCxn id="412" idx="0"/>
              <a:endCxn id="409" idx="2"/>
            </p:cNvCxnSpPr>
            <p:nvPr/>
          </p:nvCxnSpPr>
          <p:spPr>
            <a:xfrm flipH="1" rot="10800000">
              <a:off x="4348739" y="2084157"/>
              <a:ext cx="2493600" cy="686400"/>
            </a:xfrm>
            <a:prstGeom prst="straightConnector1">
              <a:avLst/>
            </a:prstGeom>
            <a:noFill/>
            <a:ln cap="flat" cmpd="sng" w="25400">
              <a:solidFill>
                <a:srgbClr val="FFFFFF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32" name="Shape 432"/>
            <p:cNvCxnSpPr>
              <a:stCxn id="412" idx="0"/>
              <a:endCxn id="410" idx="2"/>
            </p:cNvCxnSpPr>
            <p:nvPr/>
          </p:nvCxnSpPr>
          <p:spPr>
            <a:xfrm flipH="1" rot="10800000">
              <a:off x="4348739" y="2087157"/>
              <a:ext cx="3422700" cy="683400"/>
            </a:xfrm>
            <a:prstGeom prst="straightConnector1">
              <a:avLst/>
            </a:prstGeom>
            <a:noFill/>
            <a:ln cap="flat" cmpd="sng" w="25400">
              <a:solidFill>
                <a:srgbClr val="FFFFFF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33" name="Shape 433"/>
            <p:cNvCxnSpPr>
              <a:stCxn id="415" idx="0"/>
              <a:endCxn id="409" idx="2"/>
            </p:cNvCxnSpPr>
            <p:nvPr/>
          </p:nvCxnSpPr>
          <p:spPr>
            <a:xfrm flipH="1" rot="10800000">
              <a:off x="5065284" y="2084041"/>
              <a:ext cx="1776900" cy="681300"/>
            </a:xfrm>
            <a:prstGeom prst="straightConnector1">
              <a:avLst/>
            </a:prstGeom>
            <a:noFill/>
            <a:ln cap="flat" cmpd="sng" w="25400">
              <a:solidFill>
                <a:srgbClr val="FFFFFF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34" name="Shape 434"/>
            <p:cNvCxnSpPr>
              <a:stCxn id="415" idx="0"/>
              <a:endCxn id="410" idx="2"/>
            </p:cNvCxnSpPr>
            <p:nvPr/>
          </p:nvCxnSpPr>
          <p:spPr>
            <a:xfrm flipH="1" rot="10800000">
              <a:off x="5065284" y="2087041"/>
              <a:ext cx="2706000" cy="678300"/>
            </a:xfrm>
            <a:prstGeom prst="straightConnector1">
              <a:avLst/>
            </a:prstGeom>
            <a:noFill/>
            <a:ln cap="flat" cmpd="sng" w="25400">
              <a:solidFill>
                <a:srgbClr val="FFFFFF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35" name="Shape 435"/>
            <p:cNvCxnSpPr>
              <a:stCxn id="418" idx="0"/>
              <a:endCxn id="409" idx="2"/>
            </p:cNvCxnSpPr>
            <p:nvPr/>
          </p:nvCxnSpPr>
          <p:spPr>
            <a:xfrm flipH="1" rot="10800000">
              <a:off x="5832148" y="2084041"/>
              <a:ext cx="1010100" cy="681300"/>
            </a:xfrm>
            <a:prstGeom prst="straightConnector1">
              <a:avLst/>
            </a:prstGeom>
            <a:noFill/>
            <a:ln cap="flat" cmpd="sng" w="25400">
              <a:solidFill>
                <a:srgbClr val="FFFFFF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36" name="Shape 436"/>
            <p:cNvCxnSpPr>
              <a:stCxn id="418" idx="0"/>
              <a:endCxn id="410" idx="2"/>
            </p:cNvCxnSpPr>
            <p:nvPr/>
          </p:nvCxnSpPr>
          <p:spPr>
            <a:xfrm flipH="1" rot="10800000">
              <a:off x="5832148" y="2087041"/>
              <a:ext cx="1939200" cy="678300"/>
            </a:xfrm>
            <a:prstGeom prst="straightConnector1">
              <a:avLst/>
            </a:prstGeom>
            <a:noFill/>
            <a:ln cap="flat" cmpd="sng" w="25400">
              <a:solidFill>
                <a:srgbClr val="FFFFFF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37" name="Shape 437"/>
            <p:cNvCxnSpPr>
              <a:endCxn id="409" idx="2"/>
            </p:cNvCxnSpPr>
            <p:nvPr/>
          </p:nvCxnSpPr>
          <p:spPr>
            <a:xfrm flipH="1" rot="10800000">
              <a:off x="6731541" y="2084089"/>
              <a:ext cx="110700" cy="687900"/>
            </a:xfrm>
            <a:prstGeom prst="straightConnector1">
              <a:avLst/>
            </a:prstGeom>
            <a:noFill/>
            <a:ln cap="flat" cmpd="sng" w="25400">
              <a:solidFill>
                <a:srgbClr val="FFFFFF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38" name="Shape 438"/>
            <p:cNvCxnSpPr>
              <a:endCxn id="410" idx="2"/>
            </p:cNvCxnSpPr>
            <p:nvPr/>
          </p:nvCxnSpPr>
          <p:spPr>
            <a:xfrm flipH="1" rot="10800000">
              <a:off x="6731580" y="2087067"/>
              <a:ext cx="1039800" cy="684900"/>
            </a:xfrm>
            <a:prstGeom prst="straightConnector1">
              <a:avLst/>
            </a:prstGeom>
            <a:noFill/>
            <a:ln cap="flat" cmpd="sng" w="25400">
              <a:solidFill>
                <a:srgbClr val="FFFFFF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39" name="Shape 439"/>
            <p:cNvCxnSpPr>
              <a:stCxn id="404" idx="0"/>
              <a:endCxn id="409" idx="2"/>
            </p:cNvCxnSpPr>
            <p:nvPr/>
          </p:nvCxnSpPr>
          <p:spPr>
            <a:xfrm rot="10800000">
              <a:off x="6842158" y="2083960"/>
              <a:ext cx="666900" cy="694800"/>
            </a:xfrm>
            <a:prstGeom prst="straightConnector1">
              <a:avLst/>
            </a:prstGeom>
            <a:noFill/>
            <a:ln cap="flat" cmpd="sng" w="25400">
              <a:solidFill>
                <a:srgbClr val="FFFFFF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40" name="Shape 440"/>
            <p:cNvCxnSpPr>
              <a:stCxn id="423" idx="0"/>
              <a:endCxn id="409" idx="2"/>
            </p:cNvCxnSpPr>
            <p:nvPr/>
          </p:nvCxnSpPr>
          <p:spPr>
            <a:xfrm rot="10800000">
              <a:off x="6842166" y="2083960"/>
              <a:ext cx="1431600" cy="694800"/>
            </a:xfrm>
            <a:prstGeom prst="straightConnector1">
              <a:avLst/>
            </a:prstGeom>
            <a:noFill/>
            <a:ln cap="flat" cmpd="sng" w="25400">
              <a:solidFill>
                <a:srgbClr val="FFFFFF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41" name="Shape 441"/>
            <p:cNvCxnSpPr>
              <a:stCxn id="410" idx="2"/>
              <a:endCxn id="404" idx="0"/>
            </p:cNvCxnSpPr>
            <p:nvPr/>
          </p:nvCxnSpPr>
          <p:spPr>
            <a:xfrm flipH="1">
              <a:off x="7509180" y="2087067"/>
              <a:ext cx="262200" cy="691800"/>
            </a:xfrm>
            <a:prstGeom prst="straightConnector1">
              <a:avLst/>
            </a:prstGeom>
            <a:noFill/>
            <a:ln cap="flat" cmpd="sng" w="25400">
              <a:solidFill>
                <a:srgbClr val="FFFFFF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42" name="Shape 442"/>
            <p:cNvCxnSpPr>
              <a:stCxn id="410" idx="2"/>
              <a:endCxn id="423" idx="0"/>
            </p:cNvCxnSpPr>
            <p:nvPr/>
          </p:nvCxnSpPr>
          <p:spPr>
            <a:xfrm>
              <a:off x="7771380" y="2087067"/>
              <a:ext cx="502500" cy="691800"/>
            </a:xfrm>
            <a:prstGeom prst="straightConnector1">
              <a:avLst/>
            </a:prstGeom>
            <a:noFill/>
            <a:ln cap="flat" cmpd="sng" w="25400">
              <a:solidFill>
                <a:srgbClr val="FFFFFF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443" name="Shape 443"/>
            <p:cNvSpPr/>
            <p:nvPr/>
          </p:nvSpPr>
          <p:spPr>
            <a:xfrm>
              <a:off x="3869112" y="1820222"/>
              <a:ext cx="4893697" cy="1460905"/>
            </a:xfrm>
            <a:prstGeom prst="roundRect">
              <a:avLst>
                <a:gd fmla="val 16667" name="adj"/>
              </a:avLst>
            </a:prstGeom>
            <a:noFill/>
            <a:ln cap="flat" cmpd="sng" w="38100">
              <a:solidFill>
                <a:schemeClr val="accent3"/>
              </a:solidFill>
              <a:prstDash val="dot"/>
              <a:round/>
              <a:headEnd len="med" w="med" type="none"/>
              <a:tailEnd len="med" w="med" type="none"/>
            </a:ln>
          </p:spPr>
          <p:txBody>
            <a:bodyPr anchorCtr="0" anchor="ctr" bIns="45700" lIns="91425" rIns="91425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4" name="Shape 444"/>
            <p:cNvSpPr txBox="1"/>
            <p:nvPr/>
          </p:nvSpPr>
          <p:spPr>
            <a:xfrm>
              <a:off x="3777307" y="2017211"/>
              <a:ext cx="1063796" cy="52321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rIns="91425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buSzPct val="25000"/>
                <a:buNone/>
              </a:pPr>
              <a:r>
                <a:rPr b="0" i="0" lang="en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Leaf-Spine </a:t>
              </a:r>
            </a:p>
            <a:p>
              <a:pPr indent="0" lvl="0" marL="0" marR="0" rtl="0" algn="ctr">
                <a:spcBef>
                  <a:spcPts val="0"/>
                </a:spcBef>
                <a:buSzPct val="25000"/>
                <a:buNone/>
              </a:pPr>
              <a:r>
                <a:rPr b="0" i="0" lang="en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Fabric</a:t>
              </a:r>
            </a:p>
          </p:txBody>
        </p:sp>
        <p:sp>
          <p:nvSpPr>
            <p:cNvPr id="445" name="Shape 445"/>
            <p:cNvSpPr/>
            <p:nvPr/>
          </p:nvSpPr>
          <p:spPr>
            <a:xfrm>
              <a:off x="6421944" y="3000982"/>
              <a:ext cx="619425" cy="186338"/>
            </a:xfrm>
            <a:prstGeom prst="roundRect">
              <a:avLst>
                <a:gd fmla="val 16667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rIns="91425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buSzPct val="25000"/>
                <a:buNone/>
              </a:pPr>
              <a:r>
                <a:rPr b="1" i="0" lang="en" sz="7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White Box</a:t>
              </a:r>
            </a:p>
          </p:txBody>
        </p:sp>
        <p:sp>
          <p:nvSpPr>
            <p:cNvPr id="446" name="Shape 446"/>
            <p:cNvSpPr/>
            <p:nvPr/>
          </p:nvSpPr>
          <p:spPr>
            <a:xfrm>
              <a:off x="6421944" y="2782591"/>
              <a:ext cx="619425" cy="186338"/>
            </a:xfrm>
            <a:prstGeom prst="roundRect">
              <a:avLst>
                <a:gd fmla="val 16667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rIns="91425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buSzPct val="25000"/>
                <a:buNone/>
              </a:pPr>
              <a:r>
                <a:rPr b="1" i="0" lang="en" sz="7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White Box</a:t>
              </a:r>
            </a:p>
          </p:txBody>
        </p:sp>
        <p:sp>
          <p:nvSpPr>
            <p:cNvPr id="447" name="Shape 447"/>
            <p:cNvSpPr txBox="1"/>
            <p:nvPr/>
          </p:nvSpPr>
          <p:spPr>
            <a:xfrm>
              <a:off x="5159241" y="2297567"/>
              <a:ext cx="1852827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rIns="91425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buSzPct val="25000"/>
                <a:buNone/>
              </a:pPr>
              <a:r>
                <a:rPr b="0" i="0" lang="en" sz="1400" u="none" cap="none" strike="noStrike">
                  <a:solidFill>
                    <a:srgbClr val="AD0004"/>
                  </a:solidFill>
                  <a:latin typeface="Calibri"/>
                  <a:ea typeface="Calibri"/>
                  <a:cs typeface="Calibri"/>
                  <a:sym typeface="Calibri"/>
                </a:rPr>
                <a:t>SDN enabled DC Fabric</a:t>
              </a:r>
            </a:p>
          </p:txBody>
        </p:sp>
      </p:grpSp>
      <p:grpSp>
        <p:nvGrpSpPr>
          <p:cNvPr id="448" name="Shape 448"/>
          <p:cNvGrpSpPr/>
          <p:nvPr/>
        </p:nvGrpSpPr>
        <p:grpSpPr>
          <a:xfrm>
            <a:off x="3869112" y="3364962"/>
            <a:ext cx="4964635" cy="1489211"/>
            <a:chOff x="3869112" y="3364962"/>
            <a:chExt cx="4964635" cy="1489211"/>
          </a:xfrm>
        </p:grpSpPr>
        <p:pic>
          <p:nvPicPr>
            <p:cNvPr id="449" name="Shape 449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7206807" y="3364962"/>
              <a:ext cx="619425" cy="122746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50" name="Shape 450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6429405" y="3364962"/>
              <a:ext cx="619425" cy="122746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51" name="Shape 451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5595051" y="3364962"/>
              <a:ext cx="619425" cy="122746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52" name="Shape 452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4763032" y="3364962"/>
              <a:ext cx="619425" cy="122746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3" name="Shape 453"/>
            <p:cNvSpPr/>
            <p:nvPr/>
          </p:nvSpPr>
          <p:spPr>
            <a:xfrm>
              <a:off x="3869112" y="3364962"/>
              <a:ext cx="4893697" cy="1460905"/>
            </a:xfrm>
            <a:prstGeom prst="roundRect">
              <a:avLst>
                <a:gd fmla="val 16667" name="adj"/>
              </a:avLst>
            </a:prstGeom>
            <a:noFill/>
            <a:ln cap="flat" cmpd="sng" w="38100">
              <a:solidFill>
                <a:schemeClr val="accent3"/>
              </a:solidFill>
              <a:prstDash val="dot"/>
              <a:round/>
              <a:headEnd len="med" w="med" type="none"/>
              <a:tailEnd len="med" w="med" type="none"/>
            </a:ln>
          </p:spPr>
          <p:txBody>
            <a:bodyPr anchorCtr="0" anchor="ctr" bIns="45700" lIns="91425" rIns="91425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4" name="Shape 454"/>
            <p:cNvSpPr txBox="1"/>
            <p:nvPr/>
          </p:nvSpPr>
          <p:spPr>
            <a:xfrm>
              <a:off x="4193212" y="4546396"/>
              <a:ext cx="4205649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rIns="91425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buSzPct val="25000"/>
                <a:buNone/>
              </a:pPr>
              <a:r>
                <a:rPr b="0" i="0" lang="en" sz="1400" u="none" cap="none" strike="noStrike">
                  <a:solidFill>
                    <a:srgbClr val="AD0004"/>
                  </a:solidFill>
                  <a:latin typeface="Arial"/>
                  <a:ea typeface="Arial"/>
                  <a:cs typeface="Arial"/>
                  <a:sym typeface="Arial"/>
                </a:rPr>
                <a:t>Commodity servers, switches, and network access</a:t>
              </a:r>
            </a:p>
          </p:txBody>
        </p:sp>
        <p:grpSp>
          <p:nvGrpSpPr>
            <p:cNvPr id="455" name="Shape 455"/>
            <p:cNvGrpSpPr/>
            <p:nvPr/>
          </p:nvGrpSpPr>
          <p:grpSpPr>
            <a:xfrm>
              <a:off x="3882874" y="3460375"/>
              <a:ext cx="671202" cy="1132052"/>
              <a:chOff x="1296949" y="4059583"/>
              <a:chExt cx="671202" cy="1132052"/>
            </a:xfrm>
          </p:grpSpPr>
          <p:sp>
            <p:nvSpPr>
              <p:cNvPr id="456" name="Shape 456"/>
              <p:cNvSpPr/>
              <p:nvPr/>
            </p:nvSpPr>
            <p:spPr>
              <a:xfrm>
                <a:off x="1478500" y="4059583"/>
                <a:ext cx="489652" cy="1132052"/>
              </a:xfrm>
              <a:prstGeom prst="rect">
                <a:avLst/>
              </a:prstGeom>
              <a:solidFill>
                <a:srgbClr val="999999"/>
              </a:solidFill>
              <a:ln cap="flat" cmpd="sng" w="254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  <p:txBody>
              <a:bodyPr anchorCtr="0" anchor="ctr" bIns="45675" lIns="91375" rIns="91375" tIns="456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buSzPct val="25000"/>
                  <a:buNone/>
                </a:pPr>
                <a:r>
                  <a:rPr b="0" i="0" lang="en" sz="9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Access</a:t>
                </a:r>
              </a:p>
            </p:txBody>
          </p:sp>
          <p:grpSp>
            <p:nvGrpSpPr>
              <p:cNvPr id="457" name="Shape 457"/>
              <p:cNvGrpSpPr/>
              <p:nvPr/>
            </p:nvGrpSpPr>
            <p:grpSpPr>
              <a:xfrm>
                <a:off x="1296949" y="4220798"/>
                <a:ext cx="177832" cy="757663"/>
                <a:chOff x="1069703" y="3423569"/>
                <a:chExt cx="177832" cy="681897"/>
              </a:xfrm>
            </p:grpSpPr>
            <p:cxnSp>
              <p:nvCxnSpPr>
                <p:cNvPr id="458" name="Shape 458"/>
                <p:cNvCxnSpPr/>
                <p:nvPr/>
              </p:nvCxnSpPr>
              <p:spPr>
                <a:xfrm rot="5400000">
                  <a:off x="1158938" y="3565370"/>
                  <a:ext cx="5007" cy="172187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459" name="Shape 459"/>
                <p:cNvCxnSpPr/>
                <p:nvPr/>
              </p:nvCxnSpPr>
              <p:spPr>
                <a:xfrm rot="5400000">
                  <a:off x="1158938" y="3641317"/>
                  <a:ext cx="5007" cy="172187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460" name="Shape 460"/>
                <p:cNvCxnSpPr/>
                <p:nvPr/>
              </p:nvCxnSpPr>
              <p:spPr>
                <a:xfrm rot="5400000">
                  <a:off x="1157197" y="3718929"/>
                  <a:ext cx="5007" cy="172187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461" name="Shape 461"/>
                <p:cNvCxnSpPr/>
                <p:nvPr/>
              </p:nvCxnSpPr>
              <p:spPr>
                <a:xfrm rot="5400000">
                  <a:off x="1158938" y="3793206"/>
                  <a:ext cx="5007" cy="172187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462" name="Shape 462"/>
                <p:cNvCxnSpPr/>
                <p:nvPr/>
              </p:nvCxnSpPr>
              <p:spPr>
                <a:xfrm rot="5400000">
                  <a:off x="1158068" y="3861640"/>
                  <a:ext cx="5007" cy="172187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FF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463" name="Shape 463"/>
                <p:cNvCxnSpPr/>
                <p:nvPr/>
              </p:nvCxnSpPr>
              <p:spPr>
                <a:xfrm rot="5400000">
                  <a:off x="1157197" y="3936751"/>
                  <a:ext cx="5007" cy="172187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chemeClr val="accent5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464" name="Shape 464"/>
                <p:cNvCxnSpPr/>
                <p:nvPr/>
              </p:nvCxnSpPr>
              <p:spPr>
                <a:xfrm rot="5400000">
                  <a:off x="1158068" y="4016868"/>
                  <a:ext cx="5007" cy="172187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chemeClr val="accent3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465" name="Shape 465"/>
                <p:cNvCxnSpPr/>
                <p:nvPr/>
              </p:nvCxnSpPr>
              <p:spPr>
                <a:xfrm rot="5400000">
                  <a:off x="1154164" y="3339979"/>
                  <a:ext cx="5007" cy="172187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FF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466" name="Shape 466"/>
                <p:cNvCxnSpPr/>
                <p:nvPr/>
              </p:nvCxnSpPr>
              <p:spPr>
                <a:xfrm rot="5400000">
                  <a:off x="1153293" y="3415090"/>
                  <a:ext cx="5007" cy="172187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chemeClr val="accent5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467" name="Shape 467"/>
                <p:cNvCxnSpPr/>
                <p:nvPr/>
              </p:nvCxnSpPr>
              <p:spPr>
                <a:xfrm rot="5400000">
                  <a:off x="1154164" y="3495208"/>
                  <a:ext cx="5007" cy="172187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chemeClr val="accent3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</p:grpSp>
        <p:grpSp>
          <p:nvGrpSpPr>
            <p:cNvPr id="468" name="Shape 468"/>
            <p:cNvGrpSpPr/>
            <p:nvPr/>
          </p:nvGrpSpPr>
          <p:grpSpPr>
            <a:xfrm>
              <a:off x="7901879" y="3473237"/>
              <a:ext cx="931869" cy="654231"/>
              <a:chOff x="7604610" y="3288405"/>
              <a:chExt cx="931869" cy="588808"/>
            </a:xfrm>
          </p:grpSpPr>
          <p:pic>
            <p:nvPicPr>
              <p:cNvPr id="469" name="Shape 469"/>
              <p:cNvPicPr preferRelativeResize="0"/>
              <p:nvPr/>
            </p:nvPicPr>
            <p:blipFill rotWithShape="1">
              <a:blip r:embed="rId7">
                <a:alphaModFix/>
              </a:blip>
              <a:srcRect b="0" l="0" r="0" t="0"/>
              <a:stretch/>
            </p:blipFill>
            <p:spPr>
              <a:xfrm>
                <a:off x="7604610" y="3288405"/>
                <a:ext cx="740847" cy="588808"/>
              </a:xfrm>
              <a:prstGeom prst="rect">
                <a:avLst/>
              </a:prstGeom>
              <a:noFill/>
              <a:ln>
                <a:noFill/>
              </a:ln>
            </p:spPr>
          </p:pic>
          <p:grpSp>
            <p:nvGrpSpPr>
              <p:cNvPr id="470" name="Shape 470"/>
              <p:cNvGrpSpPr/>
              <p:nvPr/>
            </p:nvGrpSpPr>
            <p:grpSpPr>
              <a:xfrm rot="5400000">
                <a:off x="8201201" y="3499877"/>
                <a:ext cx="414356" cy="256199"/>
                <a:chOff x="9332200" y="4662707"/>
                <a:chExt cx="980183" cy="359729"/>
              </a:xfrm>
            </p:grpSpPr>
            <p:cxnSp>
              <p:nvCxnSpPr>
                <p:cNvPr id="471" name="Shape 471"/>
                <p:cNvCxnSpPr/>
                <p:nvPr/>
              </p:nvCxnSpPr>
              <p:spPr>
                <a:xfrm>
                  <a:off x="9332200" y="4662707"/>
                  <a:ext cx="9960" cy="355819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472" name="Shape 472"/>
                <p:cNvCxnSpPr/>
                <p:nvPr/>
              </p:nvCxnSpPr>
              <p:spPr>
                <a:xfrm>
                  <a:off x="9495564" y="4662707"/>
                  <a:ext cx="9960" cy="355819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473" name="Shape 473"/>
                <p:cNvCxnSpPr/>
                <p:nvPr/>
              </p:nvCxnSpPr>
              <p:spPr>
                <a:xfrm>
                  <a:off x="9660918" y="4666617"/>
                  <a:ext cx="11953" cy="355819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474" name="Shape 474"/>
                <p:cNvCxnSpPr/>
                <p:nvPr/>
              </p:nvCxnSpPr>
              <p:spPr>
                <a:xfrm>
                  <a:off x="9822292" y="4662707"/>
                  <a:ext cx="9960" cy="355819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475" name="Shape 475"/>
                <p:cNvCxnSpPr/>
                <p:nvPr/>
              </p:nvCxnSpPr>
              <p:spPr>
                <a:xfrm>
                  <a:off x="9967725" y="4664664"/>
                  <a:ext cx="11953" cy="355819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FF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476" name="Shape 476"/>
                <p:cNvCxnSpPr/>
                <p:nvPr/>
              </p:nvCxnSpPr>
              <p:spPr>
                <a:xfrm>
                  <a:off x="10129096" y="4666617"/>
                  <a:ext cx="11953" cy="355819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chemeClr val="accent5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477" name="Shape 477"/>
                <p:cNvCxnSpPr/>
                <p:nvPr/>
              </p:nvCxnSpPr>
              <p:spPr>
                <a:xfrm>
                  <a:off x="10302421" y="4664662"/>
                  <a:ext cx="9962" cy="355819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chemeClr val="accent3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</p:grpSp>
      </p:grpSp>
      <p:sp>
        <p:nvSpPr>
          <p:cNvPr id="478" name="Shape 478"/>
          <p:cNvSpPr txBox="1"/>
          <p:nvPr/>
        </p:nvSpPr>
        <p:spPr>
          <a:xfrm rot="5400000">
            <a:off x="8319335" y="3666270"/>
            <a:ext cx="1341491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SzPct val="25000"/>
              <a:buNone/>
            </a:pPr>
            <a:r>
              <a:rPr b="0" i="0" lang="en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(Core)</a:t>
            </a:r>
          </a:p>
        </p:txBody>
      </p:sp>
    </p:spTree>
  </p:cSld>
  <p:clrMapOvr>
    <a:masterClrMapping/>
  </p:clrMapOvr>
  <p:transition spd="slow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3" name="Shape 483"/>
          <p:cNvGrpSpPr/>
          <p:nvPr/>
        </p:nvGrpSpPr>
        <p:grpSpPr>
          <a:xfrm>
            <a:off x="7072903" y="3242134"/>
            <a:ext cx="931869" cy="588808"/>
            <a:chOff x="7604610" y="3288405"/>
            <a:chExt cx="931869" cy="588808"/>
          </a:xfrm>
        </p:grpSpPr>
        <p:pic>
          <p:nvPicPr>
            <p:cNvPr id="484" name="Shape 48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04610" y="3288405"/>
              <a:ext cx="740847" cy="588808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485" name="Shape 485"/>
            <p:cNvGrpSpPr/>
            <p:nvPr/>
          </p:nvGrpSpPr>
          <p:grpSpPr>
            <a:xfrm rot="5400000">
              <a:off x="8201201" y="3499877"/>
              <a:ext cx="414356" cy="256199"/>
              <a:chOff x="9332200" y="4662707"/>
              <a:chExt cx="980183" cy="359729"/>
            </a:xfrm>
          </p:grpSpPr>
          <p:cxnSp>
            <p:nvCxnSpPr>
              <p:cNvPr id="486" name="Shape 486"/>
              <p:cNvCxnSpPr/>
              <p:nvPr/>
            </p:nvCxnSpPr>
            <p:spPr>
              <a:xfrm>
                <a:off x="9332200" y="4662707"/>
                <a:ext cx="9960" cy="355819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87" name="Shape 487"/>
              <p:cNvCxnSpPr/>
              <p:nvPr/>
            </p:nvCxnSpPr>
            <p:spPr>
              <a:xfrm>
                <a:off x="9495564" y="4662707"/>
                <a:ext cx="9960" cy="355819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88" name="Shape 488"/>
              <p:cNvCxnSpPr/>
              <p:nvPr/>
            </p:nvCxnSpPr>
            <p:spPr>
              <a:xfrm>
                <a:off x="9660918" y="4666617"/>
                <a:ext cx="11953" cy="355819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89" name="Shape 489"/>
              <p:cNvCxnSpPr/>
              <p:nvPr/>
            </p:nvCxnSpPr>
            <p:spPr>
              <a:xfrm>
                <a:off x="9822292" y="4662707"/>
                <a:ext cx="9960" cy="355819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90" name="Shape 490"/>
              <p:cNvCxnSpPr/>
              <p:nvPr/>
            </p:nvCxnSpPr>
            <p:spPr>
              <a:xfrm>
                <a:off x="9967725" y="4664664"/>
                <a:ext cx="11953" cy="355819"/>
              </a:xfrm>
              <a:prstGeom prst="straightConnector1">
                <a:avLst/>
              </a:prstGeom>
              <a:noFill/>
              <a:ln cap="flat" cmpd="sng" w="38100">
                <a:solidFill>
                  <a:srgbClr val="FF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91" name="Shape 491"/>
              <p:cNvCxnSpPr/>
              <p:nvPr/>
            </p:nvCxnSpPr>
            <p:spPr>
              <a:xfrm>
                <a:off x="10129096" y="4666617"/>
                <a:ext cx="11953" cy="355819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accent5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92" name="Shape 492"/>
              <p:cNvCxnSpPr/>
              <p:nvPr/>
            </p:nvCxnSpPr>
            <p:spPr>
              <a:xfrm>
                <a:off x="10302421" y="4664662"/>
                <a:ext cx="9962" cy="355819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accent3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sp>
        <p:nvSpPr>
          <p:cNvPr id="493" name="Shape 493"/>
          <p:cNvSpPr/>
          <p:nvPr/>
        </p:nvSpPr>
        <p:spPr>
          <a:xfrm>
            <a:off x="1214466" y="2326640"/>
            <a:ext cx="6599284" cy="1057731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4" name="Shape 494"/>
          <p:cNvSpPr txBox="1"/>
          <p:nvPr/>
        </p:nvSpPr>
        <p:spPr>
          <a:xfrm rot="-5400000">
            <a:off x="374100" y="3685243"/>
            <a:ext cx="982660" cy="4944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r>
              <a:rPr b="0" i="0" lang="en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GPON</a:t>
            </a:r>
          </a:p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r>
              <a:rPr b="0" i="0" lang="en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(Access)</a:t>
            </a:r>
          </a:p>
        </p:txBody>
      </p:sp>
      <p:sp>
        <p:nvSpPr>
          <p:cNvPr id="495" name="Shape 495"/>
          <p:cNvSpPr txBox="1"/>
          <p:nvPr/>
        </p:nvSpPr>
        <p:spPr>
          <a:xfrm rot="5400000">
            <a:off x="7740090" y="3275824"/>
            <a:ext cx="1207342" cy="5847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r>
              <a:rPr b="0" i="0" lang="en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ROADM</a:t>
            </a: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r>
              <a:rPr b="0" i="0" lang="en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(Core)</a:t>
            </a:r>
          </a:p>
        </p:txBody>
      </p:sp>
      <p:pic>
        <p:nvPicPr>
          <p:cNvPr id="496" name="Shape 49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906200" y="2459913"/>
            <a:ext cx="489650" cy="157047"/>
          </a:xfrm>
          <a:prstGeom prst="rect">
            <a:avLst/>
          </a:prstGeom>
          <a:noFill/>
          <a:ln>
            <a:noFill/>
          </a:ln>
        </p:spPr>
      </p:pic>
      <p:pic>
        <p:nvPicPr>
          <p:cNvPr id="497" name="Shape 49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944278" y="2459913"/>
            <a:ext cx="489650" cy="157047"/>
          </a:xfrm>
          <a:prstGeom prst="rect">
            <a:avLst/>
          </a:prstGeom>
          <a:noFill/>
          <a:ln>
            <a:noFill/>
          </a:ln>
        </p:spPr>
      </p:pic>
      <p:pic>
        <p:nvPicPr>
          <p:cNvPr id="498" name="Shape 49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82355" y="2459913"/>
            <a:ext cx="489650" cy="157047"/>
          </a:xfrm>
          <a:prstGeom prst="rect">
            <a:avLst/>
          </a:prstGeom>
          <a:noFill/>
          <a:ln>
            <a:noFill/>
          </a:ln>
        </p:spPr>
      </p:pic>
      <p:pic>
        <p:nvPicPr>
          <p:cNvPr id="499" name="Shape 49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20435" y="2459913"/>
            <a:ext cx="489650" cy="157047"/>
          </a:xfrm>
          <a:prstGeom prst="rect">
            <a:avLst/>
          </a:prstGeom>
          <a:noFill/>
          <a:ln>
            <a:noFill/>
          </a:ln>
        </p:spPr>
      </p:pic>
      <p:pic>
        <p:nvPicPr>
          <p:cNvPr id="500" name="Shape 50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90373" y="3171921"/>
            <a:ext cx="489650" cy="157047"/>
          </a:xfrm>
          <a:prstGeom prst="rect">
            <a:avLst/>
          </a:prstGeom>
          <a:noFill/>
          <a:ln>
            <a:noFill/>
          </a:ln>
        </p:spPr>
      </p:pic>
      <p:pic>
        <p:nvPicPr>
          <p:cNvPr id="501" name="Shape 50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23578" y="3171921"/>
            <a:ext cx="489650" cy="157047"/>
          </a:xfrm>
          <a:prstGeom prst="rect">
            <a:avLst/>
          </a:prstGeom>
          <a:noFill/>
          <a:ln>
            <a:noFill/>
          </a:ln>
        </p:spPr>
      </p:pic>
      <p:pic>
        <p:nvPicPr>
          <p:cNvPr id="502" name="Shape 50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56784" y="3171921"/>
            <a:ext cx="489650" cy="157047"/>
          </a:xfrm>
          <a:prstGeom prst="rect">
            <a:avLst/>
          </a:prstGeom>
          <a:noFill/>
          <a:ln>
            <a:noFill/>
          </a:ln>
        </p:spPr>
      </p:pic>
      <p:pic>
        <p:nvPicPr>
          <p:cNvPr id="503" name="Shape 50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23196" y="3171921"/>
            <a:ext cx="489650" cy="157047"/>
          </a:xfrm>
          <a:prstGeom prst="rect">
            <a:avLst/>
          </a:prstGeom>
          <a:noFill/>
          <a:ln>
            <a:noFill/>
          </a:ln>
        </p:spPr>
      </p:pic>
      <p:pic>
        <p:nvPicPr>
          <p:cNvPr id="504" name="Shape 50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889991" y="3171921"/>
            <a:ext cx="489650" cy="157047"/>
          </a:xfrm>
          <a:prstGeom prst="rect">
            <a:avLst/>
          </a:prstGeom>
          <a:noFill/>
          <a:ln>
            <a:noFill/>
          </a:ln>
        </p:spPr>
      </p:pic>
      <p:pic>
        <p:nvPicPr>
          <p:cNvPr id="505" name="Shape 50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556403" y="3171921"/>
            <a:ext cx="489650" cy="157047"/>
          </a:xfrm>
          <a:prstGeom prst="rect">
            <a:avLst/>
          </a:prstGeom>
          <a:noFill/>
          <a:ln>
            <a:noFill/>
          </a:ln>
        </p:spPr>
      </p:pic>
      <p:pic>
        <p:nvPicPr>
          <p:cNvPr id="506" name="Shape 50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9608" y="3171921"/>
            <a:ext cx="489650" cy="157047"/>
          </a:xfrm>
          <a:prstGeom prst="rect">
            <a:avLst/>
          </a:prstGeom>
          <a:noFill/>
          <a:ln>
            <a:noFill/>
          </a:ln>
        </p:spPr>
      </p:pic>
      <p:pic>
        <p:nvPicPr>
          <p:cNvPr id="507" name="Shape 50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222814" y="3171921"/>
            <a:ext cx="489650" cy="157047"/>
          </a:xfrm>
          <a:prstGeom prst="rect">
            <a:avLst/>
          </a:prstGeom>
          <a:noFill/>
          <a:ln>
            <a:noFill/>
          </a:ln>
        </p:spPr>
      </p:pic>
      <p:pic>
        <p:nvPicPr>
          <p:cNvPr id="508" name="Shape 50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943100" y="3380121"/>
            <a:ext cx="711376" cy="1120417"/>
          </a:xfrm>
          <a:prstGeom prst="rect">
            <a:avLst/>
          </a:prstGeom>
          <a:noFill/>
          <a:ln>
            <a:noFill/>
          </a:ln>
        </p:spPr>
      </p:pic>
      <p:pic>
        <p:nvPicPr>
          <p:cNvPr id="509" name="Shape 50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779739" y="3380121"/>
            <a:ext cx="711376" cy="1120417"/>
          </a:xfrm>
          <a:prstGeom prst="rect">
            <a:avLst/>
          </a:prstGeom>
          <a:noFill/>
          <a:ln>
            <a:noFill/>
          </a:ln>
        </p:spPr>
      </p:pic>
      <p:pic>
        <p:nvPicPr>
          <p:cNvPr id="510" name="Shape 5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616378" y="3380121"/>
            <a:ext cx="711376" cy="1120417"/>
          </a:xfrm>
          <a:prstGeom prst="rect">
            <a:avLst/>
          </a:prstGeom>
          <a:noFill/>
          <a:ln>
            <a:noFill/>
          </a:ln>
        </p:spPr>
      </p:pic>
      <p:pic>
        <p:nvPicPr>
          <p:cNvPr id="511" name="Shape 5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453017" y="3380121"/>
            <a:ext cx="711376" cy="1120417"/>
          </a:xfrm>
          <a:prstGeom prst="rect">
            <a:avLst/>
          </a:prstGeom>
          <a:noFill/>
          <a:ln>
            <a:noFill/>
          </a:ln>
        </p:spPr>
      </p:pic>
      <p:pic>
        <p:nvPicPr>
          <p:cNvPr id="512" name="Shape 5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9657" y="3380121"/>
            <a:ext cx="711376" cy="112041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13" name="Shape 513"/>
          <p:cNvCxnSpPr>
            <a:stCxn id="500" idx="0"/>
            <a:endCxn id="496" idx="2"/>
          </p:cNvCxnSpPr>
          <p:nvPr/>
        </p:nvCxnSpPr>
        <p:spPr>
          <a:xfrm flipH="1" rot="10800000">
            <a:off x="1635198" y="2616921"/>
            <a:ext cx="1515900" cy="55500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4" name="Shape 514"/>
          <p:cNvCxnSpPr>
            <a:stCxn id="501" idx="0"/>
            <a:endCxn id="496" idx="2"/>
          </p:cNvCxnSpPr>
          <p:nvPr/>
        </p:nvCxnSpPr>
        <p:spPr>
          <a:xfrm flipH="1" rot="10800000">
            <a:off x="2468404" y="2616921"/>
            <a:ext cx="682500" cy="55500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5" name="Shape 515"/>
          <p:cNvCxnSpPr>
            <a:stCxn id="502" idx="0"/>
            <a:endCxn id="496" idx="2"/>
          </p:cNvCxnSpPr>
          <p:nvPr/>
        </p:nvCxnSpPr>
        <p:spPr>
          <a:xfrm rot="10800000">
            <a:off x="3151010" y="2616921"/>
            <a:ext cx="150600" cy="55500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6" name="Shape 516"/>
          <p:cNvCxnSpPr>
            <a:stCxn id="504" idx="0"/>
            <a:endCxn id="496" idx="2"/>
          </p:cNvCxnSpPr>
          <p:nvPr/>
        </p:nvCxnSpPr>
        <p:spPr>
          <a:xfrm rot="10800000">
            <a:off x="3151116" y="2616921"/>
            <a:ext cx="983700" cy="55500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7" name="Shape 517"/>
          <p:cNvCxnSpPr>
            <a:stCxn id="503" idx="0"/>
            <a:endCxn id="496" idx="2"/>
          </p:cNvCxnSpPr>
          <p:nvPr/>
        </p:nvCxnSpPr>
        <p:spPr>
          <a:xfrm rot="10800000">
            <a:off x="3150922" y="2616921"/>
            <a:ext cx="1817100" cy="55500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8" name="Shape 518"/>
          <p:cNvCxnSpPr>
            <a:stCxn id="505" idx="0"/>
            <a:endCxn id="496" idx="2"/>
          </p:cNvCxnSpPr>
          <p:nvPr/>
        </p:nvCxnSpPr>
        <p:spPr>
          <a:xfrm rot="10800000">
            <a:off x="3151028" y="2616921"/>
            <a:ext cx="2650200" cy="55500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9" name="Shape 519"/>
          <p:cNvCxnSpPr>
            <a:stCxn id="506" idx="0"/>
            <a:endCxn id="496" idx="2"/>
          </p:cNvCxnSpPr>
          <p:nvPr/>
        </p:nvCxnSpPr>
        <p:spPr>
          <a:xfrm rot="10800000">
            <a:off x="3151134" y="2616921"/>
            <a:ext cx="3483300" cy="55500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20" name="Shape 520"/>
          <p:cNvCxnSpPr>
            <a:stCxn id="507" idx="0"/>
            <a:endCxn id="496" idx="2"/>
          </p:cNvCxnSpPr>
          <p:nvPr/>
        </p:nvCxnSpPr>
        <p:spPr>
          <a:xfrm rot="10800000">
            <a:off x="3150940" y="2616921"/>
            <a:ext cx="4316700" cy="55500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21" name="Shape 521"/>
          <p:cNvCxnSpPr>
            <a:stCxn id="500" idx="0"/>
            <a:endCxn id="497" idx="2"/>
          </p:cNvCxnSpPr>
          <p:nvPr/>
        </p:nvCxnSpPr>
        <p:spPr>
          <a:xfrm flipH="1" rot="10800000">
            <a:off x="1635198" y="2616921"/>
            <a:ext cx="2553900" cy="55500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22" name="Shape 522"/>
          <p:cNvCxnSpPr>
            <a:stCxn id="501" idx="0"/>
            <a:endCxn id="497" idx="2"/>
          </p:cNvCxnSpPr>
          <p:nvPr/>
        </p:nvCxnSpPr>
        <p:spPr>
          <a:xfrm flipH="1" rot="10800000">
            <a:off x="2468404" y="2616921"/>
            <a:ext cx="1720800" cy="55500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23" name="Shape 523"/>
          <p:cNvCxnSpPr>
            <a:stCxn id="502" idx="0"/>
            <a:endCxn id="497" idx="2"/>
          </p:cNvCxnSpPr>
          <p:nvPr/>
        </p:nvCxnSpPr>
        <p:spPr>
          <a:xfrm flipH="1" rot="10800000">
            <a:off x="3301610" y="2616921"/>
            <a:ext cx="887400" cy="55500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24" name="Shape 524"/>
          <p:cNvCxnSpPr>
            <a:stCxn id="504" idx="0"/>
            <a:endCxn id="497" idx="2"/>
          </p:cNvCxnSpPr>
          <p:nvPr/>
        </p:nvCxnSpPr>
        <p:spPr>
          <a:xfrm flipH="1" rot="10800000">
            <a:off x="4134816" y="2616921"/>
            <a:ext cx="54300" cy="55500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25" name="Shape 525"/>
          <p:cNvCxnSpPr>
            <a:stCxn id="503" idx="0"/>
            <a:endCxn id="497" idx="2"/>
          </p:cNvCxnSpPr>
          <p:nvPr/>
        </p:nvCxnSpPr>
        <p:spPr>
          <a:xfrm rot="10800000">
            <a:off x="4189222" y="2616921"/>
            <a:ext cx="778800" cy="55500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26" name="Shape 526"/>
          <p:cNvCxnSpPr>
            <a:stCxn id="505" idx="0"/>
            <a:endCxn id="497" idx="2"/>
          </p:cNvCxnSpPr>
          <p:nvPr/>
        </p:nvCxnSpPr>
        <p:spPr>
          <a:xfrm rot="10800000">
            <a:off x="4189028" y="2616921"/>
            <a:ext cx="1612200" cy="55500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27" name="Shape 527"/>
          <p:cNvCxnSpPr>
            <a:stCxn id="506" idx="0"/>
            <a:endCxn id="497" idx="2"/>
          </p:cNvCxnSpPr>
          <p:nvPr/>
        </p:nvCxnSpPr>
        <p:spPr>
          <a:xfrm rot="10800000">
            <a:off x="4189134" y="2616921"/>
            <a:ext cx="2445300" cy="55500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28" name="Shape 528"/>
          <p:cNvCxnSpPr>
            <a:stCxn id="507" idx="0"/>
            <a:endCxn id="497" idx="2"/>
          </p:cNvCxnSpPr>
          <p:nvPr/>
        </p:nvCxnSpPr>
        <p:spPr>
          <a:xfrm rot="10800000">
            <a:off x="4189240" y="2616921"/>
            <a:ext cx="3278400" cy="55500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29" name="Shape 529"/>
          <p:cNvCxnSpPr>
            <a:stCxn id="507" idx="0"/>
            <a:endCxn id="498" idx="2"/>
          </p:cNvCxnSpPr>
          <p:nvPr/>
        </p:nvCxnSpPr>
        <p:spPr>
          <a:xfrm rot="10800000">
            <a:off x="5227240" y="2616921"/>
            <a:ext cx="2240400" cy="55500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30" name="Shape 530"/>
          <p:cNvCxnSpPr>
            <a:stCxn id="506" idx="0"/>
            <a:endCxn id="498" idx="2"/>
          </p:cNvCxnSpPr>
          <p:nvPr/>
        </p:nvCxnSpPr>
        <p:spPr>
          <a:xfrm rot="10800000">
            <a:off x="5227134" y="2616921"/>
            <a:ext cx="1407300" cy="55500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31" name="Shape 531"/>
          <p:cNvCxnSpPr>
            <a:stCxn id="505" idx="0"/>
            <a:endCxn id="498" idx="2"/>
          </p:cNvCxnSpPr>
          <p:nvPr/>
        </p:nvCxnSpPr>
        <p:spPr>
          <a:xfrm rot="10800000">
            <a:off x="5227328" y="2616921"/>
            <a:ext cx="573900" cy="55500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32" name="Shape 532"/>
          <p:cNvCxnSpPr>
            <a:stCxn id="503" idx="0"/>
            <a:endCxn id="498" idx="2"/>
          </p:cNvCxnSpPr>
          <p:nvPr/>
        </p:nvCxnSpPr>
        <p:spPr>
          <a:xfrm flipH="1" rot="10800000">
            <a:off x="4968022" y="2616921"/>
            <a:ext cx="259200" cy="55500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33" name="Shape 533"/>
          <p:cNvCxnSpPr>
            <a:stCxn id="504" idx="0"/>
            <a:endCxn id="498" idx="2"/>
          </p:cNvCxnSpPr>
          <p:nvPr/>
        </p:nvCxnSpPr>
        <p:spPr>
          <a:xfrm flipH="1" rot="10800000">
            <a:off x="4134816" y="2616921"/>
            <a:ext cx="1092300" cy="55500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34" name="Shape 534"/>
          <p:cNvCxnSpPr>
            <a:stCxn id="502" idx="0"/>
            <a:endCxn id="498" idx="2"/>
          </p:cNvCxnSpPr>
          <p:nvPr/>
        </p:nvCxnSpPr>
        <p:spPr>
          <a:xfrm flipH="1" rot="10800000">
            <a:off x="3301610" y="2616921"/>
            <a:ext cx="1925700" cy="55500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35" name="Shape 535"/>
          <p:cNvCxnSpPr>
            <a:stCxn id="501" idx="0"/>
            <a:endCxn id="498" idx="2"/>
          </p:cNvCxnSpPr>
          <p:nvPr/>
        </p:nvCxnSpPr>
        <p:spPr>
          <a:xfrm flipH="1" rot="10800000">
            <a:off x="2468404" y="2616921"/>
            <a:ext cx="2758800" cy="55500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36" name="Shape 536"/>
          <p:cNvCxnSpPr>
            <a:stCxn id="500" idx="0"/>
          </p:cNvCxnSpPr>
          <p:nvPr/>
        </p:nvCxnSpPr>
        <p:spPr>
          <a:xfrm flipH="1" rot="10800000">
            <a:off x="1635198" y="2774121"/>
            <a:ext cx="3577500" cy="39780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37" name="Shape 537"/>
          <p:cNvCxnSpPr>
            <a:stCxn id="500" idx="0"/>
            <a:endCxn id="499" idx="2"/>
          </p:cNvCxnSpPr>
          <p:nvPr/>
        </p:nvCxnSpPr>
        <p:spPr>
          <a:xfrm flipH="1" rot="10800000">
            <a:off x="1635198" y="2616921"/>
            <a:ext cx="4630200" cy="55500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38" name="Shape 538"/>
          <p:cNvCxnSpPr>
            <a:stCxn id="501" idx="0"/>
            <a:endCxn id="499" idx="2"/>
          </p:cNvCxnSpPr>
          <p:nvPr/>
        </p:nvCxnSpPr>
        <p:spPr>
          <a:xfrm flipH="1" rot="10800000">
            <a:off x="2468404" y="2616921"/>
            <a:ext cx="3796800" cy="55500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39" name="Shape 539"/>
          <p:cNvCxnSpPr>
            <a:stCxn id="502" idx="0"/>
            <a:endCxn id="499" idx="2"/>
          </p:cNvCxnSpPr>
          <p:nvPr/>
        </p:nvCxnSpPr>
        <p:spPr>
          <a:xfrm flipH="1" rot="10800000">
            <a:off x="3301610" y="2616921"/>
            <a:ext cx="2963700" cy="55500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40" name="Shape 540"/>
          <p:cNvCxnSpPr>
            <a:stCxn id="504" idx="0"/>
            <a:endCxn id="499" idx="2"/>
          </p:cNvCxnSpPr>
          <p:nvPr/>
        </p:nvCxnSpPr>
        <p:spPr>
          <a:xfrm flipH="1" rot="10800000">
            <a:off x="4134816" y="2616921"/>
            <a:ext cx="2130300" cy="55500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41" name="Shape 541"/>
          <p:cNvCxnSpPr>
            <a:stCxn id="503" idx="0"/>
            <a:endCxn id="499" idx="2"/>
          </p:cNvCxnSpPr>
          <p:nvPr/>
        </p:nvCxnSpPr>
        <p:spPr>
          <a:xfrm flipH="1" rot="10800000">
            <a:off x="4968022" y="2616921"/>
            <a:ext cx="1297200" cy="55500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42" name="Shape 542"/>
          <p:cNvCxnSpPr>
            <a:stCxn id="505" idx="0"/>
            <a:endCxn id="499" idx="2"/>
          </p:cNvCxnSpPr>
          <p:nvPr/>
        </p:nvCxnSpPr>
        <p:spPr>
          <a:xfrm flipH="1" rot="10800000">
            <a:off x="5801228" y="2616921"/>
            <a:ext cx="464100" cy="55500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43" name="Shape 543"/>
          <p:cNvCxnSpPr>
            <a:stCxn id="506" idx="0"/>
            <a:endCxn id="499" idx="2"/>
          </p:cNvCxnSpPr>
          <p:nvPr/>
        </p:nvCxnSpPr>
        <p:spPr>
          <a:xfrm rot="10800000">
            <a:off x="6265134" y="2616921"/>
            <a:ext cx="369300" cy="55500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44" name="Shape 544"/>
          <p:cNvCxnSpPr>
            <a:stCxn id="507" idx="0"/>
            <a:endCxn id="499" idx="2"/>
          </p:cNvCxnSpPr>
          <p:nvPr/>
        </p:nvCxnSpPr>
        <p:spPr>
          <a:xfrm rot="10800000">
            <a:off x="6265240" y="2616921"/>
            <a:ext cx="1202400" cy="55500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45" name="Shape 545"/>
          <p:cNvSpPr txBox="1"/>
          <p:nvPr/>
        </p:nvSpPr>
        <p:spPr>
          <a:xfrm>
            <a:off x="1646005" y="4642612"/>
            <a:ext cx="5629865" cy="400109"/>
          </a:xfrm>
          <a:prstGeom prst="rect">
            <a:avLst/>
          </a:prstGeom>
          <a:solidFill>
            <a:schemeClr val="lt1">
              <a:alpha val="73725"/>
            </a:schemeClr>
          </a:solidFill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25000"/>
              <a:buFont typeface="Arial"/>
              <a:buNone/>
            </a:pPr>
            <a:r>
              <a:rPr b="0" i="0" lang="en" sz="2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Commodity Servers, Storage, Switches, and I/O</a:t>
            </a:r>
          </a:p>
        </p:txBody>
      </p:sp>
      <p:sp>
        <p:nvSpPr>
          <p:cNvPr id="546" name="Shape 546"/>
          <p:cNvSpPr txBox="1"/>
          <p:nvPr/>
        </p:nvSpPr>
        <p:spPr>
          <a:xfrm>
            <a:off x="303223" y="-180755"/>
            <a:ext cx="8546135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rIns="91425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5200C"/>
              </a:buClr>
              <a:buSzPct val="25000"/>
              <a:buFont typeface="Arial"/>
              <a:buNone/>
            </a:pPr>
            <a:r>
              <a:rPr lang="en" sz="3200">
                <a:solidFill>
                  <a:srgbClr val="C0504D"/>
                </a:solidFill>
              </a:rPr>
              <a:t>R-</a:t>
            </a:r>
            <a:r>
              <a:rPr b="0" i="0" lang="en" sz="3200" u="none" cap="none" strike="noStrike">
                <a:solidFill>
                  <a:srgbClr val="C0504D"/>
                </a:solidFill>
                <a:latin typeface="Arial"/>
                <a:ea typeface="Arial"/>
                <a:cs typeface="Arial"/>
                <a:sym typeface="Arial"/>
              </a:rPr>
              <a:t>CORD – Hardware Architecture</a:t>
            </a:r>
          </a:p>
        </p:txBody>
      </p:sp>
      <p:sp>
        <p:nvSpPr>
          <p:cNvPr id="547" name="Shape 547"/>
          <p:cNvSpPr/>
          <p:nvPr/>
        </p:nvSpPr>
        <p:spPr>
          <a:xfrm>
            <a:off x="1390373" y="3425010"/>
            <a:ext cx="489652" cy="1018848"/>
          </a:xfrm>
          <a:prstGeom prst="rect">
            <a:avLst/>
          </a:prstGeom>
          <a:solidFill>
            <a:srgbClr val="4C4C4C"/>
          </a:solidFill>
          <a:ln cap="flat" cmpd="sng" w="254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ctr" bIns="45675" lIns="91375" rIns="91375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25000"/>
              <a:buFont typeface="Arial"/>
              <a:buNone/>
            </a:pPr>
            <a:r>
              <a:rPr b="0" i="0" lang="en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PON</a:t>
            </a: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25000"/>
              <a:buFont typeface="Arial"/>
              <a:buNone/>
            </a:pPr>
            <a:r>
              <a:rPr b="0" i="0" lang="en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OLT MACs</a:t>
            </a:r>
          </a:p>
        </p:txBody>
      </p:sp>
      <p:grpSp>
        <p:nvGrpSpPr>
          <p:cNvPr id="548" name="Shape 548"/>
          <p:cNvGrpSpPr/>
          <p:nvPr/>
        </p:nvGrpSpPr>
        <p:grpSpPr>
          <a:xfrm>
            <a:off x="1208822" y="3570104"/>
            <a:ext cx="177832" cy="681897"/>
            <a:chOff x="1069703" y="3423569"/>
            <a:chExt cx="177832" cy="681897"/>
          </a:xfrm>
        </p:grpSpPr>
        <p:cxnSp>
          <p:nvCxnSpPr>
            <p:cNvPr id="549" name="Shape 549"/>
            <p:cNvCxnSpPr/>
            <p:nvPr/>
          </p:nvCxnSpPr>
          <p:spPr>
            <a:xfrm rot="5400000">
              <a:off x="1158938" y="3565370"/>
              <a:ext cx="5007" cy="172187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50" name="Shape 550"/>
            <p:cNvCxnSpPr/>
            <p:nvPr/>
          </p:nvCxnSpPr>
          <p:spPr>
            <a:xfrm rot="5400000">
              <a:off x="1158938" y="3641317"/>
              <a:ext cx="5007" cy="172187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51" name="Shape 551"/>
            <p:cNvCxnSpPr/>
            <p:nvPr/>
          </p:nvCxnSpPr>
          <p:spPr>
            <a:xfrm rot="5400000">
              <a:off x="1157197" y="3718929"/>
              <a:ext cx="5007" cy="172187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52" name="Shape 552"/>
            <p:cNvCxnSpPr/>
            <p:nvPr/>
          </p:nvCxnSpPr>
          <p:spPr>
            <a:xfrm rot="5400000">
              <a:off x="1158938" y="3793206"/>
              <a:ext cx="5007" cy="172187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53" name="Shape 553"/>
            <p:cNvCxnSpPr/>
            <p:nvPr/>
          </p:nvCxnSpPr>
          <p:spPr>
            <a:xfrm rot="5400000">
              <a:off x="1158068" y="3861640"/>
              <a:ext cx="5007" cy="172187"/>
            </a:xfrm>
            <a:prstGeom prst="straightConnector1">
              <a:avLst/>
            </a:prstGeom>
            <a:noFill/>
            <a:ln cap="flat" cmpd="sng" w="38100">
              <a:solidFill>
                <a:srgbClr val="FF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54" name="Shape 554"/>
            <p:cNvCxnSpPr/>
            <p:nvPr/>
          </p:nvCxnSpPr>
          <p:spPr>
            <a:xfrm rot="5400000">
              <a:off x="1157197" y="3936751"/>
              <a:ext cx="5007" cy="172187"/>
            </a:xfrm>
            <a:prstGeom prst="straightConnector1">
              <a:avLst/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55" name="Shape 555"/>
            <p:cNvCxnSpPr/>
            <p:nvPr/>
          </p:nvCxnSpPr>
          <p:spPr>
            <a:xfrm rot="5400000">
              <a:off x="1158068" y="4016868"/>
              <a:ext cx="5007" cy="172187"/>
            </a:xfrm>
            <a:prstGeom prst="straightConnector1">
              <a:avLst/>
            </a:prstGeom>
            <a:noFill/>
            <a:ln cap="flat" cmpd="sng" w="3810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56" name="Shape 556"/>
            <p:cNvCxnSpPr/>
            <p:nvPr/>
          </p:nvCxnSpPr>
          <p:spPr>
            <a:xfrm rot="5400000">
              <a:off x="1154164" y="3339979"/>
              <a:ext cx="5007" cy="172187"/>
            </a:xfrm>
            <a:prstGeom prst="straightConnector1">
              <a:avLst/>
            </a:prstGeom>
            <a:noFill/>
            <a:ln cap="flat" cmpd="sng" w="38100">
              <a:solidFill>
                <a:srgbClr val="FF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57" name="Shape 557"/>
            <p:cNvCxnSpPr/>
            <p:nvPr/>
          </p:nvCxnSpPr>
          <p:spPr>
            <a:xfrm rot="5400000">
              <a:off x="1153293" y="3415090"/>
              <a:ext cx="5007" cy="172187"/>
            </a:xfrm>
            <a:prstGeom prst="straightConnector1">
              <a:avLst/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58" name="Shape 558"/>
            <p:cNvCxnSpPr/>
            <p:nvPr/>
          </p:nvCxnSpPr>
          <p:spPr>
            <a:xfrm rot="5400000">
              <a:off x="1154164" y="3495208"/>
              <a:ext cx="5007" cy="172187"/>
            </a:xfrm>
            <a:prstGeom prst="straightConnector1">
              <a:avLst/>
            </a:prstGeom>
            <a:noFill/>
            <a:ln cap="flat" cmpd="sng" w="3810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559" name="Shape 559"/>
          <p:cNvSpPr txBox="1"/>
          <p:nvPr/>
        </p:nvSpPr>
        <p:spPr>
          <a:xfrm>
            <a:off x="1301537" y="2512399"/>
            <a:ext cx="1055371" cy="5232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Leaf-Spine</a:t>
            </a: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Fabric</a:t>
            </a:r>
          </a:p>
        </p:txBody>
      </p:sp>
      <p:sp>
        <p:nvSpPr>
          <p:cNvPr id="560" name="Shape 560"/>
          <p:cNvSpPr/>
          <p:nvPr/>
        </p:nvSpPr>
        <p:spPr>
          <a:xfrm>
            <a:off x="2214400" y="3425010"/>
            <a:ext cx="489652" cy="1018848"/>
          </a:xfrm>
          <a:prstGeom prst="rect">
            <a:avLst/>
          </a:prstGeom>
          <a:solidFill>
            <a:srgbClr val="4C4C4C"/>
          </a:solidFill>
          <a:ln cap="flat" cmpd="sng" w="254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ctr" bIns="45675" lIns="91375" rIns="91375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25000"/>
              <a:buFont typeface="Arial"/>
              <a:buNone/>
            </a:pPr>
            <a:r>
              <a:rPr b="0" i="0" lang="en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PON</a:t>
            </a: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25000"/>
              <a:buFont typeface="Arial"/>
              <a:buNone/>
            </a:pPr>
            <a:r>
              <a:rPr b="0" i="0" lang="en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OLT MACs</a:t>
            </a:r>
          </a:p>
        </p:txBody>
      </p:sp>
      <p:grpSp>
        <p:nvGrpSpPr>
          <p:cNvPr id="561" name="Shape 561"/>
          <p:cNvGrpSpPr/>
          <p:nvPr/>
        </p:nvGrpSpPr>
        <p:grpSpPr>
          <a:xfrm>
            <a:off x="2032849" y="3570104"/>
            <a:ext cx="177832" cy="681897"/>
            <a:chOff x="1069703" y="3423569"/>
            <a:chExt cx="177832" cy="681897"/>
          </a:xfrm>
        </p:grpSpPr>
        <p:cxnSp>
          <p:nvCxnSpPr>
            <p:cNvPr id="562" name="Shape 562"/>
            <p:cNvCxnSpPr/>
            <p:nvPr/>
          </p:nvCxnSpPr>
          <p:spPr>
            <a:xfrm rot="5400000">
              <a:off x="1158938" y="3565370"/>
              <a:ext cx="5007" cy="172187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63" name="Shape 563"/>
            <p:cNvCxnSpPr/>
            <p:nvPr/>
          </p:nvCxnSpPr>
          <p:spPr>
            <a:xfrm rot="5400000">
              <a:off x="1158938" y="3641317"/>
              <a:ext cx="5007" cy="172187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64" name="Shape 564"/>
            <p:cNvCxnSpPr/>
            <p:nvPr/>
          </p:nvCxnSpPr>
          <p:spPr>
            <a:xfrm rot="5400000">
              <a:off x="1157197" y="3718929"/>
              <a:ext cx="5007" cy="172187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65" name="Shape 565"/>
            <p:cNvCxnSpPr/>
            <p:nvPr/>
          </p:nvCxnSpPr>
          <p:spPr>
            <a:xfrm rot="5400000">
              <a:off x="1158938" y="3793206"/>
              <a:ext cx="5007" cy="172187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66" name="Shape 566"/>
            <p:cNvCxnSpPr/>
            <p:nvPr/>
          </p:nvCxnSpPr>
          <p:spPr>
            <a:xfrm rot="5400000">
              <a:off x="1158068" y="3861640"/>
              <a:ext cx="5007" cy="172187"/>
            </a:xfrm>
            <a:prstGeom prst="straightConnector1">
              <a:avLst/>
            </a:prstGeom>
            <a:noFill/>
            <a:ln cap="flat" cmpd="sng" w="38100">
              <a:solidFill>
                <a:srgbClr val="FF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67" name="Shape 567"/>
            <p:cNvCxnSpPr/>
            <p:nvPr/>
          </p:nvCxnSpPr>
          <p:spPr>
            <a:xfrm rot="5400000">
              <a:off x="1157197" y="3936751"/>
              <a:ext cx="5007" cy="172187"/>
            </a:xfrm>
            <a:prstGeom prst="straightConnector1">
              <a:avLst/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68" name="Shape 568"/>
            <p:cNvCxnSpPr/>
            <p:nvPr/>
          </p:nvCxnSpPr>
          <p:spPr>
            <a:xfrm rot="5400000">
              <a:off x="1158068" y="4016868"/>
              <a:ext cx="5007" cy="172187"/>
            </a:xfrm>
            <a:prstGeom prst="straightConnector1">
              <a:avLst/>
            </a:prstGeom>
            <a:noFill/>
            <a:ln cap="flat" cmpd="sng" w="3810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69" name="Shape 569"/>
            <p:cNvCxnSpPr/>
            <p:nvPr/>
          </p:nvCxnSpPr>
          <p:spPr>
            <a:xfrm rot="5400000">
              <a:off x="1154164" y="3339979"/>
              <a:ext cx="5007" cy="172187"/>
            </a:xfrm>
            <a:prstGeom prst="straightConnector1">
              <a:avLst/>
            </a:prstGeom>
            <a:noFill/>
            <a:ln cap="flat" cmpd="sng" w="38100">
              <a:solidFill>
                <a:srgbClr val="FF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70" name="Shape 570"/>
            <p:cNvCxnSpPr/>
            <p:nvPr/>
          </p:nvCxnSpPr>
          <p:spPr>
            <a:xfrm rot="5400000">
              <a:off x="1153293" y="3415090"/>
              <a:ext cx="5007" cy="172187"/>
            </a:xfrm>
            <a:prstGeom prst="straightConnector1">
              <a:avLst/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71" name="Shape 571"/>
            <p:cNvCxnSpPr/>
            <p:nvPr/>
          </p:nvCxnSpPr>
          <p:spPr>
            <a:xfrm rot="5400000">
              <a:off x="1154164" y="3495208"/>
              <a:ext cx="5007" cy="172187"/>
            </a:xfrm>
            <a:prstGeom prst="straightConnector1">
              <a:avLst/>
            </a:prstGeom>
            <a:noFill/>
            <a:ln cap="flat" cmpd="sng" w="3810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572" name="Shape 572"/>
          <p:cNvSpPr/>
          <p:nvPr/>
        </p:nvSpPr>
        <p:spPr>
          <a:xfrm>
            <a:off x="3673053" y="579118"/>
            <a:ext cx="3768764" cy="1831426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347EB8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48-port, 1RU, I/O Board</a:t>
            </a:r>
          </a:p>
        </p:txBody>
      </p:sp>
      <p:sp>
        <p:nvSpPr>
          <p:cNvPr id="573" name="Shape 573"/>
          <p:cNvSpPr/>
          <p:nvPr/>
        </p:nvSpPr>
        <p:spPr>
          <a:xfrm>
            <a:off x="1390373" y="3788883"/>
            <a:ext cx="489652" cy="160170"/>
          </a:xfrm>
          <a:prstGeom prst="rect">
            <a:avLst/>
          </a:prstGeom>
          <a:gradFill>
            <a:gsLst>
              <a:gs pos="0">
                <a:srgbClr val="2683CD"/>
              </a:gs>
              <a:gs pos="100000">
                <a:srgbClr val="9EC7FF"/>
              </a:gs>
            </a:gsLst>
            <a:lin ang="16200000" scaled="0"/>
          </a:gradFill>
          <a:ln cap="flat" cmpd="sng" w="9525">
            <a:solidFill>
              <a:srgbClr val="347EB8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74" name="Shape 574"/>
          <p:cNvGrpSpPr/>
          <p:nvPr/>
        </p:nvGrpSpPr>
        <p:grpSpPr>
          <a:xfrm>
            <a:off x="4009319" y="1079522"/>
            <a:ext cx="3095048" cy="1018417"/>
            <a:chOff x="631772" y="1991963"/>
            <a:chExt cx="7806679" cy="2021681"/>
          </a:xfrm>
        </p:grpSpPr>
        <p:pic>
          <p:nvPicPr>
            <p:cNvPr id="575" name="Shape 575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631772" y="1991963"/>
              <a:ext cx="7633554" cy="2021681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576" name="Shape 576"/>
            <p:cNvGrpSpPr/>
            <p:nvPr/>
          </p:nvGrpSpPr>
          <p:grpSpPr>
            <a:xfrm>
              <a:off x="719720" y="3146232"/>
              <a:ext cx="194148" cy="390094"/>
              <a:chOff x="709127" y="3135085"/>
              <a:chExt cx="194148" cy="401240"/>
            </a:xfrm>
          </p:grpSpPr>
          <p:sp>
            <p:nvSpPr>
              <p:cNvPr id="577" name="Shape 577"/>
              <p:cNvSpPr/>
              <p:nvPr/>
            </p:nvSpPr>
            <p:spPr>
              <a:xfrm>
                <a:off x="709127" y="3135085"/>
                <a:ext cx="194148" cy="401240"/>
              </a:xfrm>
              <a:prstGeom prst="rect">
                <a:avLst/>
              </a:prstGeom>
              <a:noFill/>
              <a:ln cap="flat" cmpd="sng" w="12700">
                <a:solidFill>
                  <a:srgbClr val="0A0A0A"/>
                </a:solidFill>
                <a:prstDash val="solid"/>
                <a:round/>
                <a:headEnd len="med" w="med" type="none"/>
                <a:tailEnd len="med" w="med" type="none"/>
              </a:ln>
            </p:spPr>
            <p:txBody>
              <a:bodyPr anchorCtr="0" anchor="ctr" bIns="45700" lIns="91425" rIns="91425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78" name="Shape 578"/>
              <p:cNvSpPr/>
              <p:nvPr/>
            </p:nvSpPr>
            <p:spPr>
              <a:xfrm>
                <a:off x="726458" y="3152381"/>
                <a:ext cx="130628" cy="87944"/>
              </a:xfrm>
              <a:prstGeom prst="roundRect">
                <a:avLst>
                  <a:gd fmla="val 33748" name="adj"/>
                </a:avLst>
              </a:prstGeom>
              <a:noFill/>
              <a:ln cap="flat" cmpd="sng" w="12700">
                <a:solidFill>
                  <a:srgbClr val="0A0A0A"/>
                </a:solidFill>
                <a:prstDash val="solid"/>
                <a:round/>
                <a:headEnd len="med" w="med" type="none"/>
                <a:tailEnd len="med" w="med" type="none"/>
              </a:ln>
            </p:spPr>
            <p:txBody>
              <a:bodyPr anchorCtr="0" anchor="ctr" bIns="45700" lIns="91425" rIns="91425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79" name="Shape 579"/>
              <p:cNvSpPr/>
              <p:nvPr/>
            </p:nvSpPr>
            <p:spPr>
              <a:xfrm>
                <a:off x="729139" y="3426864"/>
                <a:ext cx="130628" cy="87944"/>
              </a:xfrm>
              <a:prstGeom prst="roundRect">
                <a:avLst>
                  <a:gd fmla="val 33748" name="adj"/>
                </a:avLst>
              </a:prstGeom>
              <a:noFill/>
              <a:ln cap="flat" cmpd="sng" w="12700">
                <a:solidFill>
                  <a:srgbClr val="0A0A0A"/>
                </a:solidFill>
                <a:prstDash val="solid"/>
                <a:round/>
                <a:headEnd len="med" w="med" type="none"/>
                <a:tailEnd len="med" w="med" type="none"/>
              </a:ln>
            </p:spPr>
            <p:txBody>
              <a:bodyPr anchorCtr="0" anchor="ctr" bIns="45700" lIns="91425" rIns="91425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580" name="Shape 580"/>
            <p:cNvGrpSpPr/>
            <p:nvPr/>
          </p:nvGrpSpPr>
          <p:grpSpPr>
            <a:xfrm flipH="1">
              <a:off x="7108088" y="3146231"/>
              <a:ext cx="194148" cy="390094"/>
              <a:chOff x="709127" y="3135086"/>
              <a:chExt cx="194148" cy="401240"/>
            </a:xfrm>
          </p:grpSpPr>
          <p:sp>
            <p:nvSpPr>
              <p:cNvPr id="581" name="Shape 581"/>
              <p:cNvSpPr/>
              <p:nvPr/>
            </p:nvSpPr>
            <p:spPr>
              <a:xfrm>
                <a:off x="709127" y="3135086"/>
                <a:ext cx="194148" cy="401240"/>
              </a:xfrm>
              <a:prstGeom prst="rect">
                <a:avLst/>
              </a:prstGeom>
              <a:solidFill>
                <a:schemeClr val="lt1"/>
              </a:solidFill>
              <a:ln cap="flat" cmpd="sng" w="12700">
                <a:solidFill>
                  <a:srgbClr val="0A0A0A"/>
                </a:solidFill>
                <a:prstDash val="solid"/>
                <a:round/>
                <a:headEnd len="med" w="med" type="none"/>
                <a:tailEnd len="med" w="med" type="none"/>
              </a:ln>
            </p:spPr>
            <p:txBody>
              <a:bodyPr anchorCtr="0" anchor="ctr" bIns="45700" lIns="91425" rIns="91425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82" name="Shape 582"/>
              <p:cNvSpPr/>
              <p:nvPr/>
            </p:nvSpPr>
            <p:spPr>
              <a:xfrm>
                <a:off x="726458" y="3152381"/>
                <a:ext cx="130628" cy="87944"/>
              </a:xfrm>
              <a:prstGeom prst="roundRect">
                <a:avLst>
                  <a:gd fmla="val 33748" name="adj"/>
                </a:avLst>
              </a:prstGeom>
              <a:noFill/>
              <a:ln cap="flat" cmpd="sng" w="12700">
                <a:solidFill>
                  <a:srgbClr val="0A0A0A"/>
                </a:solidFill>
                <a:prstDash val="solid"/>
                <a:round/>
                <a:headEnd len="med" w="med" type="none"/>
                <a:tailEnd len="med" w="med" type="none"/>
              </a:ln>
            </p:spPr>
            <p:txBody>
              <a:bodyPr anchorCtr="0" anchor="ctr" bIns="45700" lIns="91425" rIns="91425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83" name="Shape 583"/>
              <p:cNvSpPr/>
              <p:nvPr/>
            </p:nvSpPr>
            <p:spPr>
              <a:xfrm>
                <a:off x="729139" y="3426864"/>
                <a:ext cx="130628" cy="87944"/>
              </a:xfrm>
              <a:prstGeom prst="roundRect">
                <a:avLst>
                  <a:gd fmla="val 33748" name="adj"/>
                </a:avLst>
              </a:prstGeom>
              <a:noFill/>
              <a:ln cap="flat" cmpd="sng" w="12700">
                <a:solidFill>
                  <a:srgbClr val="0A0A0A"/>
                </a:solidFill>
                <a:prstDash val="solid"/>
                <a:round/>
                <a:headEnd len="med" w="med" type="none"/>
                <a:tailEnd len="med" w="med" type="none"/>
              </a:ln>
            </p:spPr>
            <p:txBody>
              <a:bodyPr anchorCtr="0" anchor="ctr" bIns="45700" lIns="91425" rIns="91425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584" name="Shape 584"/>
            <p:cNvGrpSpPr/>
            <p:nvPr/>
          </p:nvGrpSpPr>
          <p:grpSpPr>
            <a:xfrm flipH="1">
              <a:off x="8244302" y="2010950"/>
              <a:ext cx="194148" cy="390094"/>
              <a:chOff x="709127" y="3135086"/>
              <a:chExt cx="194148" cy="401240"/>
            </a:xfrm>
          </p:grpSpPr>
          <p:sp>
            <p:nvSpPr>
              <p:cNvPr id="585" name="Shape 585"/>
              <p:cNvSpPr/>
              <p:nvPr/>
            </p:nvSpPr>
            <p:spPr>
              <a:xfrm>
                <a:off x="709127" y="3135086"/>
                <a:ext cx="194148" cy="401240"/>
              </a:xfrm>
              <a:prstGeom prst="rect">
                <a:avLst/>
              </a:prstGeom>
              <a:solidFill>
                <a:schemeClr val="lt1"/>
              </a:solidFill>
              <a:ln cap="flat" cmpd="sng" w="12700">
                <a:solidFill>
                  <a:srgbClr val="0A0A0A"/>
                </a:solidFill>
                <a:prstDash val="solid"/>
                <a:round/>
                <a:headEnd len="med" w="med" type="none"/>
                <a:tailEnd len="med" w="med" type="none"/>
              </a:ln>
            </p:spPr>
            <p:txBody>
              <a:bodyPr anchorCtr="0" anchor="ctr" bIns="45700" lIns="91425" rIns="91425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86" name="Shape 586"/>
              <p:cNvSpPr/>
              <p:nvPr/>
            </p:nvSpPr>
            <p:spPr>
              <a:xfrm>
                <a:off x="726458" y="3152381"/>
                <a:ext cx="130628" cy="87944"/>
              </a:xfrm>
              <a:prstGeom prst="roundRect">
                <a:avLst>
                  <a:gd fmla="val 33748" name="adj"/>
                </a:avLst>
              </a:prstGeom>
              <a:noFill/>
              <a:ln cap="flat" cmpd="sng" w="12700">
                <a:solidFill>
                  <a:srgbClr val="0A0A0A"/>
                </a:solidFill>
                <a:prstDash val="solid"/>
                <a:round/>
                <a:headEnd len="med" w="med" type="none"/>
                <a:tailEnd len="med" w="med" type="none"/>
              </a:ln>
            </p:spPr>
            <p:txBody>
              <a:bodyPr anchorCtr="0" anchor="ctr" bIns="45700" lIns="91425" rIns="91425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87" name="Shape 587"/>
              <p:cNvSpPr/>
              <p:nvPr/>
            </p:nvSpPr>
            <p:spPr>
              <a:xfrm>
                <a:off x="729139" y="3426864"/>
                <a:ext cx="130628" cy="87944"/>
              </a:xfrm>
              <a:prstGeom prst="roundRect">
                <a:avLst>
                  <a:gd fmla="val 33748" name="adj"/>
                </a:avLst>
              </a:prstGeom>
              <a:noFill/>
              <a:ln cap="flat" cmpd="sng" w="12700">
                <a:solidFill>
                  <a:srgbClr val="0A0A0A"/>
                </a:solidFill>
                <a:prstDash val="solid"/>
                <a:round/>
                <a:headEnd len="med" w="med" type="none"/>
                <a:tailEnd len="med" w="med" type="none"/>
              </a:ln>
            </p:spPr>
            <p:txBody>
              <a:bodyPr anchorCtr="0" anchor="ctr" bIns="45700" lIns="91425" rIns="91425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588" name="Shape 588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 flipH="1" rot="10800000">
              <a:off x="1939925" y="2443215"/>
              <a:ext cx="361319" cy="36131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89" name="Shape 589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 flipH="1" rot="10800000">
              <a:off x="2301335" y="2438854"/>
              <a:ext cx="361319" cy="36131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90" name="Shape 590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 flipH="1" rot="10800000">
              <a:off x="2667086" y="2438854"/>
              <a:ext cx="361319" cy="36131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91" name="Shape 591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 flipH="1" rot="10800000">
              <a:off x="3024152" y="2438854"/>
              <a:ext cx="361319" cy="36131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92" name="Shape 592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 flipH="1" rot="10800000">
              <a:off x="3365894" y="2438854"/>
              <a:ext cx="361319" cy="36131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93" name="Shape 593"/>
            <p:cNvPicPr preferRelativeResize="0"/>
            <p:nvPr/>
          </p:nvPicPr>
          <p:blipFill rotWithShape="1">
            <a:blip r:embed="rId8">
              <a:alphaModFix/>
            </a:blip>
            <a:srcRect b="2018" l="16947" r="7956" t="1"/>
            <a:stretch/>
          </p:blipFill>
          <p:spPr>
            <a:xfrm>
              <a:off x="1022246" y="2456808"/>
              <a:ext cx="792480" cy="35140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94" name="Shape 594"/>
          <p:cNvSpPr/>
          <p:nvPr/>
        </p:nvSpPr>
        <p:spPr>
          <a:xfrm>
            <a:off x="2550159" y="2774008"/>
            <a:ext cx="4227963" cy="190532"/>
          </a:xfrm>
          <a:prstGeom prst="leftRight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95" name="Shape 595"/>
          <p:cNvCxnSpPr>
            <a:stCxn id="573" idx="3"/>
            <a:endCxn id="572" idx="2"/>
          </p:cNvCxnSpPr>
          <p:nvPr/>
        </p:nvCxnSpPr>
        <p:spPr>
          <a:xfrm flipH="1" rot="10800000">
            <a:off x="1880025" y="1494769"/>
            <a:ext cx="1793099" cy="2374200"/>
          </a:xfrm>
          <a:prstGeom prst="straightConnector1">
            <a:avLst/>
          </a:prstGeom>
          <a:noFill/>
          <a:ln cap="flat" cmpd="sng" w="25400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96" name="Shape 596"/>
          <p:cNvCxnSpPr>
            <a:stCxn id="573" idx="3"/>
            <a:endCxn id="572" idx="4"/>
          </p:cNvCxnSpPr>
          <p:nvPr/>
        </p:nvCxnSpPr>
        <p:spPr>
          <a:xfrm flipH="1" rot="10800000">
            <a:off x="1880025" y="2410669"/>
            <a:ext cx="3677400" cy="1458300"/>
          </a:xfrm>
          <a:prstGeom prst="straightConnector1">
            <a:avLst/>
          </a:prstGeom>
          <a:noFill/>
          <a:ln cap="flat" cmpd="sng" w="25400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597" name="Shape 59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408328" y="1985600"/>
            <a:ext cx="362420" cy="3490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60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Shape 602"/>
          <p:cNvSpPr txBox="1"/>
          <p:nvPr/>
        </p:nvSpPr>
        <p:spPr>
          <a:xfrm>
            <a:off x="303223" y="-180755"/>
            <a:ext cx="8546135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rIns="91425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5200C"/>
              </a:buClr>
              <a:buSzPct val="25000"/>
              <a:buFont typeface="Arial"/>
              <a:buNone/>
            </a:pPr>
            <a:r>
              <a:rPr b="0" i="0" lang="en" sz="3200" u="none" cap="none" strike="noStrike">
                <a:solidFill>
                  <a:srgbClr val="C0504D"/>
                </a:solidFill>
                <a:latin typeface="Arial"/>
                <a:ea typeface="Arial"/>
                <a:cs typeface="Arial"/>
                <a:sym typeface="Arial"/>
              </a:rPr>
              <a:t>CORD – Software Architecture</a:t>
            </a:r>
          </a:p>
        </p:txBody>
      </p:sp>
      <p:grpSp>
        <p:nvGrpSpPr>
          <p:cNvPr id="603" name="Shape 603"/>
          <p:cNvGrpSpPr/>
          <p:nvPr/>
        </p:nvGrpSpPr>
        <p:grpSpPr>
          <a:xfrm>
            <a:off x="717010" y="769656"/>
            <a:ext cx="7682733" cy="4235945"/>
            <a:chOff x="465947" y="33845"/>
            <a:chExt cx="8701031" cy="4825219"/>
          </a:xfrm>
        </p:grpSpPr>
        <p:sp>
          <p:nvSpPr>
            <p:cNvPr id="604" name="Shape 604"/>
            <p:cNvSpPr/>
            <p:nvPr/>
          </p:nvSpPr>
          <p:spPr>
            <a:xfrm>
              <a:off x="2038098" y="564477"/>
              <a:ext cx="4938464" cy="729116"/>
            </a:xfrm>
            <a:prstGeom prst="rect">
              <a:avLst/>
            </a:prstGeom>
            <a:solidFill>
              <a:srgbClr val="A094F9"/>
            </a:solidFill>
            <a:ln>
              <a:noFill/>
            </a:ln>
          </p:spPr>
          <p:txBody>
            <a:bodyPr anchorCtr="0" anchor="ctr" bIns="45700" lIns="91425" rIns="91425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ct val="25000"/>
                <a:buFont typeface="Arial"/>
                <a:buNone/>
              </a:pPr>
              <a:r>
                <a:rPr b="0" i="0" lang="en" sz="22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XOS</a:t>
              </a:r>
            </a:p>
          </p:txBody>
        </p:sp>
        <p:sp>
          <p:nvSpPr>
            <p:cNvPr id="605" name="Shape 605"/>
            <p:cNvSpPr/>
            <p:nvPr/>
          </p:nvSpPr>
          <p:spPr>
            <a:xfrm>
              <a:off x="465947" y="2112791"/>
              <a:ext cx="4938464" cy="967612"/>
            </a:xfrm>
            <a:prstGeom prst="rect">
              <a:avLst/>
            </a:prstGeom>
            <a:solidFill>
              <a:srgbClr val="A094F9"/>
            </a:solidFill>
            <a:ln>
              <a:noFill/>
            </a:ln>
          </p:spPr>
          <p:txBody>
            <a:bodyPr anchorCtr="0" anchor="t" bIns="45700" lIns="91425" rIns="91425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ct val="25000"/>
                <a:buFont typeface="Arial"/>
                <a:buNone/>
              </a:pPr>
              <a:r>
                <a:rPr b="0" i="0" lang="en" sz="22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OpenStack</a:t>
              </a:r>
            </a:p>
          </p:txBody>
        </p:sp>
        <p:sp>
          <p:nvSpPr>
            <p:cNvPr id="606" name="Shape 606"/>
            <p:cNvSpPr/>
            <p:nvPr/>
          </p:nvSpPr>
          <p:spPr>
            <a:xfrm>
              <a:off x="689808" y="2551208"/>
              <a:ext cx="1316925" cy="446876"/>
            </a:xfrm>
            <a:prstGeom prst="rect">
              <a:avLst/>
            </a:prstGeom>
            <a:gradFill>
              <a:gsLst>
                <a:gs pos="0">
                  <a:srgbClr val="98A6FE"/>
                </a:gs>
                <a:gs pos="35000">
                  <a:srgbClr val="B8C1FD"/>
                </a:gs>
                <a:gs pos="100000">
                  <a:srgbClr val="E3E6FF"/>
                </a:gs>
              </a:gsLst>
              <a:lin ang="16200000" scaled="0"/>
            </a:gradFill>
            <a:ln cap="flat" cmpd="sng" w="9525">
              <a:solidFill>
                <a:srgbClr val="0943AF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rIns="91425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ct val="25000"/>
                <a:buFont typeface="Arial"/>
                <a:buNone/>
              </a:pPr>
              <a:r>
                <a:rPr b="0" i="0" lang="en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Nova</a:t>
              </a:r>
            </a:p>
          </p:txBody>
        </p:sp>
        <p:sp>
          <p:nvSpPr>
            <p:cNvPr id="607" name="Shape 607"/>
            <p:cNvSpPr/>
            <p:nvPr/>
          </p:nvSpPr>
          <p:spPr>
            <a:xfrm>
              <a:off x="2284553" y="2551208"/>
              <a:ext cx="1316925" cy="446876"/>
            </a:xfrm>
            <a:prstGeom prst="rect">
              <a:avLst/>
            </a:prstGeom>
            <a:gradFill>
              <a:gsLst>
                <a:gs pos="0">
                  <a:srgbClr val="98A6FE"/>
                </a:gs>
                <a:gs pos="35000">
                  <a:srgbClr val="B8C1FD"/>
                </a:gs>
                <a:gs pos="100000">
                  <a:srgbClr val="E3E6FF"/>
                </a:gs>
              </a:gsLst>
              <a:lin ang="16200000" scaled="0"/>
            </a:gradFill>
            <a:ln cap="flat" cmpd="sng" w="9525">
              <a:solidFill>
                <a:srgbClr val="0943AF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rIns="91425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ct val="25000"/>
                <a:buFont typeface="Arial"/>
                <a:buNone/>
              </a:pPr>
              <a:r>
                <a:rPr b="0" i="0" lang="en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Keystone</a:t>
              </a:r>
            </a:p>
          </p:txBody>
        </p:sp>
        <p:sp>
          <p:nvSpPr>
            <p:cNvPr id="608" name="Shape 608"/>
            <p:cNvSpPr/>
            <p:nvPr/>
          </p:nvSpPr>
          <p:spPr>
            <a:xfrm>
              <a:off x="3915030" y="2551208"/>
              <a:ext cx="1316925" cy="446876"/>
            </a:xfrm>
            <a:prstGeom prst="rect">
              <a:avLst/>
            </a:prstGeom>
            <a:gradFill>
              <a:gsLst>
                <a:gs pos="0">
                  <a:srgbClr val="98A6FE"/>
                </a:gs>
                <a:gs pos="35000">
                  <a:srgbClr val="B8C1FD"/>
                </a:gs>
                <a:gs pos="100000">
                  <a:srgbClr val="E3E6FF"/>
                </a:gs>
              </a:gsLst>
              <a:lin ang="16200000" scaled="0"/>
            </a:gradFill>
            <a:ln cap="flat" cmpd="sng" w="9525">
              <a:solidFill>
                <a:srgbClr val="0943AF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rIns="91425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ct val="25000"/>
                <a:buFont typeface="Arial"/>
                <a:buNone/>
              </a:pPr>
              <a:r>
                <a:rPr b="0" i="0" lang="en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Neutron</a:t>
              </a:r>
            </a:p>
          </p:txBody>
        </p:sp>
        <p:sp>
          <p:nvSpPr>
            <p:cNvPr id="609" name="Shape 609"/>
            <p:cNvSpPr/>
            <p:nvPr/>
          </p:nvSpPr>
          <p:spPr>
            <a:xfrm>
              <a:off x="5776296" y="3082053"/>
              <a:ext cx="3209533" cy="922223"/>
            </a:xfrm>
            <a:prstGeom prst="rect">
              <a:avLst/>
            </a:prstGeom>
            <a:solidFill>
              <a:srgbClr val="A094F9"/>
            </a:solidFill>
            <a:ln>
              <a:noFill/>
            </a:ln>
          </p:spPr>
          <p:txBody>
            <a:bodyPr anchorCtr="0" anchor="ctr" bIns="45700" lIns="91425" rIns="91425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ct val="25000"/>
                <a:buFont typeface="Arial"/>
                <a:buNone/>
              </a:pPr>
              <a:r>
                <a:rPr b="0" i="0" lang="en" sz="22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ONOS</a:t>
              </a:r>
            </a:p>
          </p:txBody>
        </p:sp>
        <p:sp>
          <p:nvSpPr>
            <p:cNvPr id="610" name="Shape 610"/>
            <p:cNvSpPr/>
            <p:nvPr/>
          </p:nvSpPr>
          <p:spPr>
            <a:xfrm>
              <a:off x="6583457" y="2390555"/>
              <a:ext cx="1316925" cy="607532"/>
            </a:xfrm>
            <a:prstGeom prst="rect">
              <a:avLst/>
            </a:prstGeom>
            <a:gradFill>
              <a:gsLst>
                <a:gs pos="0">
                  <a:schemeClr val="dk1"/>
                </a:gs>
                <a:gs pos="100000">
                  <a:srgbClr val="BABABA"/>
                </a:gs>
              </a:gsLst>
              <a:lin ang="16200000" scaled="0"/>
            </a:gradFill>
            <a:ln>
              <a:noFill/>
            </a:ln>
          </p:spPr>
          <p:txBody>
            <a:bodyPr anchorCtr="0" anchor="ctr" bIns="45700" lIns="91425" rIns="91425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ct val="25000"/>
                <a:buFont typeface="Arial"/>
                <a:buNone/>
              </a:pPr>
              <a:r>
                <a:rPr b="0" i="0" lang="en" sz="14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Control</a:t>
              </a:r>
            </a:p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ct val="25000"/>
                <a:buFont typeface="Arial"/>
                <a:buNone/>
              </a:pPr>
              <a:r>
                <a:rPr b="0" i="0" lang="en" sz="14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Applications</a:t>
              </a:r>
            </a:p>
          </p:txBody>
        </p:sp>
        <p:cxnSp>
          <p:nvCxnSpPr>
            <p:cNvPr id="611" name="Shape 611"/>
            <p:cNvCxnSpPr>
              <a:stCxn id="608" idx="2"/>
            </p:cNvCxnSpPr>
            <p:nvPr/>
          </p:nvCxnSpPr>
          <p:spPr>
            <a:xfrm>
              <a:off x="4573492" y="2998084"/>
              <a:ext cx="1202700" cy="682800"/>
            </a:xfrm>
            <a:prstGeom prst="straightConnector1">
              <a:avLst/>
            </a:prstGeom>
            <a:noFill/>
            <a:ln cap="flat" cmpd="sng" w="25400">
              <a:solidFill>
                <a:srgbClr val="8B81D2"/>
              </a:solidFill>
              <a:prstDash val="solid"/>
              <a:round/>
              <a:headEnd len="med" w="med" type="none"/>
              <a:tailEnd len="lg" w="lg" type="stealth"/>
            </a:ln>
          </p:spPr>
        </p:cxnSp>
        <p:cxnSp>
          <p:nvCxnSpPr>
            <p:cNvPr id="612" name="Shape 612"/>
            <p:cNvCxnSpPr>
              <a:stCxn id="604" idx="2"/>
              <a:endCxn id="605" idx="0"/>
            </p:cNvCxnSpPr>
            <p:nvPr/>
          </p:nvCxnSpPr>
          <p:spPr>
            <a:xfrm flipH="1">
              <a:off x="2935330" y="1293593"/>
              <a:ext cx="1572000" cy="819000"/>
            </a:xfrm>
            <a:prstGeom prst="straightConnector1">
              <a:avLst/>
            </a:prstGeom>
            <a:noFill/>
            <a:ln cap="flat" cmpd="sng" w="25400">
              <a:solidFill>
                <a:schemeClr val="accent5"/>
              </a:solidFill>
              <a:prstDash val="solid"/>
              <a:round/>
              <a:headEnd len="med" w="med" type="none"/>
              <a:tailEnd len="lg" w="lg" type="stealth"/>
            </a:ln>
          </p:spPr>
        </p:cxnSp>
        <p:cxnSp>
          <p:nvCxnSpPr>
            <p:cNvPr id="613" name="Shape 613"/>
            <p:cNvCxnSpPr>
              <a:stCxn id="604" idx="2"/>
              <a:endCxn id="610" idx="0"/>
            </p:cNvCxnSpPr>
            <p:nvPr/>
          </p:nvCxnSpPr>
          <p:spPr>
            <a:xfrm>
              <a:off x="4507330" y="1293593"/>
              <a:ext cx="2734800" cy="1097100"/>
            </a:xfrm>
            <a:prstGeom prst="straightConnector1">
              <a:avLst/>
            </a:prstGeom>
            <a:noFill/>
            <a:ln cap="flat" cmpd="sng" w="25400">
              <a:solidFill>
                <a:srgbClr val="8B81D2"/>
              </a:solidFill>
              <a:prstDash val="solid"/>
              <a:round/>
              <a:headEnd len="med" w="med" type="none"/>
              <a:tailEnd len="lg" w="lg" type="stealth"/>
            </a:ln>
          </p:spPr>
        </p:cxnSp>
        <p:sp>
          <p:nvSpPr>
            <p:cNvPr id="614" name="Shape 614"/>
            <p:cNvSpPr/>
            <p:nvPr/>
          </p:nvSpPr>
          <p:spPr>
            <a:xfrm>
              <a:off x="3496475" y="33845"/>
              <a:ext cx="1988793" cy="446876"/>
            </a:xfrm>
            <a:prstGeom prst="rect">
              <a:avLst/>
            </a:prstGeom>
            <a:gradFill>
              <a:gsLst>
                <a:gs pos="0">
                  <a:schemeClr val="dk1"/>
                </a:gs>
                <a:gs pos="100000">
                  <a:srgbClr val="BABABA"/>
                </a:gs>
              </a:gsLst>
              <a:lin ang="16200000" scaled="0"/>
            </a:gradFill>
            <a:ln>
              <a:noFill/>
            </a:ln>
          </p:spPr>
          <p:txBody>
            <a:bodyPr anchorCtr="0" anchor="ctr" bIns="45700" lIns="91425" rIns="91425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ct val="25000"/>
                <a:buFont typeface="Arial"/>
                <a:buNone/>
              </a:pPr>
              <a:r>
                <a:rPr b="0" i="0" lang="en" sz="14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VNFs/Network Control Apps</a:t>
              </a:r>
            </a:p>
          </p:txBody>
        </p:sp>
        <p:sp>
          <p:nvSpPr>
            <p:cNvPr id="615" name="Shape 615"/>
            <p:cNvSpPr txBox="1"/>
            <p:nvPr/>
          </p:nvSpPr>
          <p:spPr>
            <a:xfrm>
              <a:off x="5116310" y="167258"/>
              <a:ext cx="434071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rIns="91425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ct val="25000"/>
                <a:buFont typeface="Arial"/>
                <a:buNone/>
              </a:pPr>
              <a:r>
                <a:rPr b="0" i="0" lang="en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. . .</a:t>
              </a:r>
            </a:p>
          </p:txBody>
        </p:sp>
        <p:sp>
          <p:nvSpPr>
            <p:cNvPr id="616" name="Shape 616"/>
            <p:cNvSpPr txBox="1"/>
            <p:nvPr/>
          </p:nvSpPr>
          <p:spPr>
            <a:xfrm>
              <a:off x="3426439" y="143059"/>
              <a:ext cx="434071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rIns="91425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ct val="25000"/>
                <a:buFont typeface="Arial"/>
                <a:buNone/>
              </a:pPr>
              <a:r>
                <a:rPr b="0" i="0" lang="en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. . .</a:t>
              </a:r>
            </a:p>
          </p:txBody>
        </p:sp>
        <p:sp>
          <p:nvSpPr>
            <p:cNvPr id="617" name="Shape 617"/>
            <p:cNvSpPr txBox="1"/>
            <p:nvPr/>
          </p:nvSpPr>
          <p:spPr>
            <a:xfrm>
              <a:off x="7853347" y="2685806"/>
              <a:ext cx="434071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rIns="91425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ct val="25000"/>
                <a:buFont typeface="Arial"/>
                <a:buNone/>
              </a:pPr>
              <a:r>
                <a:rPr b="0" i="0" lang="en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. . .</a:t>
              </a:r>
            </a:p>
          </p:txBody>
        </p:sp>
        <p:sp>
          <p:nvSpPr>
            <p:cNvPr id="618" name="Shape 618"/>
            <p:cNvSpPr txBox="1"/>
            <p:nvPr/>
          </p:nvSpPr>
          <p:spPr>
            <a:xfrm>
              <a:off x="6150276" y="2685806"/>
              <a:ext cx="434071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rIns="91425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ct val="25000"/>
                <a:buFont typeface="Arial"/>
                <a:buNone/>
              </a:pPr>
              <a:r>
                <a:rPr b="0" i="0" lang="en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. . .</a:t>
              </a:r>
            </a:p>
          </p:txBody>
        </p:sp>
        <p:sp>
          <p:nvSpPr>
            <p:cNvPr id="619" name="Shape 619"/>
            <p:cNvSpPr txBox="1"/>
            <p:nvPr/>
          </p:nvSpPr>
          <p:spPr>
            <a:xfrm>
              <a:off x="5485269" y="4263058"/>
              <a:ext cx="3681709" cy="59600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rIns="91425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ct val="25000"/>
                <a:buFont typeface="Arial"/>
                <a:buNone/>
              </a:pPr>
              <a:r>
                <a:rPr b="0" i="0" lang="en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Virtual Networks and other Flow Rules</a:t>
              </a: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ct val="25000"/>
                <a:buFont typeface="Arial"/>
                <a:buNone/>
              </a:pPr>
              <a:r>
                <a:rPr b="0" i="0" lang="en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(programmed into switching fabric)</a:t>
              </a:r>
            </a:p>
          </p:txBody>
        </p:sp>
        <p:cxnSp>
          <p:nvCxnSpPr>
            <p:cNvPr id="620" name="Shape 620"/>
            <p:cNvCxnSpPr/>
            <p:nvPr/>
          </p:nvCxnSpPr>
          <p:spPr>
            <a:xfrm>
              <a:off x="6567093" y="3967348"/>
              <a:ext cx="17252" cy="295709"/>
            </a:xfrm>
            <a:prstGeom prst="straightConnector1">
              <a:avLst/>
            </a:prstGeom>
            <a:noFill/>
            <a:ln cap="flat" cmpd="sng" w="25400">
              <a:solidFill>
                <a:srgbClr val="8B81D2"/>
              </a:solidFill>
              <a:prstDash val="solid"/>
              <a:round/>
              <a:headEnd len="med" w="med" type="none"/>
              <a:tailEnd len="lg" w="lg" type="stealth"/>
            </a:ln>
          </p:spPr>
        </p:cxnSp>
        <p:sp>
          <p:nvSpPr>
            <p:cNvPr id="621" name="Shape 621"/>
            <p:cNvSpPr txBox="1"/>
            <p:nvPr/>
          </p:nvSpPr>
          <p:spPr>
            <a:xfrm>
              <a:off x="477418" y="3335823"/>
              <a:ext cx="1750875" cy="73866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rIns="91425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ct val="25000"/>
                <a:buFont typeface="Arial"/>
                <a:buNone/>
              </a:pPr>
              <a:r>
                <a:rPr b="0" i="0" lang="en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Virtual Machines</a:t>
              </a: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ct val="25000"/>
                <a:buFont typeface="Arial"/>
                <a:buNone/>
              </a:pPr>
              <a:r>
                <a:rPr b="0" i="0" lang="en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(instantiated on</a:t>
              </a: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ct val="25000"/>
                <a:buFont typeface="Arial"/>
                <a:buNone/>
              </a:pPr>
              <a:r>
                <a:rPr b="0" i="0" lang="en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commodity servers)</a:t>
              </a:r>
            </a:p>
          </p:txBody>
        </p:sp>
        <p:cxnSp>
          <p:nvCxnSpPr>
            <p:cNvPr id="622" name="Shape 622"/>
            <p:cNvCxnSpPr>
              <a:stCxn id="606" idx="2"/>
              <a:endCxn id="621" idx="0"/>
            </p:cNvCxnSpPr>
            <p:nvPr/>
          </p:nvCxnSpPr>
          <p:spPr>
            <a:xfrm>
              <a:off x="1348270" y="2998084"/>
              <a:ext cx="4500" cy="337500"/>
            </a:xfrm>
            <a:prstGeom prst="straightConnector1">
              <a:avLst/>
            </a:prstGeom>
            <a:noFill/>
            <a:ln cap="flat" cmpd="sng" w="25400">
              <a:solidFill>
                <a:schemeClr val="accent1"/>
              </a:solidFill>
              <a:prstDash val="solid"/>
              <a:round/>
              <a:headEnd len="med" w="med" type="none"/>
              <a:tailEnd len="lg" w="lg" type="stealth"/>
            </a:ln>
          </p:spPr>
        </p:cxnSp>
      </p:grpSp>
      <p:cxnSp>
        <p:nvCxnSpPr>
          <p:cNvPr id="623" name="Shape 623"/>
          <p:cNvCxnSpPr/>
          <p:nvPr/>
        </p:nvCxnSpPr>
        <p:spPr>
          <a:xfrm>
            <a:off x="7577327" y="4125626"/>
            <a:ext cx="15234" cy="259596"/>
          </a:xfrm>
          <a:prstGeom prst="straightConnector1">
            <a:avLst/>
          </a:prstGeom>
          <a:noFill/>
          <a:ln cap="flat" cmpd="sng" w="25400">
            <a:solidFill>
              <a:srgbClr val="8B81D2"/>
            </a:solidFill>
            <a:prstDash val="solid"/>
            <a:round/>
            <a:headEnd len="med" w="med" type="none"/>
            <a:tailEnd len="lg" w="lg" type="stealth"/>
          </a:ln>
        </p:spPr>
      </p:cxnSp>
      <p:sp>
        <p:nvSpPr>
          <p:cNvPr id="624" name="Shape 624"/>
          <p:cNvSpPr/>
          <p:nvPr/>
        </p:nvSpPr>
        <p:spPr>
          <a:xfrm>
            <a:off x="6918959" y="1005840"/>
            <a:ext cx="1351312" cy="670559"/>
          </a:xfrm>
          <a:prstGeom prst="wedgeRoundRectCallout">
            <a:avLst>
              <a:gd fmla="val -83364" name="adj1"/>
              <a:gd fmla="val -20833" name="adj2"/>
              <a:gd fmla="val 16667" name="adj3"/>
            </a:avLst>
          </a:prstGeom>
          <a:solidFill>
            <a:srgbClr val="FFB2B2"/>
          </a:solidFill>
          <a:ln cap="flat" cmpd="sng" w="9525">
            <a:solidFill>
              <a:srgbClr val="636363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Manage</a:t>
            </a: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VNFsNet Control Apps</a:t>
            </a:r>
          </a:p>
        </p:txBody>
      </p:sp>
      <p:sp>
        <p:nvSpPr>
          <p:cNvPr id="625" name="Shape 625"/>
          <p:cNvSpPr/>
          <p:nvPr/>
        </p:nvSpPr>
        <p:spPr>
          <a:xfrm>
            <a:off x="7315200" y="2058736"/>
            <a:ext cx="1788160" cy="670559"/>
          </a:xfrm>
          <a:prstGeom prst="wedgeRoundRectCallout">
            <a:avLst>
              <a:gd fmla="val -27004" name="adj1"/>
              <a:gd fmla="val 139773" name="adj2"/>
              <a:gd fmla="val 16667" name="adj3"/>
            </a:avLst>
          </a:prstGeom>
          <a:solidFill>
            <a:srgbClr val="FFB2B2"/>
          </a:solidFill>
          <a:ln cap="flat" cmpd="sng" w="9525">
            <a:solidFill>
              <a:srgbClr val="636363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Manage Fabric and</a:t>
            </a: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Host Control Apps</a:t>
            </a:r>
          </a:p>
        </p:txBody>
      </p:sp>
      <p:sp>
        <p:nvSpPr>
          <p:cNvPr id="626" name="Shape 626"/>
          <p:cNvSpPr/>
          <p:nvPr/>
        </p:nvSpPr>
        <p:spPr>
          <a:xfrm>
            <a:off x="2897264" y="3862142"/>
            <a:ext cx="1540831" cy="670559"/>
          </a:xfrm>
          <a:prstGeom prst="wedgeRoundRectCallout">
            <a:avLst>
              <a:gd fmla="val -37500" name="adj1"/>
              <a:gd fmla="val -123863" name="adj2"/>
              <a:gd fmla="val 16667" name="adj3"/>
            </a:avLst>
          </a:prstGeom>
          <a:solidFill>
            <a:srgbClr val="FFB2B2"/>
          </a:solidFill>
          <a:ln cap="flat" cmpd="sng" w="9525">
            <a:solidFill>
              <a:srgbClr val="636363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Manage Virtual</a:t>
            </a: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Infrastructure</a:t>
            </a:r>
          </a:p>
        </p:txBody>
      </p:sp>
    </p:spTree>
  </p:cSld>
  <p:clrMapOvr>
    <a:masterClrMapping/>
  </p:clrMapOvr>
  <p:transition spd="slow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630" name="Shape 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1" name="Shape 631"/>
          <p:cNvGrpSpPr/>
          <p:nvPr/>
        </p:nvGrpSpPr>
        <p:grpSpPr>
          <a:xfrm>
            <a:off x="7161031" y="3470749"/>
            <a:ext cx="931869" cy="588808"/>
            <a:chOff x="7604610" y="3288405"/>
            <a:chExt cx="931869" cy="588808"/>
          </a:xfrm>
        </p:grpSpPr>
        <p:pic>
          <p:nvPicPr>
            <p:cNvPr id="632" name="Shape 63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04610" y="3288405"/>
              <a:ext cx="740847" cy="588808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633" name="Shape 633"/>
            <p:cNvGrpSpPr/>
            <p:nvPr/>
          </p:nvGrpSpPr>
          <p:grpSpPr>
            <a:xfrm rot="5400000">
              <a:off x="8201201" y="3499877"/>
              <a:ext cx="414356" cy="256199"/>
              <a:chOff x="9332200" y="4662707"/>
              <a:chExt cx="980183" cy="359729"/>
            </a:xfrm>
          </p:grpSpPr>
          <p:cxnSp>
            <p:nvCxnSpPr>
              <p:cNvPr id="634" name="Shape 634"/>
              <p:cNvCxnSpPr/>
              <p:nvPr/>
            </p:nvCxnSpPr>
            <p:spPr>
              <a:xfrm>
                <a:off x="9332200" y="4662707"/>
                <a:ext cx="9960" cy="355819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35" name="Shape 635"/>
              <p:cNvCxnSpPr/>
              <p:nvPr/>
            </p:nvCxnSpPr>
            <p:spPr>
              <a:xfrm>
                <a:off x="9495564" y="4662707"/>
                <a:ext cx="9960" cy="355819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36" name="Shape 636"/>
              <p:cNvCxnSpPr/>
              <p:nvPr/>
            </p:nvCxnSpPr>
            <p:spPr>
              <a:xfrm>
                <a:off x="9660918" y="4666617"/>
                <a:ext cx="11953" cy="355819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37" name="Shape 637"/>
              <p:cNvCxnSpPr/>
              <p:nvPr/>
            </p:nvCxnSpPr>
            <p:spPr>
              <a:xfrm>
                <a:off x="9822292" y="4662707"/>
                <a:ext cx="9960" cy="355819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38" name="Shape 638"/>
              <p:cNvCxnSpPr/>
              <p:nvPr/>
            </p:nvCxnSpPr>
            <p:spPr>
              <a:xfrm>
                <a:off x="9967725" y="4664664"/>
                <a:ext cx="11953" cy="355819"/>
              </a:xfrm>
              <a:prstGeom prst="straightConnector1">
                <a:avLst/>
              </a:prstGeom>
              <a:noFill/>
              <a:ln cap="flat" cmpd="sng" w="38100">
                <a:solidFill>
                  <a:srgbClr val="FF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39" name="Shape 639"/>
              <p:cNvCxnSpPr/>
              <p:nvPr/>
            </p:nvCxnSpPr>
            <p:spPr>
              <a:xfrm>
                <a:off x="10129096" y="4666617"/>
                <a:ext cx="11953" cy="355819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accent5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40" name="Shape 640"/>
              <p:cNvCxnSpPr/>
              <p:nvPr/>
            </p:nvCxnSpPr>
            <p:spPr>
              <a:xfrm>
                <a:off x="10302421" y="4664662"/>
                <a:ext cx="9962" cy="355819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accent3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sp>
        <p:nvSpPr>
          <p:cNvPr id="641" name="Shape 641"/>
          <p:cNvSpPr/>
          <p:nvPr/>
        </p:nvSpPr>
        <p:spPr>
          <a:xfrm>
            <a:off x="1302598" y="2555256"/>
            <a:ext cx="6599284" cy="1057731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2" name="Shape 642"/>
          <p:cNvSpPr txBox="1"/>
          <p:nvPr/>
        </p:nvSpPr>
        <p:spPr>
          <a:xfrm rot="5400000">
            <a:off x="7828220" y="3504439"/>
            <a:ext cx="1207342" cy="5847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SzPct val="25000"/>
              <a:buNone/>
            </a:pPr>
            <a:r>
              <a:rPr b="0" i="0" lang="en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ROADM</a:t>
            </a:r>
          </a:p>
          <a:p>
            <a:pPr indent="0" lvl="0" marL="0" marR="0" rtl="0" algn="ctr">
              <a:spcBef>
                <a:spcPts val="0"/>
              </a:spcBef>
              <a:buSzPct val="25000"/>
              <a:buNone/>
            </a:pPr>
            <a:r>
              <a:rPr b="0" i="0" lang="en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(Core)</a:t>
            </a:r>
          </a:p>
        </p:txBody>
      </p:sp>
      <p:pic>
        <p:nvPicPr>
          <p:cNvPr id="643" name="Shape 64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994332" y="2688527"/>
            <a:ext cx="489650" cy="157047"/>
          </a:xfrm>
          <a:prstGeom prst="rect">
            <a:avLst/>
          </a:prstGeom>
          <a:noFill/>
          <a:ln>
            <a:noFill/>
          </a:ln>
        </p:spPr>
      </p:pic>
      <p:pic>
        <p:nvPicPr>
          <p:cNvPr id="644" name="Shape 64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032410" y="2688527"/>
            <a:ext cx="489650" cy="157047"/>
          </a:xfrm>
          <a:prstGeom prst="rect">
            <a:avLst/>
          </a:prstGeom>
          <a:noFill/>
          <a:ln>
            <a:noFill/>
          </a:ln>
        </p:spPr>
      </p:pic>
      <p:pic>
        <p:nvPicPr>
          <p:cNvPr id="645" name="Shape 64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70487" y="2688527"/>
            <a:ext cx="489650" cy="157047"/>
          </a:xfrm>
          <a:prstGeom prst="rect">
            <a:avLst/>
          </a:prstGeom>
          <a:noFill/>
          <a:ln>
            <a:noFill/>
          </a:ln>
        </p:spPr>
      </p:pic>
      <p:pic>
        <p:nvPicPr>
          <p:cNvPr id="646" name="Shape 64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08567" y="2688527"/>
            <a:ext cx="489650" cy="157047"/>
          </a:xfrm>
          <a:prstGeom prst="rect">
            <a:avLst/>
          </a:prstGeom>
          <a:noFill/>
          <a:ln>
            <a:noFill/>
          </a:ln>
        </p:spPr>
      </p:pic>
      <p:pic>
        <p:nvPicPr>
          <p:cNvPr id="647" name="Shape 64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11328" y="3400535"/>
            <a:ext cx="489650" cy="157047"/>
          </a:xfrm>
          <a:prstGeom prst="rect">
            <a:avLst/>
          </a:prstGeom>
          <a:noFill/>
          <a:ln>
            <a:noFill/>
          </a:ln>
        </p:spPr>
      </p:pic>
      <p:pic>
        <p:nvPicPr>
          <p:cNvPr id="648" name="Shape 64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978123" y="3400535"/>
            <a:ext cx="489650" cy="157047"/>
          </a:xfrm>
          <a:prstGeom prst="rect">
            <a:avLst/>
          </a:prstGeom>
          <a:noFill/>
          <a:ln>
            <a:noFill/>
          </a:ln>
        </p:spPr>
      </p:pic>
      <p:pic>
        <p:nvPicPr>
          <p:cNvPr id="649" name="Shape 64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44535" y="3400535"/>
            <a:ext cx="489650" cy="157047"/>
          </a:xfrm>
          <a:prstGeom prst="rect">
            <a:avLst/>
          </a:prstGeom>
          <a:noFill/>
          <a:ln>
            <a:noFill/>
          </a:ln>
        </p:spPr>
      </p:pic>
      <p:pic>
        <p:nvPicPr>
          <p:cNvPr id="650" name="Shape 65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77739" y="3400535"/>
            <a:ext cx="489650" cy="157047"/>
          </a:xfrm>
          <a:prstGeom prst="rect">
            <a:avLst/>
          </a:prstGeom>
          <a:noFill/>
          <a:ln>
            <a:noFill/>
          </a:ln>
        </p:spPr>
      </p:pic>
      <p:pic>
        <p:nvPicPr>
          <p:cNvPr id="651" name="Shape 65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310946" y="3400535"/>
            <a:ext cx="489650" cy="157047"/>
          </a:xfrm>
          <a:prstGeom prst="rect">
            <a:avLst/>
          </a:prstGeom>
          <a:noFill/>
          <a:ln>
            <a:noFill/>
          </a:ln>
        </p:spPr>
      </p:pic>
      <p:pic>
        <p:nvPicPr>
          <p:cNvPr id="652" name="Shape 65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867871" y="3608737"/>
            <a:ext cx="711376" cy="1120417"/>
          </a:xfrm>
          <a:prstGeom prst="rect">
            <a:avLst/>
          </a:prstGeom>
          <a:noFill/>
          <a:ln>
            <a:noFill/>
          </a:ln>
        </p:spPr>
      </p:pic>
      <p:pic>
        <p:nvPicPr>
          <p:cNvPr id="653" name="Shape 65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704510" y="3608737"/>
            <a:ext cx="711376" cy="1120417"/>
          </a:xfrm>
          <a:prstGeom prst="rect">
            <a:avLst/>
          </a:prstGeom>
          <a:noFill/>
          <a:ln>
            <a:noFill/>
          </a:ln>
        </p:spPr>
      </p:pic>
      <p:pic>
        <p:nvPicPr>
          <p:cNvPr id="654" name="Shape 65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541150" y="3608737"/>
            <a:ext cx="711376" cy="1120417"/>
          </a:xfrm>
          <a:prstGeom prst="rect">
            <a:avLst/>
          </a:prstGeom>
          <a:noFill/>
          <a:ln>
            <a:noFill/>
          </a:ln>
        </p:spPr>
      </p:pic>
      <p:pic>
        <p:nvPicPr>
          <p:cNvPr id="655" name="Shape 65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77789" y="3608737"/>
            <a:ext cx="711376" cy="112041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56" name="Shape 656"/>
          <p:cNvCxnSpPr>
            <a:stCxn id="648" idx="0"/>
            <a:endCxn id="643" idx="2"/>
          </p:cNvCxnSpPr>
          <p:nvPr/>
        </p:nvCxnSpPr>
        <p:spPr>
          <a:xfrm rot="10800000">
            <a:off x="3239248" y="2845535"/>
            <a:ext cx="983700" cy="55500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57" name="Shape 657"/>
          <p:cNvCxnSpPr>
            <a:stCxn id="647" idx="0"/>
            <a:endCxn id="643" idx="2"/>
          </p:cNvCxnSpPr>
          <p:nvPr/>
        </p:nvCxnSpPr>
        <p:spPr>
          <a:xfrm rot="10800000">
            <a:off x="3239054" y="2845535"/>
            <a:ext cx="1817100" cy="55500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58" name="Shape 658"/>
          <p:cNvCxnSpPr>
            <a:stCxn id="649" idx="0"/>
            <a:endCxn id="643" idx="2"/>
          </p:cNvCxnSpPr>
          <p:nvPr/>
        </p:nvCxnSpPr>
        <p:spPr>
          <a:xfrm rot="10800000">
            <a:off x="3239160" y="2845535"/>
            <a:ext cx="2650200" cy="55500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59" name="Shape 659"/>
          <p:cNvCxnSpPr>
            <a:stCxn id="650" idx="0"/>
            <a:endCxn id="643" idx="2"/>
          </p:cNvCxnSpPr>
          <p:nvPr/>
        </p:nvCxnSpPr>
        <p:spPr>
          <a:xfrm rot="10800000">
            <a:off x="3239265" y="2845535"/>
            <a:ext cx="3483300" cy="55500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60" name="Shape 660"/>
          <p:cNvCxnSpPr>
            <a:stCxn id="651" idx="0"/>
            <a:endCxn id="643" idx="2"/>
          </p:cNvCxnSpPr>
          <p:nvPr/>
        </p:nvCxnSpPr>
        <p:spPr>
          <a:xfrm rot="10800000">
            <a:off x="3239072" y="2845535"/>
            <a:ext cx="4316700" cy="55500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61" name="Shape 661"/>
          <p:cNvCxnSpPr>
            <a:stCxn id="648" idx="0"/>
            <a:endCxn id="644" idx="2"/>
          </p:cNvCxnSpPr>
          <p:nvPr/>
        </p:nvCxnSpPr>
        <p:spPr>
          <a:xfrm flipH="1" rot="10800000">
            <a:off x="4222948" y="2845535"/>
            <a:ext cx="54300" cy="55500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62" name="Shape 662"/>
          <p:cNvCxnSpPr>
            <a:stCxn id="647" idx="0"/>
            <a:endCxn id="644" idx="2"/>
          </p:cNvCxnSpPr>
          <p:nvPr/>
        </p:nvCxnSpPr>
        <p:spPr>
          <a:xfrm rot="10800000">
            <a:off x="4277354" y="2845535"/>
            <a:ext cx="778800" cy="55500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63" name="Shape 663"/>
          <p:cNvCxnSpPr>
            <a:stCxn id="649" idx="0"/>
            <a:endCxn id="644" idx="2"/>
          </p:cNvCxnSpPr>
          <p:nvPr/>
        </p:nvCxnSpPr>
        <p:spPr>
          <a:xfrm rot="10800000">
            <a:off x="4277160" y="2845535"/>
            <a:ext cx="1612200" cy="55500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64" name="Shape 664"/>
          <p:cNvCxnSpPr>
            <a:stCxn id="650" idx="0"/>
            <a:endCxn id="644" idx="2"/>
          </p:cNvCxnSpPr>
          <p:nvPr/>
        </p:nvCxnSpPr>
        <p:spPr>
          <a:xfrm rot="10800000">
            <a:off x="4277265" y="2845535"/>
            <a:ext cx="2445300" cy="55500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65" name="Shape 665"/>
          <p:cNvCxnSpPr>
            <a:stCxn id="651" idx="0"/>
            <a:endCxn id="644" idx="2"/>
          </p:cNvCxnSpPr>
          <p:nvPr/>
        </p:nvCxnSpPr>
        <p:spPr>
          <a:xfrm rot="10800000">
            <a:off x="4277372" y="2845535"/>
            <a:ext cx="3278400" cy="55500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66" name="Shape 666"/>
          <p:cNvCxnSpPr>
            <a:stCxn id="651" idx="0"/>
            <a:endCxn id="645" idx="2"/>
          </p:cNvCxnSpPr>
          <p:nvPr/>
        </p:nvCxnSpPr>
        <p:spPr>
          <a:xfrm rot="10800000">
            <a:off x="5315372" y="2845535"/>
            <a:ext cx="2240400" cy="55500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67" name="Shape 667"/>
          <p:cNvCxnSpPr>
            <a:stCxn id="650" idx="0"/>
            <a:endCxn id="645" idx="2"/>
          </p:cNvCxnSpPr>
          <p:nvPr/>
        </p:nvCxnSpPr>
        <p:spPr>
          <a:xfrm rot="10800000">
            <a:off x="5315265" y="2845535"/>
            <a:ext cx="1407300" cy="55500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68" name="Shape 668"/>
          <p:cNvCxnSpPr>
            <a:stCxn id="649" idx="0"/>
            <a:endCxn id="645" idx="2"/>
          </p:cNvCxnSpPr>
          <p:nvPr/>
        </p:nvCxnSpPr>
        <p:spPr>
          <a:xfrm rot="10800000">
            <a:off x="5315460" y="2845535"/>
            <a:ext cx="573900" cy="55500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69" name="Shape 669"/>
          <p:cNvCxnSpPr>
            <a:stCxn id="647" idx="0"/>
            <a:endCxn id="645" idx="2"/>
          </p:cNvCxnSpPr>
          <p:nvPr/>
        </p:nvCxnSpPr>
        <p:spPr>
          <a:xfrm flipH="1" rot="10800000">
            <a:off x="5056154" y="2845535"/>
            <a:ext cx="259200" cy="55500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70" name="Shape 670"/>
          <p:cNvCxnSpPr>
            <a:stCxn id="648" idx="0"/>
            <a:endCxn id="645" idx="2"/>
          </p:cNvCxnSpPr>
          <p:nvPr/>
        </p:nvCxnSpPr>
        <p:spPr>
          <a:xfrm flipH="1" rot="10800000">
            <a:off x="4222948" y="2845535"/>
            <a:ext cx="1092300" cy="55500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671" name="Shape 671"/>
          <p:cNvGrpSpPr/>
          <p:nvPr/>
        </p:nvGrpSpPr>
        <p:grpSpPr>
          <a:xfrm>
            <a:off x="1480353" y="2845558"/>
            <a:ext cx="4872925" cy="708658"/>
            <a:chOff x="1480350" y="3161732"/>
            <a:chExt cx="4872925" cy="787398"/>
          </a:xfrm>
        </p:grpSpPr>
        <p:cxnSp>
          <p:nvCxnSpPr>
            <p:cNvPr id="672" name="Shape 672"/>
            <p:cNvCxnSpPr>
              <a:stCxn id="673" idx="0"/>
              <a:endCxn id="645" idx="2"/>
            </p:cNvCxnSpPr>
            <p:nvPr/>
          </p:nvCxnSpPr>
          <p:spPr>
            <a:xfrm flipH="1" rot="10800000">
              <a:off x="1725176" y="3161732"/>
              <a:ext cx="3590100" cy="612900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674" name="Shape 674"/>
            <p:cNvGrpSpPr/>
            <p:nvPr/>
          </p:nvGrpSpPr>
          <p:grpSpPr>
            <a:xfrm>
              <a:off x="1480350" y="3161732"/>
              <a:ext cx="4872925" cy="787398"/>
              <a:chOff x="1478501" y="3165473"/>
              <a:chExt cx="4872925" cy="787398"/>
            </a:xfrm>
          </p:grpSpPr>
          <p:pic>
            <p:nvPicPr>
              <p:cNvPr id="673" name="Shape 673"/>
              <p:cNvPicPr preferRelativeResize="0"/>
              <p:nvPr/>
            </p:nvPicPr>
            <p:blipFill rotWithShape="1">
              <a:blip r:embed="rId6">
                <a:alphaModFix/>
              </a:blip>
              <a:srcRect b="0" l="0" r="0" t="0"/>
              <a:stretch/>
            </p:blipFill>
            <p:spPr>
              <a:xfrm>
                <a:off x="1478501" y="3778373"/>
                <a:ext cx="489650" cy="174498"/>
              </a:xfrm>
              <a:prstGeom prst="rect">
                <a:avLst/>
              </a:prstGeom>
              <a:noFill/>
              <a:ln>
                <a:noFill/>
              </a:ln>
            </p:spPr>
          </p:pic>
          <p:cxnSp>
            <p:nvCxnSpPr>
              <p:cNvPr id="675" name="Shape 675"/>
              <p:cNvCxnSpPr>
                <a:stCxn id="673" idx="0"/>
                <a:endCxn id="643" idx="2"/>
              </p:cNvCxnSpPr>
              <p:nvPr/>
            </p:nvCxnSpPr>
            <p:spPr>
              <a:xfrm flipH="1" rot="10800000">
                <a:off x="1723327" y="3165473"/>
                <a:ext cx="1514100" cy="6129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7F7F7F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76" name="Shape 676"/>
              <p:cNvCxnSpPr>
                <a:stCxn id="673" idx="0"/>
                <a:endCxn id="644" idx="2"/>
              </p:cNvCxnSpPr>
              <p:nvPr/>
            </p:nvCxnSpPr>
            <p:spPr>
              <a:xfrm flipH="1" rot="10800000">
                <a:off x="1723327" y="3165473"/>
                <a:ext cx="2552099" cy="6129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7F7F7F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77" name="Shape 677"/>
              <p:cNvCxnSpPr>
                <a:stCxn id="673" idx="0"/>
                <a:endCxn id="646" idx="2"/>
              </p:cNvCxnSpPr>
              <p:nvPr/>
            </p:nvCxnSpPr>
            <p:spPr>
              <a:xfrm flipH="1" rot="10800000">
                <a:off x="1723327" y="3165473"/>
                <a:ext cx="4628100" cy="6129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7F7F7F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grpSp>
        <p:nvGrpSpPr>
          <p:cNvPr id="678" name="Shape 678"/>
          <p:cNvGrpSpPr/>
          <p:nvPr/>
        </p:nvGrpSpPr>
        <p:grpSpPr>
          <a:xfrm>
            <a:off x="2311711" y="2845415"/>
            <a:ext cx="4041625" cy="712168"/>
            <a:chOff x="2311708" y="3161573"/>
            <a:chExt cx="4041625" cy="791298"/>
          </a:xfrm>
        </p:grpSpPr>
        <p:pic>
          <p:nvPicPr>
            <p:cNvPr id="679" name="Shape 679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2311708" y="3778373"/>
              <a:ext cx="489650" cy="174498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680" name="Shape 680"/>
            <p:cNvCxnSpPr>
              <a:stCxn id="679" idx="0"/>
              <a:endCxn id="643" idx="2"/>
            </p:cNvCxnSpPr>
            <p:nvPr/>
          </p:nvCxnSpPr>
          <p:spPr>
            <a:xfrm flipH="1" rot="10800000">
              <a:off x="2556533" y="3161573"/>
              <a:ext cx="682500" cy="616800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81" name="Shape 681"/>
            <p:cNvCxnSpPr>
              <a:stCxn id="679" idx="0"/>
              <a:endCxn id="644" idx="2"/>
            </p:cNvCxnSpPr>
            <p:nvPr/>
          </p:nvCxnSpPr>
          <p:spPr>
            <a:xfrm flipH="1" rot="10800000">
              <a:off x="2556533" y="3161573"/>
              <a:ext cx="1720800" cy="616800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82" name="Shape 682"/>
            <p:cNvCxnSpPr>
              <a:stCxn id="679" idx="0"/>
              <a:endCxn id="645" idx="2"/>
            </p:cNvCxnSpPr>
            <p:nvPr/>
          </p:nvCxnSpPr>
          <p:spPr>
            <a:xfrm flipH="1" rot="10800000">
              <a:off x="2556533" y="3161573"/>
              <a:ext cx="2758800" cy="616800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83" name="Shape 683"/>
            <p:cNvCxnSpPr>
              <a:stCxn id="679" idx="0"/>
              <a:endCxn id="646" idx="2"/>
            </p:cNvCxnSpPr>
            <p:nvPr/>
          </p:nvCxnSpPr>
          <p:spPr>
            <a:xfrm flipH="1" rot="10800000">
              <a:off x="2556533" y="3161573"/>
              <a:ext cx="3796800" cy="616800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684" name="Shape 684"/>
          <p:cNvGrpSpPr/>
          <p:nvPr/>
        </p:nvGrpSpPr>
        <p:grpSpPr>
          <a:xfrm>
            <a:off x="3144917" y="2845415"/>
            <a:ext cx="3208525" cy="712168"/>
            <a:chOff x="3144914" y="3161573"/>
            <a:chExt cx="3208525" cy="791298"/>
          </a:xfrm>
        </p:grpSpPr>
        <p:pic>
          <p:nvPicPr>
            <p:cNvPr id="685" name="Shape 685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3144914" y="3778373"/>
              <a:ext cx="489650" cy="174498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686" name="Shape 686"/>
            <p:cNvCxnSpPr>
              <a:stCxn id="685" idx="0"/>
              <a:endCxn id="643" idx="2"/>
            </p:cNvCxnSpPr>
            <p:nvPr/>
          </p:nvCxnSpPr>
          <p:spPr>
            <a:xfrm rot="10800000">
              <a:off x="3239139" y="3161573"/>
              <a:ext cx="150600" cy="616800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87" name="Shape 687"/>
            <p:cNvCxnSpPr>
              <a:stCxn id="685" idx="0"/>
              <a:endCxn id="644" idx="2"/>
            </p:cNvCxnSpPr>
            <p:nvPr/>
          </p:nvCxnSpPr>
          <p:spPr>
            <a:xfrm flipH="1" rot="10800000">
              <a:off x="3389739" y="3161573"/>
              <a:ext cx="887400" cy="616800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88" name="Shape 688"/>
            <p:cNvCxnSpPr>
              <a:stCxn id="685" idx="0"/>
              <a:endCxn id="645" idx="2"/>
            </p:cNvCxnSpPr>
            <p:nvPr/>
          </p:nvCxnSpPr>
          <p:spPr>
            <a:xfrm flipH="1" rot="10800000">
              <a:off x="3389739" y="3161573"/>
              <a:ext cx="1925700" cy="616800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89" name="Shape 689"/>
            <p:cNvCxnSpPr>
              <a:stCxn id="685" idx="0"/>
              <a:endCxn id="646" idx="2"/>
            </p:cNvCxnSpPr>
            <p:nvPr/>
          </p:nvCxnSpPr>
          <p:spPr>
            <a:xfrm flipH="1" rot="10800000">
              <a:off x="3389739" y="3161573"/>
              <a:ext cx="2963700" cy="616800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cxnSp>
        <p:nvCxnSpPr>
          <p:cNvPr id="690" name="Shape 690"/>
          <p:cNvCxnSpPr>
            <a:stCxn id="648" idx="0"/>
            <a:endCxn id="646" idx="2"/>
          </p:cNvCxnSpPr>
          <p:nvPr/>
        </p:nvCxnSpPr>
        <p:spPr>
          <a:xfrm flipH="1" rot="10800000">
            <a:off x="4222948" y="2845535"/>
            <a:ext cx="2130300" cy="55500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91" name="Shape 691"/>
          <p:cNvCxnSpPr>
            <a:stCxn id="647" idx="0"/>
            <a:endCxn id="646" idx="2"/>
          </p:cNvCxnSpPr>
          <p:nvPr/>
        </p:nvCxnSpPr>
        <p:spPr>
          <a:xfrm flipH="1" rot="10800000">
            <a:off x="5056154" y="2845535"/>
            <a:ext cx="1297200" cy="55500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92" name="Shape 692"/>
          <p:cNvCxnSpPr>
            <a:stCxn id="649" idx="0"/>
            <a:endCxn id="646" idx="2"/>
          </p:cNvCxnSpPr>
          <p:nvPr/>
        </p:nvCxnSpPr>
        <p:spPr>
          <a:xfrm flipH="1" rot="10800000">
            <a:off x="5889360" y="2845535"/>
            <a:ext cx="464100" cy="55500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93" name="Shape 693"/>
          <p:cNvCxnSpPr>
            <a:stCxn id="650" idx="0"/>
            <a:endCxn id="646" idx="2"/>
          </p:cNvCxnSpPr>
          <p:nvPr/>
        </p:nvCxnSpPr>
        <p:spPr>
          <a:xfrm rot="10800000">
            <a:off x="6353265" y="2845535"/>
            <a:ext cx="369300" cy="55500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94" name="Shape 694"/>
          <p:cNvCxnSpPr>
            <a:stCxn id="651" idx="0"/>
            <a:endCxn id="646" idx="2"/>
          </p:cNvCxnSpPr>
          <p:nvPr/>
        </p:nvCxnSpPr>
        <p:spPr>
          <a:xfrm rot="10800000">
            <a:off x="6353372" y="2845535"/>
            <a:ext cx="1202400" cy="55500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95" name="Shape 695"/>
          <p:cNvSpPr txBox="1"/>
          <p:nvPr/>
        </p:nvSpPr>
        <p:spPr>
          <a:xfrm>
            <a:off x="2045175" y="4749921"/>
            <a:ext cx="5089854" cy="400109"/>
          </a:xfrm>
          <a:prstGeom prst="rect">
            <a:avLst/>
          </a:prstGeom>
          <a:solidFill>
            <a:schemeClr val="lt1">
              <a:alpha val="73725"/>
            </a:schemeClr>
          </a:solidFill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buSzPct val="25000"/>
              <a:buNone/>
            </a:pPr>
            <a:r>
              <a:rPr b="0" i="0" lang="en" sz="20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Commodity Servers, Storage, Switches, and I/O</a:t>
            </a:r>
          </a:p>
        </p:txBody>
      </p:sp>
      <p:sp>
        <p:nvSpPr>
          <p:cNvPr id="696" name="Shape 696"/>
          <p:cNvSpPr txBox="1"/>
          <p:nvPr/>
        </p:nvSpPr>
        <p:spPr>
          <a:xfrm>
            <a:off x="303223" y="-180755"/>
            <a:ext cx="8546135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rIns="91425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5200C"/>
              </a:buClr>
              <a:buSzPct val="25000"/>
              <a:buFont typeface="Arial"/>
              <a:buNone/>
            </a:pPr>
            <a:r>
              <a:rPr b="0" i="0" lang="en" sz="3200" u="none" cap="none" strike="noStrike">
                <a:solidFill>
                  <a:srgbClr val="C0504D"/>
                </a:solidFill>
                <a:latin typeface="Arial"/>
                <a:ea typeface="Arial"/>
                <a:cs typeface="Arial"/>
                <a:sym typeface="Arial"/>
              </a:rPr>
              <a:t>Generalization of CORD: Domains of Use</a:t>
            </a:r>
          </a:p>
        </p:txBody>
      </p:sp>
      <p:grpSp>
        <p:nvGrpSpPr>
          <p:cNvPr id="697" name="Shape 697"/>
          <p:cNvGrpSpPr/>
          <p:nvPr/>
        </p:nvGrpSpPr>
        <p:grpSpPr>
          <a:xfrm>
            <a:off x="2938427" y="3653627"/>
            <a:ext cx="671202" cy="1018847"/>
            <a:chOff x="1296949" y="4059583"/>
            <a:chExt cx="671202" cy="1132052"/>
          </a:xfrm>
        </p:grpSpPr>
        <p:sp>
          <p:nvSpPr>
            <p:cNvPr id="698" name="Shape 698"/>
            <p:cNvSpPr/>
            <p:nvPr/>
          </p:nvSpPr>
          <p:spPr>
            <a:xfrm>
              <a:off x="1478500" y="4059583"/>
              <a:ext cx="489652" cy="1132052"/>
            </a:xfrm>
            <a:prstGeom prst="rect">
              <a:avLst/>
            </a:prstGeom>
            <a:solidFill>
              <a:srgbClr val="C4BD97"/>
            </a:solidFill>
            <a:ln cap="flat" cmpd="sng" w="254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675" lIns="91375" rIns="91375" tIns="456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buSzPct val="25000"/>
                <a:buNone/>
              </a:pPr>
              <a:r>
                <a:rPr b="0" i="0" lang="en" sz="9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PON</a:t>
              </a:r>
            </a:p>
            <a:p>
              <a:pPr indent="0" lvl="0" marL="0" marR="0" rtl="0" algn="l">
                <a:spcBef>
                  <a:spcPts val="0"/>
                </a:spcBef>
                <a:buSzPct val="25000"/>
                <a:buNone/>
              </a:pPr>
              <a:r>
                <a:rPr b="0" i="0" lang="en" sz="9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OLT MACs</a:t>
              </a:r>
            </a:p>
          </p:txBody>
        </p:sp>
        <p:grpSp>
          <p:nvGrpSpPr>
            <p:cNvPr id="699" name="Shape 699"/>
            <p:cNvGrpSpPr/>
            <p:nvPr/>
          </p:nvGrpSpPr>
          <p:grpSpPr>
            <a:xfrm>
              <a:off x="1296949" y="4220798"/>
              <a:ext cx="177832" cy="757663"/>
              <a:chOff x="1069703" y="3423569"/>
              <a:chExt cx="177832" cy="681897"/>
            </a:xfrm>
          </p:grpSpPr>
          <p:cxnSp>
            <p:nvCxnSpPr>
              <p:cNvPr id="700" name="Shape 700"/>
              <p:cNvCxnSpPr/>
              <p:nvPr/>
            </p:nvCxnSpPr>
            <p:spPr>
              <a:xfrm rot="5400000">
                <a:off x="1158938" y="3565370"/>
                <a:ext cx="5007" cy="172187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01" name="Shape 701"/>
              <p:cNvCxnSpPr/>
              <p:nvPr/>
            </p:nvCxnSpPr>
            <p:spPr>
              <a:xfrm rot="5400000">
                <a:off x="1158938" y="3641317"/>
                <a:ext cx="5007" cy="172187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02" name="Shape 702"/>
              <p:cNvCxnSpPr/>
              <p:nvPr/>
            </p:nvCxnSpPr>
            <p:spPr>
              <a:xfrm rot="5400000">
                <a:off x="1157197" y="3718929"/>
                <a:ext cx="5007" cy="172187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03" name="Shape 703"/>
              <p:cNvCxnSpPr/>
              <p:nvPr/>
            </p:nvCxnSpPr>
            <p:spPr>
              <a:xfrm rot="5400000">
                <a:off x="1158938" y="3793206"/>
                <a:ext cx="5007" cy="172187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04" name="Shape 704"/>
              <p:cNvCxnSpPr/>
              <p:nvPr/>
            </p:nvCxnSpPr>
            <p:spPr>
              <a:xfrm rot="5400000">
                <a:off x="1158068" y="3861640"/>
                <a:ext cx="5007" cy="172187"/>
              </a:xfrm>
              <a:prstGeom prst="straightConnector1">
                <a:avLst/>
              </a:prstGeom>
              <a:noFill/>
              <a:ln cap="flat" cmpd="sng" w="38100">
                <a:solidFill>
                  <a:srgbClr val="FF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05" name="Shape 705"/>
              <p:cNvCxnSpPr/>
              <p:nvPr/>
            </p:nvCxnSpPr>
            <p:spPr>
              <a:xfrm rot="5400000">
                <a:off x="1157197" y="3936751"/>
                <a:ext cx="5007" cy="172187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accent5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06" name="Shape 706"/>
              <p:cNvCxnSpPr/>
              <p:nvPr/>
            </p:nvCxnSpPr>
            <p:spPr>
              <a:xfrm rot="5400000">
                <a:off x="1158068" y="4016868"/>
                <a:ext cx="5007" cy="172187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accent3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07" name="Shape 707"/>
              <p:cNvCxnSpPr/>
              <p:nvPr/>
            </p:nvCxnSpPr>
            <p:spPr>
              <a:xfrm rot="5400000">
                <a:off x="1154164" y="3339979"/>
                <a:ext cx="5007" cy="172187"/>
              </a:xfrm>
              <a:prstGeom prst="straightConnector1">
                <a:avLst/>
              </a:prstGeom>
              <a:noFill/>
              <a:ln cap="flat" cmpd="sng" w="38100">
                <a:solidFill>
                  <a:srgbClr val="FF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08" name="Shape 708"/>
              <p:cNvCxnSpPr/>
              <p:nvPr/>
            </p:nvCxnSpPr>
            <p:spPr>
              <a:xfrm rot="5400000">
                <a:off x="1153293" y="3415090"/>
                <a:ext cx="5007" cy="172187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accent5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09" name="Shape 709"/>
              <p:cNvCxnSpPr/>
              <p:nvPr/>
            </p:nvCxnSpPr>
            <p:spPr>
              <a:xfrm rot="5400000">
                <a:off x="1154164" y="3495208"/>
                <a:ext cx="5007" cy="172187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accent3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sp>
        <p:nvSpPr>
          <p:cNvPr id="710" name="Shape 710"/>
          <p:cNvSpPr txBox="1"/>
          <p:nvPr/>
        </p:nvSpPr>
        <p:spPr>
          <a:xfrm>
            <a:off x="1389669" y="2741013"/>
            <a:ext cx="116468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buSzPct val="25000"/>
              <a:buNone/>
            </a:pPr>
            <a:r>
              <a:rPr b="0" i="0" lang="en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Leaf-Spine</a:t>
            </a:r>
          </a:p>
          <a:p>
            <a:pPr indent="0" lvl="0" marL="0" marR="0" rtl="0" algn="l">
              <a:spcBef>
                <a:spcPts val="0"/>
              </a:spcBef>
              <a:buSzPct val="25000"/>
              <a:buNone/>
            </a:pPr>
            <a:r>
              <a:rPr b="0" i="0" lang="en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Fabric</a:t>
            </a:r>
          </a:p>
        </p:txBody>
      </p:sp>
      <p:grpSp>
        <p:nvGrpSpPr>
          <p:cNvPr id="711" name="Shape 711"/>
          <p:cNvGrpSpPr/>
          <p:nvPr/>
        </p:nvGrpSpPr>
        <p:grpSpPr>
          <a:xfrm>
            <a:off x="2120981" y="3653627"/>
            <a:ext cx="671202" cy="1018847"/>
            <a:chOff x="2120978" y="4059583"/>
            <a:chExt cx="671202" cy="1132052"/>
          </a:xfrm>
        </p:grpSpPr>
        <p:sp>
          <p:nvSpPr>
            <p:cNvPr id="712" name="Shape 712"/>
            <p:cNvSpPr/>
            <p:nvPr/>
          </p:nvSpPr>
          <p:spPr>
            <a:xfrm>
              <a:off x="2302528" y="4059583"/>
              <a:ext cx="489652" cy="1132052"/>
            </a:xfrm>
            <a:prstGeom prst="rect">
              <a:avLst/>
            </a:prstGeom>
            <a:solidFill>
              <a:srgbClr val="C0504D"/>
            </a:solidFill>
            <a:ln cap="flat" cmpd="sng" w="254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675" lIns="91375" rIns="91375" tIns="456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buSzPct val="25000"/>
                <a:buNone/>
              </a:pPr>
              <a:r>
                <a:rPr b="0" i="0" lang="en" sz="9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BBUs</a:t>
              </a:r>
              <a:br>
                <a:rPr b="0" i="0" lang="en" sz="9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b="0" i="0" lang="en" sz="9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(Multi-RATs)</a:t>
              </a:r>
            </a:p>
          </p:txBody>
        </p:sp>
        <p:grpSp>
          <p:nvGrpSpPr>
            <p:cNvPr id="713" name="Shape 713"/>
            <p:cNvGrpSpPr/>
            <p:nvPr/>
          </p:nvGrpSpPr>
          <p:grpSpPr>
            <a:xfrm>
              <a:off x="2120978" y="4220798"/>
              <a:ext cx="177832" cy="757663"/>
              <a:chOff x="1069703" y="3423569"/>
              <a:chExt cx="177832" cy="681897"/>
            </a:xfrm>
          </p:grpSpPr>
          <p:cxnSp>
            <p:nvCxnSpPr>
              <p:cNvPr id="714" name="Shape 714"/>
              <p:cNvCxnSpPr/>
              <p:nvPr/>
            </p:nvCxnSpPr>
            <p:spPr>
              <a:xfrm rot="5400000">
                <a:off x="1158938" y="3565370"/>
                <a:ext cx="5007" cy="172187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15" name="Shape 715"/>
              <p:cNvCxnSpPr/>
              <p:nvPr/>
            </p:nvCxnSpPr>
            <p:spPr>
              <a:xfrm rot="5400000">
                <a:off x="1158938" y="3641317"/>
                <a:ext cx="5007" cy="172187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16" name="Shape 716"/>
              <p:cNvCxnSpPr/>
              <p:nvPr/>
            </p:nvCxnSpPr>
            <p:spPr>
              <a:xfrm rot="5400000">
                <a:off x="1157197" y="3718929"/>
                <a:ext cx="5007" cy="172187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17" name="Shape 717"/>
              <p:cNvCxnSpPr/>
              <p:nvPr/>
            </p:nvCxnSpPr>
            <p:spPr>
              <a:xfrm rot="5400000">
                <a:off x="1158938" y="3793206"/>
                <a:ext cx="5007" cy="172187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18" name="Shape 718"/>
              <p:cNvCxnSpPr/>
              <p:nvPr/>
            </p:nvCxnSpPr>
            <p:spPr>
              <a:xfrm rot="5400000">
                <a:off x="1158068" y="3861640"/>
                <a:ext cx="5007" cy="172187"/>
              </a:xfrm>
              <a:prstGeom prst="straightConnector1">
                <a:avLst/>
              </a:prstGeom>
              <a:noFill/>
              <a:ln cap="flat" cmpd="sng" w="38100">
                <a:solidFill>
                  <a:srgbClr val="FF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19" name="Shape 719"/>
              <p:cNvCxnSpPr/>
              <p:nvPr/>
            </p:nvCxnSpPr>
            <p:spPr>
              <a:xfrm rot="5400000">
                <a:off x="1157197" y="3936751"/>
                <a:ext cx="5007" cy="172187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accent5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20" name="Shape 720"/>
              <p:cNvCxnSpPr/>
              <p:nvPr/>
            </p:nvCxnSpPr>
            <p:spPr>
              <a:xfrm rot="5400000">
                <a:off x="1158068" y="4016868"/>
                <a:ext cx="5007" cy="172187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accent3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21" name="Shape 721"/>
              <p:cNvCxnSpPr/>
              <p:nvPr/>
            </p:nvCxnSpPr>
            <p:spPr>
              <a:xfrm rot="5400000">
                <a:off x="1154164" y="3339979"/>
                <a:ext cx="5007" cy="172187"/>
              </a:xfrm>
              <a:prstGeom prst="straightConnector1">
                <a:avLst/>
              </a:prstGeom>
              <a:noFill/>
              <a:ln cap="flat" cmpd="sng" w="38100">
                <a:solidFill>
                  <a:srgbClr val="FF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22" name="Shape 722"/>
              <p:cNvCxnSpPr/>
              <p:nvPr/>
            </p:nvCxnSpPr>
            <p:spPr>
              <a:xfrm rot="5400000">
                <a:off x="1153293" y="3415090"/>
                <a:ext cx="5007" cy="172187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accent5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23" name="Shape 723"/>
              <p:cNvCxnSpPr/>
              <p:nvPr/>
            </p:nvCxnSpPr>
            <p:spPr>
              <a:xfrm rot="5400000">
                <a:off x="1154164" y="3495208"/>
                <a:ext cx="5007" cy="172187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accent3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sp>
        <p:nvSpPr>
          <p:cNvPr id="724" name="Shape 724"/>
          <p:cNvSpPr/>
          <p:nvPr/>
        </p:nvSpPr>
        <p:spPr>
          <a:xfrm>
            <a:off x="1296950" y="2146041"/>
            <a:ext cx="6604929" cy="331237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rgbClr val="4A7DBA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SzPct val="25000"/>
              <a:buNone/>
            </a:pPr>
            <a:r>
              <a:rPr b="0" i="0" lang="en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ONOS (Virtualization, Slicing) + OpenStack + XOS</a:t>
            </a:r>
          </a:p>
        </p:txBody>
      </p:sp>
      <p:sp>
        <p:nvSpPr>
          <p:cNvPr id="725" name="Shape 725"/>
          <p:cNvSpPr/>
          <p:nvPr/>
        </p:nvSpPr>
        <p:spPr>
          <a:xfrm>
            <a:off x="4574982" y="769775"/>
            <a:ext cx="1735877" cy="1320281"/>
          </a:xfrm>
          <a:prstGeom prst="roundRect">
            <a:avLst>
              <a:gd fmla="val 16667" name="adj"/>
            </a:avLst>
          </a:prstGeom>
          <a:solidFill>
            <a:schemeClr val="accent2"/>
          </a:solidFill>
          <a:ln cap="flat" cmpd="sng" w="9525">
            <a:solidFill>
              <a:srgbClr val="4A7DBA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SzPct val="25000"/>
              <a:buNone/>
            </a:pPr>
            <a:r>
              <a:rPr b="0" i="0" lang="en" sz="1800" u="none" cap="none" strike="noStrike">
                <a:solidFill>
                  <a:srgbClr val="953735"/>
                </a:solidFill>
                <a:latin typeface="Calibri"/>
                <a:ea typeface="Calibri"/>
                <a:cs typeface="Calibri"/>
                <a:sym typeface="Calibri"/>
              </a:rPr>
              <a:t>Disaggregated eNodeB</a:t>
            </a:r>
            <a:r>
              <a:rPr b="0" i="0" lang="en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/5G </a:t>
            </a:r>
          </a:p>
        </p:txBody>
      </p:sp>
      <p:sp>
        <p:nvSpPr>
          <p:cNvPr id="726" name="Shape 726"/>
          <p:cNvSpPr/>
          <p:nvPr/>
        </p:nvSpPr>
        <p:spPr>
          <a:xfrm>
            <a:off x="2893641" y="769775"/>
            <a:ext cx="1537320" cy="1320281"/>
          </a:xfrm>
          <a:prstGeom prst="roundRect">
            <a:avLst>
              <a:gd fmla="val 16667" name="adj"/>
            </a:avLst>
          </a:prstGeom>
          <a:solidFill>
            <a:schemeClr val="accent2"/>
          </a:solidFill>
          <a:ln cap="flat" cmpd="sng" w="9525">
            <a:solidFill>
              <a:srgbClr val="4A7DBA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SzPct val="25000"/>
              <a:buNone/>
            </a:pPr>
            <a:r>
              <a:rPr b="0" i="0" lang="en" sz="1800" u="none" cap="none" strike="noStrike">
                <a:solidFill>
                  <a:srgbClr val="953735"/>
                </a:solidFill>
                <a:latin typeface="Calibri"/>
                <a:ea typeface="Calibri"/>
                <a:cs typeface="Calibri"/>
                <a:sym typeface="Calibri"/>
              </a:rPr>
              <a:t>Mobile Edge</a:t>
            </a:r>
          </a:p>
          <a:p>
            <a:pPr indent="0" lvl="0" marL="0" marR="0" rtl="0" algn="ctr">
              <a:spcBef>
                <a:spcPts val="0"/>
              </a:spcBef>
              <a:buSzPct val="25000"/>
              <a:buNone/>
            </a:pPr>
            <a:r>
              <a:rPr b="0" i="0" lang="en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Customized mobile proc  </a:t>
            </a:r>
          </a:p>
          <a:p>
            <a:pPr indent="0" lvl="0" marL="0" marR="0" rtl="0" algn="ctr">
              <a:spcBef>
                <a:spcPts val="0"/>
              </a:spcBef>
              <a:buSzPct val="25000"/>
              <a:buNone/>
            </a:pPr>
            <a:r>
              <a:rPr b="0" i="0" lang="en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Disaggregated EPC </a:t>
            </a:r>
          </a:p>
        </p:txBody>
      </p:sp>
      <p:sp>
        <p:nvSpPr>
          <p:cNvPr id="727" name="Shape 727"/>
          <p:cNvSpPr/>
          <p:nvPr/>
        </p:nvSpPr>
        <p:spPr>
          <a:xfrm>
            <a:off x="1347105" y="769775"/>
            <a:ext cx="1402515" cy="1320281"/>
          </a:xfrm>
          <a:prstGeom prst="roundRect">
            <a:avLst>
              <a:gd fmla="val 16667" name="adj"/>
            </a:avLst>
          </a:prstGeom>
          <a:solidFill>
            <a:srgbClr val="C4BE97"/>
          </a:solidFill>
          <a:ln cap="flat" cmpd="sng" w="9525">
            <a:solidFill>
              <a:srgbClr val="4A7DBA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SzPct val="25000"/>
              <a:buNone/>
            </a:pPr>
            <a:r>
              <a:rPr b="0" i="0" lang="en" sz="1800" u="none" cap="none" strike="noStrike">
                <a:solidFill>
                  <a:srgbClr val="953735"/>
                </a:solidFill>
                <a:latin typeface="Calibri"/>
                <a:ea typeface="Calibri"/>
                <a:cs typeface="Calibri"/>
                <a:sym typeface="Calibri"/>
              </a:rPr>
              <a:t>Residential </a:t>
            </a:r>
          </a:p>
          <a:p>
            <a:pPr indent="0" lvl="0" marL="0" marR="0" rtl="0" algn="ctr">
              <a:spcBef>
                <a:spcPts val="0"/>
              </a:spcBef>
              <a:buSzPct val="25000"/>
              <a:buNone/>
            </a:pPr>
            <a:r>
              <a:rPr b="0" i="0" lang="en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Virtual infra + ONOS + vOLT, vSG, vRouter, vCDN</a:t>
            </a:r>
          </a:p>
        </p:txBody>
      </p:sp>
      <p:sp>
        <p:nvSpPr>
          <p:cNvPr id="728" name="Shape 728"/>
          <p:cNvSpPr/>
          <p:nvPr/>
        </p:nvSpPr>
        <p:spPr>
          <a:xfrm>
            <a:off x="6454880" y="769775"/>
            <a:ext cx="1494852" cy="1320281"/>
          </a:xfrm>
          <a:prstGeom prst="roundRect">
            <a:avLst>
              <a:gd fmla="val 16667" name="adj"/>
            </a:avLst>
          </a:prstGeom>
          <a:solidFill>
            <a:srgbClr val="4BACC6"/>
          </a:solidFill>
          <a:ln cap="flat" cmpd="sng" w="9525">
            <a:solidFill>
              <a:srgbClr val="4A7DBA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SzPct val="25000"/>
              <a:buNone/>
            </a:pPr>
            <a:r>
              <a:rPr b="0" i="0" lang="en" sz="1800" u="none" cap="none" strike="noStrike">
                <a:solidFill>
                  <a:srgbClr val="953735"/>
                </a:solidFill>
                <a:latin typeface="Calibri"/>
                <a:ea typeface="Calibri"/>
                <a:cs typeface="Calibri"/>
                <a:sym typeface="Calibri"/>
              </a:rPr>
              <a:t>Enterprise</a:t>
            </a:r>
          </a:p>
          <a:p>
            <a:pPr indent="0" lvl="0" marL="0" marR="0" rtl="0" algn="ctr">
              <a:spcBef>
                <a:spcPts val="0"/>
              </a:spcBef>
              <a:buSzPct val="25000"/>
              <a:buNone/>
            </a:pPr>
            <a:r>
              <a:rPr b="0" i="0" lang="en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VPNs, TE, vCDN, </a:t>
            </a:r>
            <a:br>
              <a:rPr b="0" i="0" lang="en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packet-optical convergence</a:t>
            </a:r>
          </a:p>
        </p:txBody>
      </p:sp>
      <p:sp>
        <p:nvSpPr>
          <p:cNvPr id="729" name="Shape 729"/>
          <p:cNvSpPr txBox="1"/>
          <p:nvPr/>
        </p:nvSpPr>
        <p:spPr>
          <a:xfrm>
            <a:off x="79134" y="1309920"/>
            <a:ext cx="119776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buSzPct val="25000"/>
              <a:buNone/>
            </a:pPr>
            <a:r>
              <a:rPr b="0" i="0" lang="en" sz="1800" u="none" cap="none" strike="noStrike">
                <a:solidFill>
                  <a:srgbClr val="C0504D"/>
                </a:solidFill>
                <a:latin typeface="Calibri"/>
                <a:ea typeface="Calibri"/>
                <a:cs typeface="Calibri"/>
                <a:sym typeface="Calibri"/>
              </a:rPr>
              <a:t>Infra Slices</a:t>
            </a:r>
          </a:p>
        </p:txBody>
      </p:sp>
      <p:grpSp>
        <p:nvGrpSpPr>
          <p:cNvPr id="730" name="Shape 730"/>
          <p:cNvGrpSpPr/>
          <p:nvPr/>
        </p:nvGrpSpPr>
        <p:grpSpPr>
          <a:xfrm>
            <a:off x="1146312" y="3653627"/>
            <a:ext cx="904507" cy="1018847"/>
            <a:chOff x="2909889" y="4057607"/>
            <a:chExt cx="904507" cy="1132052"/>
          </a:xfrm>
        </p:grpSpPr>
        <p:sp>
          <p:nvSpPr>
            <p:cNvPr id="731" name="Shape 731"/>
            <p:cNvSpPr/>
            <p:nvPr/>
          </p:nvSpPr>
          <p:spPr>
            <a:xfrm>
              <a:off x="3091440" y="4057607"/>
              <a:ext cx="722956" cy="1132052"/>
            </a:xfrm>
            <a:prstGeom prst="rect">
              <a:avLst/>
            </a:prstGeom>
            <a:solidFill>
              <a:srgbClr val="4BACC6"/>
            </a:solidFill>
            <a:ln cap="flat" cmpd="sng" w="254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675" lIns="91375" rIns="91375" tIns="456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buSzPct val="25000"/>
                <a:buNone/>
              </a:pPr>
              <a:r>
                <a:rPr b="0" i="0" lang="en" sz="9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Enterprise</a:t>
              </a:r>
            </a:p>
            <a:p>
              <a:pPr indent="0" lvl="0" marL="0" marR="0" rtl="0" algn="l">
                <a:spcBef>
                  <a:spcPts val="0"/>
                </a:spcBef>
                <a:buSzPct val="25000"/>
                <a:buNone/>
              </a:pPr>
              <a:r>
                <a:rPr b="0" i="0" lang="en" sz="9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Metro Ethernet</a:t>
              </a:r>
            </a:p>
          </p:txBody>
        </p:sp>
        <p:grpSp>
          <p:nvGrpSpPr>
            <p:cNvPr id="732" name="Shape 732"/>
            <p:cNvGrpSpPr/>
            <p:nvPr/>
          </p:nvGrpSpPr>
          <p:grpSpPr>
            <a:xfrm>
              <a:off x="2909889" y="4218821"/>
              <a:ext cx="177832" cy="757663"/>
              <a:chOff x="1069703" y="3423569"/>
              <a:chExt cx="177832" cy="681897"/>
            </a:xfrm>
          </p:grpSpPr>
          <p:cxnSp>
            <p:nvCxnSpPr>
              <p:cNvPr id="733" name="Shape 733"/>
              <p:cNvCxnSpPr/>
              <p:nvPr/>
            </p:nvCxnSpPr>
            <p:spPr>
              <a:xfrm rot="5400000">
                <a:off x="1158938" y="3565370"/>
                <a:ext cx="5007" cy="172187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34" name="Shape 734"/>
              <p:cNvCxnSpPr/>
              <p:nvPr/>
            </p:nvCxnSpPr>
            <p:spPr>
              <a:xfrm rot="5400000">
                <a:off x="1158938" y="3641317"/>
                <a:ext cx="5007" cy="172187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35" name="Shape 735"/>
              <p:cNvCxnSpPr/>
              <p:nvPr/>
            </p:nvCxnSpPr>
            <p:spPr>
              <a:xfrm rot="5400000">
                <a:off x="1157197" y="3718929"/>
                <a:ext cx="5007" cy="172187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36" name="Shape 736"/>
              <p:cNvCxnSpPr/>
              <p:nvPr/>
            </p:nvCxnSpPr>
            <p:spPr>
              <a:xfrm rot="5400000">
                <a:off x="1158938" y="3793206"/>
                <a:ext cx="5007" cy="172187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37" name="Shape 737"/>
              <p:cNvCxnSpPr/>
              <p:nvPr/>
            </p:nvCxnSpPr>
            <p:spPr>
              <a:xfrm rot="5400000">
                <a:off x="1158068" y="3861640"/>
                <a:ext cx="5007" cy="172187"/>
              </a:xfrm>
              <a:prstGeom prst="straightConnector1">
                <a:avLst/>
              </a:prstGeom>
              <a:noFill/>
              <a:ln cap="flat" cmpd="sng" w="38100">
                <a:solidFill>
                  <a:srgbClr val="FF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38" name="Shape 738"/>
              <p:cNvCxnSpPr/>
              <p:nvPr/>
            </p:nvCxnSpPr>
            <p:spPr>
              <a:xfrm rot="5400000">
                <a:off x="1157197" y="3936751"/>
                <a:ext cx="5007" cy="172187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accent5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39" name="Shape 739"/>
              <p:cNvCxnSpPr/>
              <p:nvPr/>
            </p:nvCxnSpPr>
            <p:spPr>
              <a:xfrm rot="5400000">
                <a:off x="1158068" y="4016868"/>
                <a:ext cx="5007" cy="172187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accent3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40" name="Shape 740"/>
              <p:cNvCxnSpPr/>
              <p:nvPr/>
            </p:nvCxnSpPr>
            <p:spPr>
              <a:xfrm rot="5400000">
                <a:off x="1154164" y="3339979"/>
                <a:ext cx="5007" cy="172187"/>
              </a:xfrm>
              <a:prstGeom prst="straightConnector1">
                <a:avLst/>
              </a:prstGeom>
              <a:noFill/>
              <a:ln cap="flat" cmpd="sng" w="38100">
                <a:solidFill>
                  <a:srgbClr val="FF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41" name="Shape 741"/>
              <p:cNvCxnSpPr/>
              <p:nvPr/>
            </p:nvCxnSpPr>
            <p:spPr>
              <a:xfrm rot="5400000">
                <a:off x="1153293" y="3415090"/>
                <a:ext cx="5007" cy="172187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accent5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42" name="Shape 742"/>
              <p:cNvCxnSpPr/>
              <p:nvPr/>
            </p:nvCxnSpPr>
            <p:spPr>
              <a:xfrm rot="5400000">
                <a:off x="1154164" y="3495208"/>
                <a:ext cx="5007" cy="172187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accent3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</p:spTree>
  </p:cSld>
  <p:clrMapOvr>
    <a:masterClrMapping/>
  </p:clrMapOvr>
  <p:transition spd="slow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746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7" name="Shape 7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5989" y="900891"/>
            <a:ext cx="8428477" cy="4320480"/>
          </a:xfrm>
          <a:prstGeom prst="rect">
            <a:avLst/>
          </a:prstGeom>
          <a:noFill/>
          <a:ln>
            <a:noFill/>
          </a:ln>
        </p:spPr>
      </p:pic>
      <p:pic>
        <p:nvPicPr>
          <p:cNvPr id="748" name="Shape 74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829789" y="1186926"/>
            <a:ext cx="1404155" cy="837093"/>
          </a:xfrm>
          <a:prstGeom prst="rect">
            <a:avLst/>
          </a:prstGeom>
          <a:noFill/>
          <a:ln>
            <a:noFill/>
          </a:ln>
        </p:spPr>
      </p:pic>
      <p:pic>
        <p:nvPicPr>
          <p:cNvPr id="749" name="Shape 74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182607" y="2375058"/>
            <a:ext cx="1161128" cy="2079231"/>
          </a:xfrm>
          <a:prstGeom prst="rect">
            <a:avLst/>
          </a:prstGeom>
          <a:noFill/>
          <a:ln>
            <a:noFill/>
          </a:ln>
        </p:spPr>
      </p:pic>
      <p:pic>
        <p:nvPicPr>
          <p:cNvPr id="750" name="Shape 75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385645" y="1683978"/>
            <a:ext cx="1350149" cy="621068"/>
          </a:xfrm>
          <a:prstGeom prst="rect">
            <a:avLst/>
          </a:prstGeom>
          <a:noFill/>
          <a:ln>
            <a:noFill/>
          </a:ln>
        </p:spPr>
      </p:pic>
      <p:pic>
        <p:nvPicPr>
          <p:cNvPr id="751" name="Shape 75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43435" y="2510073"/>
            <a:ext cx="889817" cy="66052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52" name="Shape 752"/>
          <p:cNvCxnSpPr/>
          <p:nvPr/>
        </p:nvCxnSpPr>
        <p:spPr>
          <a:xfrm flipH="1">
            <a:off x="1210497" y="2105027"/>
            <a:ext cx="540060" cy="486054"/>
          </a:xfrm>
          <a:prstGeom prst="straightConnector1">
            <a:avLst/>
          </a:prstGeom>
          <a:noFill/>
          <a:ln cap="flat" cmpd="sng" w="25400">
            <a:solidFill>
              <a:schemeClr val="lt2"/>
            </a:solidFill>
            <a:prstDash val="solid"/>
            <a:bevel/>
            <a:headEnd len="med" w="med" type="none"/>
            <a:tailEnd len="med" w="med" type="none"/>
          </a:ln>
        </p:spPr>
      </p:cxnSp>
      <p:pic>
        <p:nvPicPr>
          <p:cNvPr id="753" name="Shape 75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856792" y="4341085"/>
            <a:ext cx="405044" cy="302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54" name="Shape 75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658230" y="781881"/>
            <a:ext cx="999644" cy="459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55" name="Shape 75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5631228" y="1267937"/>
            <a:ext cx="1033876" cy="37419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56" name="Shape 756"/>
          <p:cNvCxnSpPr/>
          <p:nvPr/>
        </p:nvCxnSpPr>
        <p:spPr>
          <a:xfrm flipH="1">
            <a:off x="4936911" y="1267934"/>
            <a:ext cx="702077" cy="378041"/>
          </a:xfrm>
          <a:prstGeom prst="straightConnector1">
            <a:avLst/>
          </a:prstGeom>
          <a:noFill/>
          <a:ln cap="flat" cmpd="sng" w="25400">
            <a:solidFill>
              <a:schemeClr val="lt2"/>
            </a:solidFill>
            <a:prstDash val="solid"/>
            <a:bevel/>
            <a:headEnd len="med" w="med" type="none"/>
            <a:tailEnd len="med" w="med" type="none"/>
          </a:ln>
        </p:spPr>
      </p:cxnSp>
      <p:sp>
        <p:nvSpPr>
          <p:cNvPr id="757" name="Shape 757"/>
          <p:cNvSpPr txBox="1"/>
          <p:nvPr/>
        </p:nvSpPr>
        <p:spPr>
          <a:xfrm>
            <a:off x="2416715" y="3243415"/>
            <a:ext cx="772246" cy="238767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rIns="26775" tIns="26775">
            <a:noAutofit/>
          </a:bodyPr>
          <a:lstStyle/>
          <a:p>
            <a:pPr indent="0" lvl="0" marL="0" marR="0" rtl="0" algn="ctr">
              <a:spcBef>
                <a:spcPts val="0"/>
              </a:spcBef>
              <a:buSzPct val="25000"/>
              <a:buNone/>
            </a:pPr>
            <a:r>
              <a:rPr b="1" i="0" lang="en" sz="1200" u="none" cap="none" strike="noStrike">
                <a:solidFill>
                  <a:srgbClr val="17365D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OpenFlow</a:t>
            </a:r>
          </a:p>
        </p:txBody>
      </p:sp>
      <p:sp>
        <p:nvSpPr>
          <p:cNvPr id="758" name="Shape 758"/>
          <p:cNvSpPr/>
          <p:nvPr/>
        </p:nvSpPr>
        <p:spPr>
          <a:xfrm>
            <a:off x="4450858" y="1495521"/>
            <a:ext cx="27002" cy="48993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26775" lIns="26775" rIns="26775" tIns="26775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59" name="Shape 759"/>
          <p:cNvSpPr/>
          <p:nvPr/>
        </p:nvSpPr>
        <p:spPr>
          <a:xfrm>
            <a:off x="4477862" y="1603533"/>
            <a:ext cx="27002" cy="48993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26775" lIns="26775" rIns="26775" tIns="26775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60" name="Shape 760"/>
          <p:cNvSpPr/>
          <p:nvPr/>
        </p:nvSpPr>
        <p:spPr>
          <a:xfrm>
            <a:off x="4315844" y="1333504"/>
            <a:ext cx="27002" cy="48993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26775" lIns="26775" rIns="26775" tIns="26775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61" name="Shape 761"/>
          <p:cNvSpPr/>
          <p:nvPr/>
        </p:nvSpPr>
        <p:spPr>
          <a:xfrm>
            <a:off x="3073706" y="3385732"/>
            <a:ext cx="27002" cy="48993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26775" lIns="26775" rIns="26775" tIns="26775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62" name="Shape 762"/>
          <p:cNvSpPr/>
          <p:nvPr/>
        </p:nvSpPr>
        <p:spPr>
          <a:xfrm>
            <a:off x="2533646" y="3682764"/>
            <a:ext cx="27002" cy="48993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26775" lIns="26775" rIns="26775" tIns="26775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63" name="Shape 763"/>
          <p:cNvSpPr/>
          <p:nvPr/>
        </p:nvSpPr>
        <p:spPr>
          <a:xfrm>
            <a:off x="2290618" y="2035582"/>
            <a:ext cx="27002" cy="48993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26775" lIns="26775" rIns="26775" tIns="26775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64" name="Shape 764"/>
          <p:cNvSpPr/>
          <p:nvPr/>
        </p:nvSpPr>
        <p:spPr>
          <a:xfrm>
            <a:off x="2533646" y="3655762"/>
            <a:ext cx="27002" cy="48993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26775" lIns="26775" rIns="26775" tIns="26775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65" name="Shape 765"/>
          <p:cNvSpPr/>
          <p:nvPr/>
        </p:nvSpPr>
        <p:spPr>
          <a:xfrm>
            <a:off x="2299733" y="1553165"/>
            <a:ext cx="2028825" cy="723305"/>
          </a:xfrm>
          <a:custGeom>
            <a:pathLst>
              <a:path extrusionOk="0" h="120000" w="120000">
                <a:moveTo>
                  <a:pt x="0" y="120000"/>
                </a:moveTo>
                <a:cubicBezTo>
                  <a:pt x="22323" y="79259"/>
                  <a:pt x="44647" y="38518"/>
                  <a:pt x="64647" y="19259"/>
                </a:cubicBezTo>
                <a:cubicBezTo>
                  <a:pt x="84647" y="0"/>
                  <a:pt x="102323" y="2222"/>
                  <a:pt x="120000" y="4444"/>
                </a:cubicBezTo>
              </a:path>
            </a:pathLst>
          </a:custGeom>
          <a:noFill/>
          <a:ln cap="flat" cmpd="sng" w="9525">
            <a:solidFill>
              <a:srgbClr val="FF0000"/>
            </a:solidFill>
            <a:prstDash val="solid"/>
            <a:bevel/>
            <a:headEnd len="med" w="med" type="none"/>
            <a:tailEnd len="med" w="med" type="none"/>
          </a:ln>
        </p:spPr>
        <p:txBody>
          <a:bodyPr anchorCtr="0" anchor="t" bIns="17125" lIns="34275" rIns="34275" tIns="17125">
            <a:noAutofit/>
          </a:bodyPr>
          <a:lstStyle/>
          <a:p>
            <a:pPr indent="0" lvl="0" marL="0" marR="0" rtl="0" algn="l">
              <a:spcBef>
                <a:spcPts val="0"/>
              </a:spcBef>
              <a:buNone/>
            </a:pPr>
            <a:r>
              <a:t/>
            </a:r>
            <a:endParaRPr b="0" i="0" sz="7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66" name="Shape 766"/>
          <p:cNvSpPr/>
          <p:nvPr/>
        </p:nvSpPr>
        <p:spPr>
          <a:xfrm>
            <a:off x="1561537" y="1711546"/>
            <a:ext cx="27002" cy="48993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26775" lIns="26775" rIns="26775" tIns="26775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67" name="Shape 767"/>
          <p:cNvSpPr/>
          <p:nvPr/>
        </p:nvSpPr>
        <p:spPr>
          <a:xfrm>
            <a:off x="2290618" y="1630537"/>
            <a:ext cx="27002" cy="48993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26775" lIns="26775" rIns="26775" tIns="26775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68" name="Shape 768"/>
          <p:cNvSpPr/>
          <p:nvPr/>
        </p:nvSpPr>
        <p:spPr>
          <a:xfrm>
            <a:off x="2398631" y="1765551"/>
            <a:ext cx="27002" cy="48993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26775" lIns="26775" rIns="26775" tIns="26775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69" name="Shape 769"/>
          <p:cNvSpPr txBox="1"/>
          <p:nvPr/>
        </p:nvSpPr>
        <p:spPr>
          <a:xfrm>
            <a:off x="1492650" y="1866261"/>
            <a:ext cx="772246" cy="238767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rIns="26775" tIns="26775">
            <a:noAutofit/>
          </a:bodyPr>
          <a:lstStyle/>
          <a:p>
            <a:pPr indent="0" lvl="0" marL="0" marR="0" rtl="0" algn="ctr">
              <a:spcBef>
                <a:spcPts val="0"/>
              </a:spcBef>
              <a:buSzPct val="25000"/>
              <a:buNone/>
            </a:pPr>
            <a:r>
              <a:rPr b="1" i="0" lang="en" sz="1200" u="none" cap="none" strike="noStrike">
                <a:solidFill>
                  <a:srgbClr val="17365D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OpenFlow</a:t>
            </a:r>
          </a:p>
        </p:txBody>
      </p:sp>
      <p:sp>
        <p:nvSpPr>
          <p:cNvPr id="770" name="Shape 770"/>
          <p:cNvSpPr/>
          <p:nvPr/>
        </p:nvSpPr>
        <p:spPr>
          <a:xfrm>
            <a:off x="2506642" y="1657540"/>
            <a:ext cx="27002" cy="48993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26775" lIns="26775" rIns="26775" tIns="26775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71" name="Shape 771"/>
          <p:cNvSpPr txBox="1"/>
          <p:nvPr/>
        </p:nvSpPr>
        <p:spPr>
          <a:xfrm>
            <a:off x="4556564" y="1542226"/>
            <a:ext cx="272109" cy="238767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rIns="26775" tIns="26775">
            <a:noAutofit/>
          </a:bodyPr>
          <a:lstStyle/>
          <a:p>
            <a:pPr indent="0" lvl="0" marL="0" marR="0" rtl="0" algn="ctr">
              <a:spcBef>
                <a:spcPts val="0"/>
              </a:spcBef>
              <a:buSzPct val="25000"/>
              <a:buNone/>
            </a:pPr>
            <a:r>
              <a:rPr b="1" i="0" lang="en" sz="1200" u="none" cap="none" strike="noStrike">
                <a:solidFill>
                  <a:srgbClr val="17365D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OF</a:t>
            </a:r>
          </a:p>
        </p:txBody>
      </p:sp>
      <p:sp>
        <p:nvSpPr>
          <p:cNvPr id="772" name="Shape 772"/>
          <p:cNvSpPr/>
          <p:nvPr/>
        </p:nvSpPr>
        <p:spPr>
          <a:xfrm>
            <a:off x="2303305" y="2280041"/>
            <a:ext cx="1191219" cy="1353741"/>
          </a:xfrm>
          <a:custGeom>
            <a:pathLst>
              <a:path extrusionOk="0" h="120000" w="120000">
                <a:moveTo>
                  <a:pt x="0" y="0"/>
                </a:moveTo>
                <a:cubicBezTo>
                  <a:pt x="41109" y="12453"/>
                  <a:pt x="82218" y="24907"/>
                  <a:pt x="101109" y="41794"/>
                </a:cubicBezTo>
                <a:cubicBezTo>
                  <a:pt x="120000" y="58680"/>
                  <a:pt x="117061" y="88284"/>
                  <a:pt x="113343" y="101319"/>
                </a:cubicBezTo>
                <a:cubicBezTo>
                  <a:pt x="109625" y="114353"/>
                  <a:pt x="94212" y="117176"/>
                  <a:pt x="78800" y="120000"/>
                </a:cubicBezTo>
              </a:path>
            </a:pathLst>
          </a:custGeom>
          <a:noFill/>
          <a:ln cap="flat" cmpd="sng" w="9525">
            <a:solidFill>
              <a:srgbClr val="FF0000"/>
            </a:solidFill>
            <a:prstDash val="solid"/>
            <a:bevel/>
            <a:headEnd len="med" w="med" type="none"/>
            <a:tailEnd len="med" w="med" type="none"/>
          </a:ln>
        </p:spPr>
        <p:txBody>
          <a:bodyPr anchorCtr="0" anchor="t" bIns="17125" lIns="34275" rIns="34275" tIns="17125">
            <a:noAutofit/>
          </a:bodyPr>
          <a:lstStyle/>
          <a:p>
            <a:pPr indent="0" lvl="0" marL="0" marR="0" rtl="0" algn="l">
              <a:spcBef>
                <a:spcPts val="0"/>
              </a:spcBef>
              <a:buNone/>
            </a:pPr>
            <a:r>
              <a:t/>
            </a:r>
            <a:endParaRPr b="0" i="0" sz="7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773" name="Shape 773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3829789" y="3592716"/>
            <a:ext cx="459050" cy="721365"/>
          </a:xfrm>
          <a:prstGeom prst="rect">
            <a:avLst/>
          </a:prstGeom>
          <a:noFill/>
          <a:ln>
            <a:noFill/>
          </a:ln>
        </p:spPr>
      </p:pic>
      <p:pic>
        <p:nvPicPr>
          <p:cNvPr id="774" name="Shape 774"/>
          <p:cNvPicPr preferRelativeResize="0"/>
          <p:nvPr/>
        </p:nvPicPr>
        <p:blipFill rotWithShape="1">
          <a:blip r:embed="rId12">
            <a:alphaModFix/>
          </a:blip>
          <a:srcRect b="28690" l="7364" r="18993" t="11949"/>
          <a:stretch/>
        </p:blipFill>
        <p:spPr>
          <a:xfrm>
            <a:off x="5809982" y="4060242"/>
            <a:ext cx="868250" cy="297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775" name="Shape 775"/>
          <p:cNvPicPr preferRelativeResize="0"/>
          <p:nvPr/>
        </p:nvPicPr>
        <p:blipFill rotWithShape="1">
          <a:blip r:embed="rId13">
            <a:alphaModFix/>
          </a:blip>
          <a:srcRect b="27059" l="0" r="0" t="25986"/>
          <a:stretch/>
        </p:blipFill>
        <p:spPr>
          <a:xfrm>
            <a:off x="7537465" y="2073984"/>
            <a:ext cx="868959" cy="301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776" name="Shape 776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2384757" y="2764099"/>
            <a:ext cx="553260" cy="507535"/>
          </a:xfrm>
          <a:prstGeom prst="rect">
            <a:avLst/>
          </a:prstGeom>
          <a:noFill/>
          <a:ln>
            <a:noFill/>
          </a:ln>
        </p:spPr>
      </p:pic>
      <p:pic>
        <p:nvPicPr>
          <p:cNvPr id="777" name="Shape 777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4166955" y="1008904"/>
            <a:ext cx="553260" cy="507535"/>
          </a:xfrm>
          <a:prstGeom prst="rect">
            <a:avLst/>
          </a:prstGeom>
          <a:noFill/>
          <a:ln>
            <a:noFill/>
          </a:ln>
        </p:spPr>
      </p:pic>
      <p:pic>
        <p:nvPicPr>
          <p:cNvPr id="778" name="Shape 778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6867256" y="3304158"/>
            <a:ext cx="995819" cy="756083"/>
          </a:xfrm>
          <a:prstGeom prst="rect">
            <a:avLst/>
          </a:prstGeom>
          <a:noFill/>
          <a:ln>
            <a:noFill/>
          </a:ln>
        </p:spPr>
      </p:pic>
      <p:pic>
        <p:nvPicPr>
          <p:cNvPr id="779" name="Shape 779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7119853" y="1963580"/>
            <a:ext cx="71437" cy="7143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80" name="Shape 780"/>
          <p:cNvCxnSpPr/>
          <p:nvPr/>
        </p:nvCxnSpPr>
        <p:spPr>
          <a:xfrm>
            <a:off x="7174921" y="2022834"/>
            <a:ext cx="340406" cy="147199"/>
          </a:xfrm>
          <a:prstGeom prst="straightConnector1">
            <a:avLst/>
          </a:prstGeom>
          <a:noFill/>
          <a:ln cap="flat" cmpd="sng" w="25400">
            <a:solidFill>
              <a:schemeClr val="lt2"/>
            </a:solidFill>
            <a:prstDash val="solid"/>
            <a:bevel/>
            <a:headEnd len="med" w="med" type="none"/>
            <a:tailEnd len="med" w="med" type="none"/>
          </a:ln>
        </p:spPr>
      </p:cxnSp>
      <p:sp>
        <p:nvSpPr>
          <p:cNvPr id="781" name="Shape 781"/>
          <p:cNvSpPr txBox="1"/>
          <p:nvPr/>
        </p:nvSpPr>
        <p:spPr>
          <a:xfrm>
            <a:off x="6732239" y="4141251"/>
            <a:ext cx="2108701" cy="311624"/>
          </a:xfrm>
          <a:prstGeom prst="rect">
            <a:avLst/>
          </a:prstGeom>
          <a:noFill/>
          <a:ln>
            <a:noFill/>
          </a:ln>
        </p:spPr>
        <p:txBody>
          <a:bodyPr anchorCtr="0" anchor="t" bIns="17125" lIns="34275" rIns="34275" tIns="17125">
            <a:noAutofit/>
          </a:bodyPr>
          <a:lstStyle/>
          <a:p>
            <a:pPr indent="0" lvl="0" marL="0" marR="0" rtl="0" algn="ctr">
              <a:spcBef>
                <a:spcPts val="0"/>
              </a:spcBef>
              <a:buSzPct val="25000"/>
              <a:buNone/>
            </a:pPr>
            <a:r>
              <a:rPr b="1" i="0" lang="en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Q3 2015</a:t>
            </a:r>
          </a:p>
          <a:p>
            <a:pPr indent="0" lvl="0" marL="0" marR="0" rtl="0" algn="ctr">
              <a:spcBef>
                <a:spcPts val="0"/>
              </a:spcBef>
              <a:buSzPct val="25000"/>
              <a:buNone/>
            </a:pPr>
            <a:r>
              <a:rPr b="1" i="0" lang="en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First ONOS Deployments in Australia</a:t>
            </a:r>
          </a:p>
        </p:txBody>
      </p:sp>
      <p:sp>
        <p:nvSpPr>
          <p:cNvPr id="782" name="Shape 782"/>
          <p:cNvSpPr txBox="1"/>
          <p:nvPr/>
        </p:nvSpPr>
        <p:spPr>
          <a:xfrm>
            <a:off x="7027990" y="3605453"/>
            <a:ext cx="772246" cy="238767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rIns="26775" tIns="26775">
            <a:noAutofit/>
          </a:bodyPr>
          <a:lstStyle/>
          <a:p>
            <a:pPr indent="0" lvl="0" marL="0" marR="0" rtl="0" algn="ctr">
              <a:spcBef>
                <a:spcPts val="0"/>
              </a:spcBef>
              <a:buSzPct val="25000"/>
              <a:buNone/>
            </a:pPr>
            <a:r>
              <a:rPr b="1" i="0" lang="en" sz="1200" u="none" cap="none" strike="noStrike">
                <a:solidFill>
                  <a:srgbClr val="17365D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OpenFlow</a:t>
            </a:r>
          </a:p>
        </p:txBody>
      </p:sp>
      <p:pic>
        <p:nvPicPr>
          <p:cNvPr id="783" name="Shape 783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7137684" y="3196147"/>
            <a:ext cx="553260" cy="507535"/>
          </a:xfrm>
          <a:prstGeom prst="rect">
            <a:avLst/>
          </a:prstGeom>
          <a:noFill/>
          <a:ln>
            <a:noFill/>
          </a:ln>
        </p:spPr>
      </p:pic>
      <p:sp>
        <p:nvSpPr>
          <p:cNvPr id="784" name="Shape 784"/>
          <p:cNvSpPr txBox="1"/>
          <p:nvPr/>
        </p:nvSpPr>
        <p:spPr>
          <a:xfrm>
            <a:off x="7532475" y="1584895"/>
            <a:ext cx="1576029" cy="450122"/>
          </a:xfrm>
          <a:prstGeom prst="rect">
            <a:avLst/>
          </a:prstGeom>
          <a:noFill/>
          <a:ln>
            <a:noFill/>
          </a:ln>
        </p:spPr>
        <p:txBody>
          <a:bodyPr anchorCtr="0" anchor="t" bIns="17125" lIns="34275" rIns="34275" tIns="17125">
            <a:noAutofit/>
          </a:bodyPr>
          <a:lstStyle/>
          <a:p>
            <a:pPr indent="0" lvl="0" marL="0" marR="0" rtl="0" algn="l">
              <a:spcBef>
                <a:spcPts val="0"/>
              </a:spcBef>
              <a:buSzPct val="25000"/>
              <a:buNone/>
            </a:pPr>
            <a:r>
              <a:rPr b="1" i="0" lang="en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Q3 2015</a:t>
            </a:r>
          </a:p>
          <a:p>
            <a:pPr indent="0" lvl="0" marL="0" marR="0" rtl="0" algn="l">
              <a:spcBef>
                <a:spcPts val="0"/>
              </a:spcBef>
              <a:buSzPct val="25000"/>
              <a:buNone/>
            </a:pPr>
            <a:r>
              <a:rPr b="1" i="0" lang="en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Korea announces the first</a:t>
            </a:r>
          </a:p>
          <a:p>
            <a:pPr indent="0" lvl="0" marL="0" marR="0" rtl="0" algn="l">
              <a:spcBef>
                <a:spcPts val="0"/>
              </a:spcBef>
              <a:buSzPct val="25000"/>
              <a:buNone/>
            </a:pPr>
            <a:r>
              <a:rPr b="1" i="0" lang="en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ongoing ONOS deployment </a:t>
            </a:r>
          </a:p>
        </p:txBody>
      </p:sp>
      <p:sp>
        <p:nvSpPr>
          <p:cNvPr id="785" name="Shape 785"/>
          <p:cNvSpPr txBox="1"/>
          <p:nvPr/>
        </p:nvSpPr>
        <p:spPr>
          <a:xfrm>
            <a:off x="7542329" y="2251041"/>
            <a:ext cx="1441676" cy="311624"/>
          </a:xfrm>
          <a:prstGeom prst="rect">
            <a:avLst/>
          </a:prstGeom>
          <a:noFill/>
          <a:ln>
            <a:noFill/>
          </a:ln>
        </p:spPr>
        <p:txBody>
          <a:bodyPr anchorCtr="0" anchor="t" bIns="17125" lIns="34275" rIns="34275" tIns="17125">
            <a:noAutofit/>
          </a:bodyPr>
          <a:lstStyle/>
          <a:p>
            <a:pPr indent="0" lvl="0" marL="0" marR="0" rtl="0" algn="r">
              <a:spcBef>
                <a:spcPts val="0"/>
              </a:spcBef>
              <a:buSzPct val="25000"/>
              <a:buNone/>
            </a:pPr>
            <a:r>
              <a:rPr b="1" i="0" lang="en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Q4 2015</a:t>
            </a:r>
          </a:p>
          <a:p>
            <a:pPr indent="0" lvl="0" marL="0" marR="0" rtl="0" algn="r">
              <a:spcBef>
                <a:spcPts val="0"/>
              </a:spcBef>
              <a:buSzPct val="25000"/>
              <a:buNone/>
            </a:pPr>
            <a:r>
              <a:rPr b="1" i="0" lang="en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ONOS deployed in Korea</a:t>
            </a:r>
          </a:p>
        </p:txBody>
      </p:sp>
      <p:sp>
        <p:nvSpPr>
          <p:cNvPr id="786" name="Shape 786"/>
          <p:cNvSpPr txBox="1"/>
          <p:nvPr/>
        </p:nvSpPr>
        <p:spPr>
          <a:xfrm>
            <a:off x="1087142" y="3498623"/>
            <a:ext cx="1351621" cy="588623"/>
          </a:xfrm>
          <a:prstGeom prst="rect">
            <a:avLst/>
          </a:prstGeom>
          <a:noFill/>
          <a:ln>
            <a:noFill/>
          </a:ln>
        </p:spPr>
        <p:txBody>
          <a:bodyPr anchorCtr="0" anchor="t" bIns="17125" lIns="34275" rIns="34275" tIns="17125">
            <a:noAutofit/>
          </a:bodyPr>
          <a:lstStyle/>
          <a:p>
            <a:pPr indent="0" lvl="0" marL="0" marR="0" rtl="0" algn="r">
              <a:spcBef>
                <a:spcPts val="0"/>
              </a:spcBef>
              <a:buSzPct val="25000"/>
              <a:buNone/>
            </a:pPr>
            <a:r>
              <a:rPr b="1" i="0" lang="en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Q4 2015</a:t>
            </a:r>
          </a:p>
          <a:p>
            <a:pPr indent="0" lvl="0" marL="0" marR="0" rtl="0" algn="r">
              <a:spcBef>
                <a:spcPts val="0"/>
              </a:spcBef>
              <a:buSzPct val="25000"/>
              <a:buNone/>
            </a:pPr>
            <a:r>
              <a:rPr b="1" i="0" lang="en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First ONOS</a:t>
            </a:r>
          </a:p>
          <a:p>
            <a:pPr indent="0" lvl="0" marL="0" marR="0" rtl="0" algn="r">
              <a:spcBef>
                <a:spcPts val="0"/>
              </a:spcBef>
              <a:buSzPct val="25000"/>
              <a:buNone/>
            </a:pPr>
            <a:r>
              <a:rPr b="1" i="0" lang="en" sz="900" u="sng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production</a:t>
            </a:r>
            <a:r>
              <a:rPr b="1" i="0" lang="en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deployment</a:t>
            </a:r>
          </a:p>
          <a:p>
            <a:pPr indent="0" lvl="0" marL="0" marR="0" rtl="0" algn="r">
              <a:spcBef>
                <a:spcPts val="0"/>
              </a:spcBef>
              <a:buSzPct val="25000"/>
              <a:buNone/>
            </a:pPr>
            <a:r>
              <a:rPr b="1" i="0" lang="en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 South America</a:t>
            </a:r>
          </a:p>
        </p:txBody>
      </p:sp>
      <p:cxnSp>
        <p:nvCxnSpPr>
          <p:cNvPr id="787" name="Shape 787"/>
          <p:cNvCxnSpPr>
            <a:stCxn id="772" idx="3"/>
            <a:endCxn id="765" idx="2"/>
          </p:cNvCxnSpPr>
          <p:nvPr/>
        </p:nvCxnSpPr>
        <p:spPr>
          <a:xfrm rot="-5400000">
            <a:off x="2680097" y="1985432"/>
            <a:ext cx="2053800" cy="1242900"/>
          </a:xfrm>
          <a:prstGeom prst="curvedConnector3">
            <a:avLst>
              <a:gd fmla="val 0" name="adj1"/>
            </a:avLst>
          </a:prstGeom>
          <a:noFill/>
          <a:ln cap="flat" cmpd="sng" w="9525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788" name="Shape 788"/>
          <p:cNvCxnSpPr/>
          <p:nvPr/>
        </p:nvCxnSpPr>
        <p:spPr>
          <a:xfrm>
            <a:off x="1439651" y="1818993"/>
            <a:ext cx="6318599" cy="2079299"/>
          </a:xfrm>
          <a:prstGeom prst="curvedConnector3">
            <a:avLst>
              <a:gd fmla="val 50000" name="adj1"/>
            </a:avLst>
          </a:prstGeom>
          <a:noFill/>
          <a:ln cap="flat" cmpd="sng" w="9525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789" name="Shape 789"/>
          <p:cNvSpPr txBox="1"/>
          <p:nvPr/>
        </p:nvSpPr>
        <p:spPr>
          <a:xfrm>
            <a:off x="2627783" y="1981011"/>
            <a:ext cx="1448102" cy="311624"/>
          </a:xfrm>
          <a:prstGeom prst="rect">
            <a:avLst/>
          </a:prstGeom>
          <a:noFill/>
          <a:ln>
            <a:noFill/>
          </a:ln>
        </p:spPr>
        <p:txBody>
          <a:bodyPr anchorCtr="0" anchor="t" bIns="17125" lIns="34275" rIns="34275" tIns="17125">
            <a:noAutofit/>
          </a:bodyPr>
          <a:lstStyle/>
          <a:p>
            <a:pPr indent="0" lvl="0" marL="0" marR="0" rtl="0" algn="ctr">
              <a:spcBef>
                <a:spcPts val="0"/>
              </a:spcBef>
              <a:buSzPct val="25000"/>
              <a:buNone/>
            </a:pPr>
            <a:r>
              <a:rPr b="1" i="0" lang="en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Q1-Q2 2015</a:t>
            </a:r>
          </a:p>
          <a:p>
            <a:pPr indent="0" lvl="0" marL="0" marR="0" rtl="0" algn="ctr">
              <a:spcBef>
                <a:spcPts val="0"/>
              </a:spcBef>
              <a:buSzPct val="25000"/>
              <a:buNone/>
            </a:pPr>
            <a:r>
              <a:rPr b="1" i="0" lang="en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First ONOS Deployments</a:t>
            </a:r>
          </a:p>
        </p:txBody>
      </p:sp>
      <p:cxnSp>
        <p:nvCxnSpPr>
          <p:cNvPr id="790" name="Shape 790"/>
          <p:cNvCxnSpPr/>
          <p:nvPr/>
        </p:nvCxnSpPr>
        <p:spPr>
          <a:xfrm flipH="1">
            <a:off x="6543218" y="3817216"/>
            <a:ext cx="486054" cy="297032"/>
          </a:xfrm>
          <a:prstGeom prst="straightConnector1">
            <a:avLst/>
          </a:prstGeom>
          <a:noFill/>
          <a:ln cap="flat" cmpd="sng" w="25400">
            <a:solidFill>
              <a:schemeClr val="lt2"/>
            </a:solidFill>
            <a:prstDash val="solid"/>
            <a:bevel/>
            <a:headEnd len="med" w="med" type="none"/>
            <a:tailEnd len="med" w="med" type="none"/>
          </a:ln>
        </p:spPr>
      </p:cxnSp>
      <p:cxnSp>
        <p:nvCxnSpPr>
          <p:cNvPr id="791" name="Shape 791"/>
          <p:cNvCxnSpPr/>
          <p:nvPr/>
        </p:nvCxnSpPr>
        <p:spPr>
          <a:xfrm rot="10800000">
            <a:off x="3127712" y="3482181"/>
            <a:ext cx="837093" cy="405044"/>
          </a:xfrm>
          <a:prstGeom prst="straightConnector1">
            <a:avLst/>
          </a:prstGeom>
          <a:noFill/>
          <a:ln cap="flat" cmpd="sng" w="25400">
            <a:solidFill>
              <a:schemeClr val="lt2"/>
            </a:solidFill>
            <a:prstDash val="solid"/>
            <a:bevel/>
            <a:headEnd len="med" w="med" type="none"/>
            <a:tailEnd len="med" w="med" type="none"/>
          </a:ln>
        </p:spPr>
      </p:cxnSp>
      <p:pic>
        <p:nvPicPr>
          <p:cNvPr id="792" name="Shape 792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1602342" y="1456955"/>
            <a:ext cx="553260" cy="507535"/>
          </a:xfrm>
          <a:prstGeom prst="rect">
            <a:avLst/>
          </a:prstGeom>
          <a:noFill/>
          <a:ln>
            <a:noFill/>
          </a:ln>
        </p:spPr>
      </p:pic>
      <p:sp>
        <p:nvSpPr>
          <p:cNvPr id="793" name="Shape 793"/>
          <p:cNvSpPr/>
          <p:nvPr/>
        </p:nvSpPr>
        <p:spPr>
          <a:xfrm>
            <a:off x="7758353" y="3639757"/>
            <a:ext cx="27002" cy="48993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26775" lIns="26775" rIns="26775" tIns="26775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94" name="Shape 794"/>
          <p:cNvSpPr/>
          <p:nvPr/>
        </p:nvSpPr>
        <p:spPr>
          <a:xfrm>
            <a:off x="1439651" y="1587529"/>
            <a:ext cx="27002" cy="48993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26775" lIns="26775" rIns="26775" tIns="26775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95" name="Shape 795"/>
          <p:cNvSpPr txBox="1"/>
          <p:nvPr/>
        </p:nvSpPr>
        <p:spPr>
          <a:xfrm>
            <a:off x="4680012" y="2440064"/>
            <a:ext cx="1364807" cy="588623"/>
          </a:xfrm>
          <a:prstGeom prst="rect">
            <a:avLst/>
          </a:prstGeom>
          <a:noFill/>
          <a:ln>
            <a:noFill/>
          </a:ln>
        </p:spPr>
        <p:txBody>
          <a:bodyPr anchorCtr="0" anchor="t" bIns="17125" lIns="34275" rIns="34275" tIns="17125">
            <a:noAutofit/>
          </a:bodyPr>
          <a:lstStyle/>
          <a:p>
            <a:pPr indent="0" lvl="0" marL="0" marR="0" rtl="0" algn="ctr">
              <a:spcBef>
                <a:spcPts val="0"/>
              </a:spcBef>
              <a:buSzPct val="25000"/>
              <a:buNone/>
            </a:pPr>
            <a:r>
              <a:rPr b="1" i="0" lang="en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Q4 2015</a:t>
            </a:r>
          </a:p>
          <a:p>
            <a:pPr indent="0" lvl="0" marL="0" marR="0" rtl="0" algn="ctr">
              <a:spcBef>
                <a:spcPts val="0"/>
              </a:spcBef>
              <a:buSzPct val="25000"/>
              <a:buNone/>
            </a:pPr>
            <a:r>
              <a:rPr b="1" i="0" lang="en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Creating connections</a:t>
            </a:r>
          </a:p>
          <a:p>
            <a:pPr indent="0" lvl="0" marL="0" marR="0" rtl="0" algn="ctr">
              <a:spcBef>
                <a:spcPts val="0"/>
              </a:spcBef>
              <a:buSzPct val="25000"/>
              <a:buNone/>
            </a:pPr>
            <a:r>
              <a:rPr b="1" i="0" lang="en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Sidney – Seattle</a:t>
            </a:r>
          </a:p>
          <a:p>
            <a:pPr indent="0" lvl="0" marL="0" marR="0" rtl="0" algn="ctr">
              <a:spcBef>
                <a:spcPts val="0"/>
              </a:spcBef>
              <a:buSzPct val="25000"/>
              <a:buNone/>
            </a:pPr>
            <a:r>
              <a:rPr b="1" i="0" lang="en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Sao Paolo - Amsterdam</a:t>
            </a:r>
          </a:p>
        </p:txBody>
      </p:sp>
      <p:sp>
        <p:nvSpPr>
          <p:cNvPr id="796" name="Shape 796"/>
          <p:cNvSpPr txBox="1"/>
          <p:nvPr/>
        </p:nvSpPr>
        <p:spPr>
          <a:xfrm>
            <a:off x="109138" y="-54246"/>
            <a:ext cx="8934406" cy="9551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buClr>
                <a:srgbClr val="C0504D"/>
              </a:buClr>
              <a:buSzPct val="25000"/>
              <a:buFont typeface="Calibri"/>
              <a:buNone/>
            </a:pPr>
            <a:r>
              <a:rPr b="0" i="0" lang="en" sz="3330" u="none" cap="none" strike="noStrike">
                <a:solidFill>
                  <a:srgbClr val="C0504D"/>
                </a:solidFill>
                <a:latin typeface="Calibri"/>
                <a:ea typeface="Calibri"/>
                <a:cs typeface="Calibri"/>
                <a:sym typeface="Calibri"/>
              </a:rPr>
              <a:t>ONOS/SDN-IP Deployment in 2015: </a:t>
            </a:r>
            <a:br>
              <a:rPr b="0" i="0" lang="en" sz="3330" u="none" cap="none" strike="noStrike">
                <a:solidFill>
                  <a:srgbClr val="C0504D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" sz="305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From Nothing to Global Footprint in R&amp;E Nets</a:t>
            </a:r>
          </a:p>
        </p:txBody>
      </p:sp>
    </p:spTree>
  </p:cSld>
  <p:clrMapOvr>
    <a:masterClrMapping/>
  </p:clrMapOvr>
  <p:transition spd="med"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801" name="Shape 8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2" name="Shape 802"/>
          <p:cNvSpPr/>
          <p:nvPr/>
        </p:nvSpPr>
        <p:spPr>
          <a:xfrm>
            <a:off x="5497512" y="772997"/>
            <a:ext cx="1625599" cy="2962275"/>
          </a:xfrm>
          <a:prstGeom prst="roundRect">
            <a:avLst>
              <a:gd fmla="val 3282" name="adj"/>
            </a:avLst>
          </a:prstGeom>
          <a:solidFill>
            <a:srgbClr val="1479B1"/>
          </a:solidFill>
          <a:ln cap="flat" cmpd="sng" w="25400">
            <a:solidFill>
              <a:srgbClr val="FFFFFF"/>
            </a:solidFill>
            <a:prstDash val="solid"/>
            <a:miter/>
            <a:headEnd len="med" w="med" type="none"/>
            <a:tailEnd len="med" w="med" type="none"/>
          </a:ln>
        </p:spPr>
        <p:txBody>
          <a:bodyPr anchorCtr="0" anchor="ctr" bIns="0" lIns="0" rIns="0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b="0" i="0" sz="15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3" name="Shape 803"/>
          <p:cNvSpPr/>
          <p:nvPr/>
        </p:nvSpPr>
        <p:spPr>
          <a:xfrm>
            <a:off x="5643535" y="1563345"/>
            <a:ext cx="1332538" cy="2004041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5400">
            <a:solidFill>
              <a:srgbClr val="FFFFFF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4" name="Shape 804"/>
          <p:cNvSpPr txBox="1"/>
          <p:nvPr>
            <p:ph type="title"/>
          </p:nvPr>
        </p:nvSpPr>
        <p:spPr>
          <a:xfrm>
            <a:off x="133989" y="-72872"/>
            <a:ext cx="8936463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00" rIns="91400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Clr>
                <a:srgbClr val="C0504D"/>
              </a:buClr>
              <a:buSzPct val="25000"/>
              <a:buFont typeface="Calibri"/>
              <a:buNone/>
            </a:pPr>
            <a:r>
              <a:rPr b="0" i="0" lang="en" sz="3600" u="none" cap="none" strike="noStrike">
                <a:solidFill>
                  <a:srgbClr val="C0504D"/>
                </a:solidFill>
                <a:latin typeface="Calibri"/>
                <a:ea typeface="Calibri"/>
                <a:cs typeface="Calibri"/>
                <a:sym typeface="Calibri"/>
              </a:rPr>
              <a:t>ONOS Partnership and Community at Launch</a:t>
            </a:r>
          </a:p>
        </p:txBody>
      </p:sp>
      <p:sp>
        <p:nvSpPr>
          <p:cNvPr id="805" name="Shape 805"/>
          <p:cNvSpPr/>
          <p:nvPr/>
        </p:nvSpPr>
        <p:spPr>
          <a:xfrm>
            <a:off x="396880" y="753945"/>
            <a:ext cx="1628775" cy="2981325"/>
          </a:xfrm>
          <a:prstGeom prst="roundRect">
            <a:avLst>
              <a:gd fmla="val 3273" name="adj"/>
            </a:avLst>
          </a:prstGeom>
          <a:solidFill>
            <a:srgbClr val="1479B1"/>
          </a:solidFill>
          <a:ln cap="flat" cmpd="sng" w="25400">
            <a:solidFill>
              <a:srgbClr val="FFFFFF"/>
            </a:solidFill>
            <a:prstDash val="solid"/>
            <a:miter/>
            <a:headEnd len="med" w="med" type="none"/>
            <a:tailEnd len="med" w="med" type="none"/>
          </a:ln>
        </p:spPr>
        <p:txBody>
          <a:bodyPr anchorCtr="0" anchor="ctr" bIns="0" lIns="0" rIns="0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b="0" i="0" sz="15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6" name="Shape 806"/>
          <p:cNvSpPr/>
          <p:nvPr/>
        </p:nvSpPr>
        <p:spPr>
          <a:xfrm>
            <a:off x="975758" y="925396"/>
            <a:ext cx="469429" cy="276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buSzPct val="25000"/>
              <a:buNone/>
            </a:pPr>
            <a:r>
              <a:rPr b="1" i="0" lang="en" sz="1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ON.LAB</a:t>
            </a:r>
          </a:p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b="0" i="0" sz="7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7" name="Shape 807"/>
          <p:cNvSpPr/>
          <p:nvPr/>
        </p:nvSpPr>
        <p:spPr>
          <a:xfrm>
            <a:off x="517529" y="1505230"/>
            <a:ext cx="1395412" cy="2062157"/>
          </a:xfrm>
          <a:prstGeom prst="roundRect">
            <a:avLst>
              <a:gd fmla="val 9406" name="adj"/>
            </a:avLst>
          </a:prstGeom>
          <a:solidFill>
            <a:srgbClr val="FFFFFF"/>
          </a:solidFill>
          <a:ln cap="flat" cmpd="sng" w="25400">
            <a:solidFill>
              <a:srgbClr val="FFFFFF"/>
            </a:solidFill>
            <a:prstDash val="solid"/>
            <a:miter/>
            <a:headEnd len="med" w="med" type="none"/>
            <a:tailEnd len="med" w="med" type="none"/>
          </a:ln>
        </p:spPr>
        <p:txBody>
          <a:bodyPr anchorCtr="0" anchor="ctr" bIns="0" lIns="0" rIns="0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b="0" i="0" sz="15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08" name="Shape 808"/>
          <p:cNvCxnSpPr/>
          <p:nvPr/>
        </p:nvCxnSpPr>
        <p:spPr>
          <a:xfrm>
            <a:off x="398467" y="1343304"/>
            <a:ext cx="1635125" cy="0"/>
          </a:xfrm>
          <a:prstGeom prst="straightConnector1">
            <a:avLst/>
          </a:prstGeom>
          <a:noFill/>
          <a:ln cap="flat" cmpd="sng" w="25400">
            <a:solidFill>
              <a:srgbClr val="FFFFFF"/>
            </a:solidFill>
            <a:prstDash val="solid"/>
            <a:miter/>
            <a:headEnd len="med" w="med" type="none"/>
            <a:tailEnd len="med" w="med" type="none"/>
          </a:ln>
        </p:spPr>
      </p:cxnSp>
      <p:sp>
        <p:nvSpPr>
          <p:cNvPr id="809" name="Shape 809"/>
          <p:cNvSpPr/>
          <p:nvPr/>
        </p:nvSpPr>
        <p:spPr>
          <a:xfrm>
            <a:off x="2103438" y="753945"/>
            <a:ext cx="1624011" cy="2981325"/>
          </a:xfrm>
          <a:prstGeom prst="roundRect">
            <a:avLst>
              <a:gd fmla="val 3282" name="adj"/>
            </a:avLst>
          </a:prstGeom>
          <a:solidFill>
            <a:srgbClr val="1479B1"/>
          </a:solidFill>
          <a:ln cap="flat" cmpd="sng" w="25400">
            <a:solidFill>
              <a:srgbClr val="FFFFFF"/>
            </a:solidFill>
            <a:prstDash val="solid"/>
            <a:miter/>
            <a:headEnd len="med" w="med" type="none"/>
            <a:tailEnd len="med" w="med" type="none"/>
          </a:ln>
        </p:spPr>
        <p:txBody>
          <a:bodyPr anchorCtr="0" anchor="ctr" bIns="0" lIns="0" rIns="0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b="0" i="0" sz="15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0" name="Shape 810"/>
          <p:cNvSpPr/>
          <p:nvPr/>
        </p:nvSpPr>
        <p:spPr>
          <a:xfrm>
            <a:off x="2322364" y="925396"/>
            <a:ext cx="1179809" cy="276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buSzPct val="25000"/>
              <a:buNone/>
            </a:pPr>
            <a:r>
              <a:rPr b="1" i="0" lang="en" sz="1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SERVICE PROVIDER </a:t>
            </a:r>
          </a:p>
          <a:p>
            <a:pPr indent="0" lvl="0" marL="0" marR="0" rtl="0" algn="ctr">
              <a:spcBef>
                <a:spcPts val="0"/>
              </a:spcBef>
              <a:buSzPct val="25000"/>
              <a:buNone/>
            </a:pPr>
            <a:r>
              <a:rPr b="0" i="0" lang="en" sz="7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PARTNERS</a:t>
            </a:r>
          </a:p>
        </p:txBody>
      </p:sp>
      <p:sp>
        <p:nvSpPr>
          <p:cNvPr id="811" name="Shape 811"/>
          <p:cNvSpPr/>
          <p:nvPr/>
        </p:nvSpPr>
        <p:spPr>
          <a:xfrm>
            <a:off x="2208213" y="1505230"/>
            <a:ext cx="1395411" cy="2062157"/>
          </a:xfrm>
          <a:prstGeom prst="roundRect">
            <a:avLst>
              <a:gd fmla="val 9406" name="adj"/>
            </a:avLst>
          </a:prstGeom>
          <a:solidFill>
            <a:srgbClr val="FFFFFF"/>
          </a:solidFill>
          <a:ln cap="flat" cmpd="sng" w="25400">
            <a:solidFill>
              <a:srgbClr val="FFFFFF"/>
            </a:solidFill>
            <a:prstDash val="solid"/>
            <a:miter/>
            <a:headEnd len="med" w="med" type="none"/>
            <a:tailEnd len="med" w="med" type="none"/>
          </a:ln>
        </p:spPr>
        <p:txBody>
          <a:bodyPr anchorCtr="0" anchor="ctr" bIns="0" lIns="0" rIns="0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b="0" i="0" sz="15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12" name="Shape 812"/>
          <p:cNvCxnSpPr/>
          <p:nvPr/>
        </p:nvCxnSpPr>
        <p:spPr>
          <a:xfrm>
            <a:off x="2089153" y="1331399"/>
            <a:ext cx="1635125" cy="0"/>
          </a:xfrm>
          <a:prstGeom prst="straightConnector1">
            <a:avLst/>
          </a:prstGeom>
          <a:noFill/>
          <a:ln cap="flat" cmpd="sng" w="25400">
            <a:solidFill>
              <a:srgbClr val="FFFFFF"/>
            </a:solidFill>
            <a:prstDash val="solid"/>
            <a:miter/>
            <a:headEnd len="med" w="med" type="none"/>
            <a:tailEnd len="med" w="med" type="none"/>
          </a:ln>
        </p:spPr>
      </p:cxnSp>
      <p:pic>
        <p:nvPicPr>
          <p:cNvPr id="813" name="Shape 8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16188" y="1525470"/>
            <a:ext cx="646112" cy="484585"/>
          </a:xfrm>
          <a:prstGeom prst="rect">
            <a:avLst/>
          </a:prstGeom>
          <a:noFill/>
          <a:ln>
            <a:noFill/>
          </a:ln>
        </p:spPr>
      </p:pic>
      <p:pic>
        <p:nvPicPr>
          <p:cNvPr id="814" name="Shape 8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7854" y="2320810"/>
            <a:ext cx="1216024" cy="273843"/>
          </a:xfrm>
          <a:prstGeom prst="rect">
            <a:avLst/>
          </a:prstGeom>
          <a:noFill/>
          <a:ln>
            <a:noFill/>
          </a:ln>
        </p:spPr>
      </p:pic>
      <p:sp>
        <p:nvSpPr>
          <p:cNvPr id="815" name="Shape 815"/>
          <p:cNvSpPr/>
          <p:nvPr/>
        </p:nvSpPr>
        <p:spPr>
          <a:xfrm>
            <a:off x="5771289" y="944448"/>
            <a:ext cx="1071705" cy="276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buSzPct val="25000"/>
              <a:buNone/>
            </a:pPr>
            <a:r>
              <a:rPr b="1" i="0" lang="en" sz="1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COLLABORATORS</a:t>
            </a:r>
          </a:p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b="0" i="0" sz="7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16" name="Shape 816"/>
          <p:cNvCxnSpPr/>
          <p:nvPr/>
        </p:nvCxnSpPr>
        <p:spPr>
          <a:xfrm>
            <a:off x="5483230" y="1350449"/>
            <a:ext cx="1636713" cy="0"/>
          </a:xfrm>
          <a:prstGeom prst="straightConnector1">
            <a:avLst/>
          </a:prstGeom>
          <a:noFill/>
          <a:ln cap="flat" cmpd="sng" w="25400">
            <a:solidFill>
              <a:srgbClr val="FFFFFF"/>
            </a:solidFill>
            <a:prstDash val="solid"/>
            <a:miter/>
            <a:headEnd len="med" w="med" type="none"/>
            <a:tailEnd len="med" w="med" type="none"/>
          </a:ln>
        </p:spPr>
      </p:cxnSp>
      <p:sp>
        <p:nvSpPr>
          <p:cNvPr id="817" name="Shape 817"/>
          <p:cNvSpPr/>
          <p:nvPr/>
        </p:nvSpPr>
        <p:spPr>
          <a:xfrm>
            <a:off x="3795717" y="778949"/>
            <a:ext cx="1627186" cy="2956322"/>
          </a:xfrm>
          <a:prstGeom prst="roundRect">
            <a:avLst>
              <a:gd fmla="val 3273" name="adj"/>
            </a:avLst>
          </a:prstGeom>
          <a:solidFill>
            <a:srgbClr val="1479B1"/>
          </a:solidFill>
          <a:ln>
            <a:noFill/>
          </a:ln>
        </p:spPr>
        <p:txBody>
          <a:bodyPr anchorCtr="0" anchor="ctr" bIns="0" lIns="0" rIns="0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b="0" i="0" sz="15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8" name="Shape 818"/>
          <p:cNvSpPr/>
          <p:nvPr/>
        </p:nvSpPr>
        <p:spPr>
          <a:xfrm>
            <a:off x="3916367" y="1530233"/>
            <a:ext cx="1393825" cy="2037154"/>
          </a:xfrm>
          <a:prstGeom prst="roundRect">
            <a:avLst>
              <a:gd fmla="val 9406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0" lIns="0" rIns="0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b="0" i="0" sz="15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19" name="Shape 819"/>
          <p:cNvCxnSpPr/>
          <p:nvPr/>
        </p:nvCxnSpPr>
        <p:spPr>
          <a:xfrm>
            <a:off x="3797301" y="1368308"/>
            <a:ext cx="1633538" cy="0"/>
          </a:xfrm>
          <a:prstGeom prst="straightConnector1">
            <a:avLst/>
          </a:prstGeom>
          <a:noFill/>
          <a:ln>
            <a:noFill/>
          </a:ln>
        </p:spPr>
      </p:cxnSp>
      <p:pic>
        <p:nvPicPr>
          <p:cNvPr id="820" name="Shape 8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15848" y="3303855"/>
            <a:ext cx="619125" cy="172640"/>
          </a:xfrm>
          <a:prstGeom prst="rect">
            <a:avLst/>
          </a:prstGeom>
          <a:noFill/>
          <a:ln>
            <a:noFill/>
          </a:ln>
        </p:spPr>
      </p:pic>
      <p:pic>
        <p:nvPicPr>
          <p:cNvPr id="821" name="Shape 8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352696" y="2277447"/>
            <a:ext cx="922338" cy="264319"/>
          </a:xfrm>
          <a:prstGeom prst="rect">
            <a:avLst/>
          </a:prstGeom>
          <a:noFill/>
          <a:ln>
            <a:noFill/>
          </a:ln>
        </p:spPr>
      </p:pic>
      <p:pic>
        <p:nvPicPr>
          <p:cNvPr id="822" name="Shape 82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012230" y="2941258"/>
            <a:ext cx="811213" cy="275034"/>
          </a:xfrm>
          <a:prstGeom prst="rect">
            <a:avLst/>
          </a:prstGeom>
          <a:noFill/>
          <a:ln>
            <a:noFill/>
          </a:ln>
        </p:spPr>
      </p:pic>
      <p:pic>
        <p:nvPicPr>
          <p:cNvPr id="823" name="Shape 82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648814" y="2736105"/>
            <a:ext cx="495299" cy="371474"/>
          </a:xfrm>
          <a:prstGeom prst="rect">
            <a:avLst/>
          </a:prstGeom>
          <a:noFill/>
          <a:ln>
            <a:noFill/>
          </a:ln>
        </p:spPr>
      </p:pic>
      <p:pic>
        <p:nvPicPr>
          <p:cNvPr id="824" name="Shape 82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3937244" y="2034096"/>
            <a:ext cx="688975" cy="172640"/>
          </a:xfrm>
          <a:prstGeom prst="rect">
            <a:avLst/>
          </a:prstGeom>
          <a:noFill/>
          <a:ln>
            <a:noFill/>
          </a:ln>
        </p:spPr>
      </p:pic>
      <p:pic>
        <p:nvPicPr>
          <p:cNvPr id="825" name="Shape 82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3994150" y="2521076"/>
            <a:ext cx="636588" cy="229790"/>
          </a:xfrm>
          <a:prstGeom prst="rect">
            <a:avLst/>
          </a:prstGeom>
          <a:noFill/>
          <a:ln>
            <a:noFill/>
          </a:ln>
        </p:spPr>
      </p:pic>
      <p:sp>
        <p:nvSpPr>
          <p:cNvPr id="826" name="Shape 826"/>
          <p:cNvSpPr/>
          <p:nvPr/>
        </p:nvSpPr>
        <p:spPr>
          <a:xfrm>
            <a:off x="4359535" y="900395"/>
            <a:ext cx="528113" cy="276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buSzPct val="25000"/>
              <a:buNone/>
            </a:pPr>
            <a:r>
              <a:rPr b="1" i="0" lang="en" sz="1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VENDOR</a:t>
            </a:r>
          </a:p>
          <a:p>
            <a:pPr indent="0" lvl="0" marL="0" marR="0" rtl="0" algn="ctr">
              <a:spcBef>
                <a:spcPts val="0"/>
              </a:spcBef>
              <a:buSzPct val="25000"/>
              <a:buNone/>
            </a:pPr>
            <a:r>
              <a:rPr b="0" i="0" lang="en" sz="7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PARTNERS</a:t>
            </a:r>
          </a:p>
        </p:txBody>
      </p:sp>
      <p:sp>
        <p:nvSpPr>
          <p:cNvPr id="827" name="Shape 827"/>
          <p:cNvSpPr/>
          <p:nvPr/>
        </p:nvSpPr>
        <p:spPr>
          <a:xfrm>
            <a:off x="7181850" y="778949"/>
            <a:ext cx="1627188" cy="2956322"/>
          </a:xfrm>
          <a:prstGeom prst="roundRect">
            <a:avLst>
              <a:gd fmla="val 3273" name="adj"/>
            </a:avLst>
          </a:prstGeom>
          <a:solidFill>
            <a:srgbClr val="1479B1"/>
          </a:solidFill>
          <a:ln cap="flat" cmpd="sng" w="25400">
            <a:solidFill>
              <a:srgbClr val="FFFFFF"/>
            </a:solidFill>
            <a:prstDash val="solid"/>
            <a:miter/>
            <a:headEnd len="med" w="med" type="none"/>
            <a:tailEnd len="med" w="med" type="none"/>
          </a:ln>
        </p:spPr>
        <p:txBody>
          <a:bodyPr anchorCtr="0" anchor="ctr" bIns="0" lIns="0" rIns="0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b="0" i="0" sz="15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8" name="Shape 828"/>
          <p:cNvSpPr/>
          <p:nvPr/>
        </p:nvSpPr>
        <p:spPr>
          <a:xfrm>
            <a:off x="7588035" y="950400"/>
            <a:ext cx="811647" cy="276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buSzPct val="25000"/>
              <a:buNone/>
            </a:pPr>
            <a:r>
              <a:rPr b="1" i="0" lang="en" sz="1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VOLUNTEERS</a:t>
            </a:r>
          </a:p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b="0" i="0" sz="7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9" name="Shape 829"/>
          <p:cNvSpPr/>
          <p:nvPr/>
        </p:nvSpPr>
        <p:spPr>
          <a:xfrm>
            <a:off x="7302504" y="1530232"/>
            <a:ext cx="1393825" cy="2037154"/>
          </a:xfrm>
          <a:prstGeom prst="roundRect">
            <a:avLst>
              <a:gd fmla="val 9406" name="adj"/>
            </a:avLst>
          </a:prstGeom>
          <a:solidFill>
            <a:srgbClr val="FFFFFF"/>
          </a:solidFill>
          <a:ln cap="flat" cmpd="sng" w="25400">
            <a:solidFill>
              <a:srgbClr val="FFFFFF"/>
            </a:solidFill>
            <a:prstDash val="solid"/>
            <a:miter/>
            <a:headEnd len="med" w="med" type="none"/>
            <a:tailEnd len="med" w="med" type="none"/>
          </a:ln>
        </p:spPr>
        <p:txBody>
          <a:bodyPr anchorCtr="0" anchor="ctr" bIns="0" lIns="0" rIns="0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b="0" i="0" sz="15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30" name="Shape 830"/>
          <p:cNvCxnSpPr/>
          <p:nvPr/>
        </p:nvCxnSpPr>
        <p:spPr>
          <a:xfrm>
            <a:off x="7183442" y="1368308"/>
            <a:ext cx="1633536" cy="0"/>
          </a:xfrm>
          <a:prstGeom prst="straightConnector1">
            <a:avLst/>
          </a:prstGeom>
          <a:noFill/>
          <a:ln cap="flat" cmpd="sng" w="25400">
            <a:solidFill>
              <a:srgbClr val="FFFFFF"/>
            </a:solidFill>
            <a:prstDash val="solid"/>
            <a:miter/>
            <a:headEnd len="med" w="med" type="none"/>
            <a:tailEnd len="med" w="med" type="none"/>
          </a:ln>
        </p:spPr>
      </p:cxnSp>
      <p:cxnSp>
        <p:nvCxnSpPr>
          <p:cNvPr id="831" name="Shape 831"/>
          <p:cNvCxnSpPr/>
          <p:nvPr/>
        </p:nvCxnSpPr>
        <p:spPr>
          <a:xfrm>
            <a:off x="3797305" y="1343304"/>
            <a:ext cx="1635125" cy="0"/>
          </a:xfrm>
          <a:prstGeom prst="straightConnector1">
            <a:avLst/>
          </a:prstGeom>
          <a:noFill/>
          <a:ln cap="flat" cmpd="sng" w="25400">
            <a:solidFill>
              <a:srgbClr val="FFFFFF"/>
            </a:solidFill>
            <a:prstDash val="solid"/>
            <a:miter/>
            <a:headEnd len="med" w="med" type="none"/>
            <a:tailEnd len="med" w="med" type="none"/>
          </a:ln>
        </p:spPr>
      </p:cxnSp>
    </p:spTree>
  </p:cSld>
  <p:clrMapOvr>
    <a:masterClrMapping/>
  </p:clrMapOvr>
  <p:transition spd="slow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836" name="Shape 8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7" name="Shape 837"/>
          <p:cNvSpPr/>
          <p:nvPr/>
        </p:nvSpPr>
        <p:spPr>
          <a:xfrm>
            <a:off x="5497512" y="772997"/>
            <a:ext cx="1625599" cy="2962275"/>
          </a:xfrm>
          <a:prstGeom prst="roundRect">
            <a:avLst>
              <a:gd fmla="val 3282" name="adj"/>
            </a:avLst>
          </a:prstGeom>
          <a:solidFill>
            <a:srgbClr val="1479B1"/>
          </a:solidFill>
          <a:ln cap="flat" cmpd="sng" w="25400">
            <a:solidFill>
              <a:srgbClr val="FFFFFF"/>
            </a:solidFill>
            <a:prstDash val="solid"/>
            <a:miter/>
            <a:headEnd len="med" w="med" type="none"/>
            <a:tailEnd len="med" w="med" type="none"/>
          </a:ln>
        </p:spPr>
        <p:txBody>
          <a:bodyPr anchorCtr="0" anchor="ctr" bIns="0" lIns="0" rIns="0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b="0" i="0" sz="15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8" name="Shape 838"/>
          <p:cNvSpPr/>
          <p:nvPr/>
        </p:nvSpPr>
        <p:spPr>
          <a:xfrm>
            <a:off x="5643535" y="1563345"/>
            <a:ext cx="1332538" cy="2004041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5400">
            <a:solidFill>
              <a:srgbClr val="FFFFFF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9" name="Shape 839"/>
          <p:cNvSpPr txBox="1"/>
          <p:nvPr>
            <p:ph type="title"/>
          </p:nvPr>
        </p:nvSpPr>
        <p:spPr>
          <a:xfrm>
            <a:off x="457200" y="-43742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00" rIns="91400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Clr>
                <a:srgbClr val="C0504D"/>
              </a:buClr>
              <a:buSzPct val="25000"/>
              <a:buFont typeface="Calibri"/>
              <a:buNone/>
            </a:pPr>
            <a:r>
              <a:rPr b="0" i="0" lang="en" sz="3600" u="none" cap="none" strike="noStrike">
                <a:solidFill>
                  <a:srgbClr val="C0504D"/>
                </a:solidFill>
                <a:latin typeface="Calibri"/>
                <a:ea typeface="Calibri"/>
                <a:cs typeface="Calibri"/>
                <a:sym typeface="Calibri"/>
              </a:rPr>
              <a:t>ONOS Partnership and Community</a:t>
            </a:r>
          </a:p>
        </p:txBody>
      </p:sp>
      <p:sp>
        <p:nvSpPr>
          <p:cNvPr id="840" name="Shape 840"/>
          <p:cNvSpPr/>
          <p:nvPr/>
        </p:nvSpPr>
        <p:spPr>
          <a:xfrm>
            <a:off x="396880" y="753945"/>
            <a:ext cx="1628775" cy="2981325"/>
          </a:xfrm>
          <a:prstGeom prst="roundRect">
            <a:avLst>
              <a:gd fmla="val 3273" name="adj"/>
            </a:avLst>
          </a:prstGeom>
          <a:solidFill>
            <a:srgbClr val="1479B1"/>
          </a:solidFill>
          <a:ln cap="flat" cmpd="sng" w="25400">
            <a:solidFill>
              <a:srgbClr val="FFFFFF"/>
            </a:solidFill>
            <a:prstDash val="solid"/>
            <a:miter/>
            <a:headEnd len="med" w="med" type="none"/>
            <a:tailEnd len="med" w="med" type="none"/>
          </a:ln>
        </p:spPr>
        <p:txBody>
          <a:bodyPr anchorCtr="0" anchor="ctr" bIns="0" lIns="0" rIns="0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b="0" i="0" sz="15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1" name="Shape 841"/>
          <p:cNvSpPr/>
          <p:nvPr/>
        </p:nvSpPr>
        <p:spPr>
          <a:xfrm>
            <a:off x="975758" y="925396"/>
            <a:ext cx="469429" cy="276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buSzPct val="25000"/>
              <a:buNone/>
            </a:pPr>
            <a:r>
              <a:rPr b="1" i="0" lang="en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ON.LAB</a:t>
            </a:r>
          </a:p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b="0" i="0" sz="7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2" name="Shape 842"/>
          <p:cNvSpPr/>
          <p:nvPr/>
        </p:nvSpPr>
        <p:spPr>
          <a:xfrm>
            <a:off x="517529" y="1505230"/>
            <a:ext cx="1395412" cy="2062157"/>
          </a:xfrm>
          <a:prstGeom prst="roundRect">
            <a:avLst>
              <a:gd fmla="val 9406" name="adj"/>
            </a:avLst>
          </a:prstGeom>
          <a:solidFill>
            <a:srgbClr val="FFFFFF"/>
          </a:solidFill>
          <a:ln cap="flat" cmpd="sng" w="25400">
            <a:solidFill>
              <a:srgbClr val="FFFFFF"/>
            </a:solidFill>
            <a:prstDash val="solid"/>
            <a:miter/>
            <a:headEnd len="med" w="med" type="none"/>
            <a:tailEnd len="med" w="med" type="none"/>
          </a:ln>
        </p:spPr>
        <p:txBody>
          <a:bodyPr anchorCtr="0" anchor="ctr" bIns="0" lIns="0" rIns="0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b="0" i="0" sz="15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43" name="Shape 843"/>
          <p:cNvCxnSpPr/>
          <p:nvPr/>
        </p:nvCxnSpPr>
        <p:spPr>
          <a:xfrm>
            <a:off x="398467" y="1343304"/>
            <a:ext cx="1635125" cy="0"/>
          </a:xfrm>
          <a:prstGeom prst="straightConnector1">
            <a:avLst/>
          </a:prstGeom>
          <a:noFill/>
          <a:ln cap="flat" cmpd="sng" w="25400">
            <a:solidFill>
              <a:srgbClr val="FFFFFF"/>
            </a:solidFill>
            <a:prstDash val="solid"/>
            <a:miter/>
            <a:headEnd len="med" w="med" type="none"/>
            <a:tailEnd len="med" w="med" type="none"/>
          </a:ln>
        </p:spPr>
      </p:cxnSp>
      <p:sp>
        <p:nvSpPr>
          <p:cNvPr id="844" name="Shape 844"/>
          <p:cNvSpPr/>
          <p:nvPr/>
        </p:nvSpPr>
        <p:spPr>
          <a:xfrm>
            <a:off x="2103438" y="753945"/>
            <a:ext cx="1624011" cy="2981325"/>
          </a:xfrm>
          <a:prstGeom prst="roundRect">
            <a:avLst>
              <a:gd fmla="val 3282" name="adj"/>
            </a:avLst>
          </a:prstGeom>
          <a:solidFill>
            <a:srgbClr val="1479B1"/>
          </a:solidFill>
          <a:ln cap="flat" cmpd="sng" w="25400">
            <a:solidFill>
              <a:srgbClr val="FFFFFF"/>
            </a:solidFill>
            <a:prstDash val="solid"/>
            <a:miter/>
            <a:headEnd len="med" w="med" type="none"/>
            <a:tailEnd len="med" w="med" type="none"/>
          </a:ln>
        </p:spPr>
        <p:txBody>
          <a:bodyPr anchorCtr="0" anchor="ctr" bIns="0" lIns="0" rIns="0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b="0" i="0" sz="15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5" name="Shape 845"/>
          <p:cNvSpPr/>
          <p:nvPr/>
        </p:nvSpPr>
        <p:spPr>
          <a:xfrm>
            <a:off x="2322364" y="925396"/>
            <a:ext cx="1179809" cy="276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buSzPct val="25000"/>
              <a:buNone/>
            </a:pPr>
            <a:r>
              <a:rPr b="1" i="0" lang="en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SERVICE PROVIDER </a:t>
            </a:r>
          </a:p>
          <a:p>
            <a:pPr indent="0" lvl="0" marL="0" marR="0" rtl="0" algn="ctr">
              <a:spcBef>
                <a:spcPts val="0"/>
              </a:spcBef>
              <a:buSzPct val="25000"/>
              <a:buNone/>
            </a:pPr>
            <a:r>
              <a:rPr b="0" i="0" lang="en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PARTNERS</a:t>
            </a:r>
          </a:p>
        </p:txBody>
      </p:sp>
      <p:sp>
        <p:nvSpPr>
          <p:cNvPr id="846" name="Shape 846"/>
          <p:cNvSpPr/>
          <p:nvPr/>
        </p:nvSpPr>
        <p:spPr>
          <a:xfrm>
            <a:off x="2208213" y="1505230"/>
            <a:ext cx="1395411" cy="2062157"/>
          </a:xfrm>
          <a:prstGeom prst="roundRect">
            <a:avLst>
              <a:gd fmla="val 9406" name="adj"/>
            </a:avLst>
          </a:prstGeom>
          <a:solidFill>
            <a:srgbClr val="FFFFFF"/>
          </a:solidFill>
          <a:ln cap="flat" cmpd="sng" w="25400">
            <a:solidFill>
              <a:srgbClr val="FFFFFF"/>
            </a:solidFill>
            <a:prstDash val="solid"/>
            <a:miter/>
            <a:headEnd len="med" w="med" type="none"/>
            <a:tailEnd len="med" w="med" type="none"/>
          </a:ln>
        </p:spPr>
        <p:txBody>
          <a:bodyPr anchorCtr="0" anchor="ctr" bIns="0" lIns="0" rIns="0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b="0" i="0" sz="15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47" name="Shape 847"/>
          <p:cNvCxnSpPr/>
          <p:nvPr/>
        </p:nvCxnSpPr>
        <p:spPr>
          <a:xfrm>
            <a:off x="2089153" y="1331399"/>
            <a:ext cx="1635125" cy="0"/>
          </a:xfrm>
          <a:prstGeom prst="straightConnector1">
            <a:avLst/>
          </a:prstGeom>
          <a:noFill/>
          <a:ln cap="flat" cmpd="sng" w="25400">
            <a:solidFill>
              <a:srgbClr val="FFFFFF"/>
            </a:solidFill>
            <a:prstDash val="solid"/>
            <a:miter/>
            <a:headEnd len="med" w="med" type="none"/>
            <a:tailEnd len="med" w="med" type="none"/>
          </a:ln>
        </p:spPr>
      </p:cxnSp>
      <p:pic>
        <p:nvPicPr>
          <p:cNvPr id="848" name="Shape 8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16188" y="1525470"/>
            <a:ext cx="646112" cy="484585"/>
          </a:xfrm>
          <a:prstGeom prst="rect">
            <a:avLst/>
          </a:prstGeom>
          <a:noFill/>
          <a:ln>
            <a:noFill/>
          </a:ln>
        </p:spPr>
      </p:pic>
      <p:pic>
        <p:nvPicPr>
          <p:cNvPr id="849" name="Shape 84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42084" y="2468366"/>
            <a:ext cx="1330324" cy="488156"/>
          </a:xfrm>
          <a:prstGeom prst="rect">
            <a:avLst/>
          </a:prstGeom>
          <a:noFill/>
          <a:ln>
            <a:noFill/>
          </a:ln>
        </p:spPr>
      </p:pic>
      <p:pic>
        <p:nvPicPr>
          <p:cNvPr id="850" name="Shape 85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7854" y="2320810"/>
            <a:ext cx="1216024" cy="273843"/>
          </a:xfrm>
          <a:prstGeom prst="rect">
            <a:avLst/>
          </a:prstGeom>
          <a:noFill/>
          <a:ln>
            <a:noFill/>
          </a:ln>
        </p:spPr>
      </p:pic>
      <p:sp>
        <p:nvSpPr>
          <p:cNvPr id="851" name="Shape 851"/>
          <p:cNvSpPr/>
          <p:nvPr/>
        </p:nvSpPr>
        <p:spPr>
          <a:xfrm>
            <a:off x="5771289" y="944448"/>
            <a:ext cx="1071705" cy="276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buSzPct val="25000"/>
              <a:buNone/>
            </a:pPr>
            <a:r>
              <a:rPr b="1" i="0" lang="en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COLLABORATORS</a:t>
            </a:r>
          </a:p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b="0" i="0" sz="7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52" name="Shape 852"/>
          <p:cNvCxnSpPr/>
          <p:nvPr/>
        </p:nvCxnSpPr>
        <p:spPr>
          <a:xfrm>
            <a:off x="5483230" y="1350449"/>
            <a:ext cx="1636713" cy="0"/>
          </a:xfrm>
          <a:prstGeom prst="straightConnector1">
            <a:avLst/>
          </a:prstGeom>
          <a:noFill/>
          <a:ln cap="flat" cmpd="sng" w="25400">
            <a:solidFill>
              <a:srgbClr val="FFFFFF"/>
            </a:solidFill>
            <a:prstDash val="solid"/>
            <a:miter/>
            <a:headEnd len="med" w="med" type="none"/>
            <a:tailEnd len="med" w="med" type="none"/>
          </a:ln>
        </p:spPr>
      </p:cxnSp>
      <p:sp>
        <p:nvSpPr>
          <p:cNvPr id="853" name="Shape 853"/>
          <p:cNvSpPr/>
          <p:nvPr/>
        </p:nvSpPr>
        <p:spPr>
          <a:xfrm>
            <a:off x="3795717" y="778949"/>
            <a:ext cx="1627186" cy="2956322"/>
          </a:xfrm>
          <a:prstGeom prst="roundRect">
            <a:avLst>
              <a:gd fmla="val 3273" name="adj"/>
            </a:avLst>
          </a:prstGeom>
          <a:solidFill>
            <a:srgbClr val="1479B1"/>
          </a:solidFill>
          <a:ln>
            <a:noFill/>
          </a:ln>
        </p:spPr>
        <p:txBody>
          <a:bodyPr anchorCtr="0" anchor="ctr" bIns="0" lIns="0" rIns="0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b="0" i="0" sz="15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4" name="Shape 854"/>
          <p:cNvSpPr/>
          <p:nvPr/>
        </p:nvSpPr>
        <p:spPr>
          <a:xfrm>
            <a:off x="3916367" y="1530233"/>
            <a:ext cx="1393825" cy="2037154"/>
          </a:xfrm>
          <a:prstGeom prst="roundRect">
            <a:avLst>
              <a:gd fmla="val 9406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0" lIns="0" rIns="0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b="0" i="0" sz="15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55" name="Shape 855"/>
          <p:cNvCxnSpPr/>
          <p:nvPr/>
        </p:nvCxnSpPr>
        <p:spPr>
          <a:xfrm>
            <a:off x="3797301" y="1368308"/>
            <a:ext cx="1633538" cy="0"/>
          </a:xfrm>
          <a:prstGeom prst="straightConnector1">
            <a:avLst/>
          </a:prstGeom>
          <a:noFill/>
          <a:ln>
            <a:noFill/>
          </a:ln>
        </p:spPr>
      </p:cxnSp>
      <p:pic>
        <p:nvPicPr>
          <p:cNvPr id="856" name="Shape 85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315848" y="3303855"/>
            <a:ext cx="619125" cy="17264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7" name="Shape 85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352696" y="2277447"/>
            <a:ext cx="922338" cy="264319"/>
          </a:xfrm>
          <a:prstGeom prst="rect">
            <a:avLst/>
          </a:prstGeom>
          <a:noFill/>
          <a:ln>
            <a:noFill/>
          </a:ln>
        </p:spPr>
      </p:pic>
      <p:pic>
        <p:nvPicPr>
          <p:cNvPr id="858" name="Shape 85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012230" y="2941258"/>
            <a:ext cx="811213" cy="275034"/>
          </a:xfrm>
          <a:prstGeom prst="rect">
            <a:avLst/>
          </a:prstGeom>
          <a:noFill/>
          <a:ln>
            <a:noFill/>
          </a:ln>
        </p:spPr>
      </p:pic>
      <p:pic>
        <p:nvPicPr>
          <p:cNvPr id="859" name="Shape 859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648814" y="2736105"/>
            <a:ext cx="495299" cy="371474"/>
          </a:xfrm>
          <a:prstGeom prst="rect">
            <a:avLst/>
          </a:prstGeom>
          <a:noFill/>
          <a:ln>
            <a:noFill/>
          </a:ln>
        </p:spPr>
      </p:pic>
      <p:pic>
        <p:nvPicPr>
          <p:cNvPr id="860" name="Shape 860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3937244" y="2034096"/>
            <a:ext cx="688975" cy="172640"/>
          </a:xfrm>
          <a:prstGeom prst="rect">
            <a:avLst/>
          </a:prstGeom>
          <a:noFill/>
          <a:ln>
            <a:noFill/>
          </a:ln>
        </p:spPr>
      </p:pic>
      <p:pic>
        <p:nvPicPr>
          <p:cNvPr id="861" name="Shape 861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3994150" y="2521076"/>
            <a:ext cx="636588" cy="229790"/>
          </a:xfrm>
          <a:prstGeom prst="rect">
            <a:avLst/>
          </a:prstGeom>
          <a:noFill/>
          <a:ln>
            <a:noFill/>
          </a:ln>
        </p:spPr>
      </p:pic>
      <p:sp>
        <p:nvSpPr>
          <p:cNvPr id="862" name="Shape 862"/>
          <p:cNvSpPr/>
          <p:nvPr/>
        </p:nvSpPr>
        <p:spPr>
          <a:xfrm>
            <a:off x="4359535" y="900395"/>
            <a:ext cx="528113" cy="276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buSzPct val="25000"/>
              <a:buNone/>
            </a:pPr>
            <a:r>
              <a:rPr b="1" i="0" lang="en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VENDOR</a:t>
            </a:r>
          </a:p>
          <a:p>
            <a:pPr indent="0" lvl="0" marL="0" marR="0" rtl="0" algn="ctr">
              <a:spcBef>
                <a:spcPts val="0"/>
              </a:spcBef>
              <a:buSzPct val="25000"/>
              <a:buNone/>
            </a:pPr>
            <a:r>
              <a:rPr b="0" i="0" lang="en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PARTNERS</a:t>
            </a:r>
          </a:p>
        </p:txBody>
      </p:sp>
      <p:sp>
        <p:nvSpPr>
          <p:cNvPr id="863" name="Shape 863"/>
          <p:cNvSpPr/>
          <p:nvPr/>
        </p:nvSpPr>
        <p:spPr>
          <a:xfrm>
            <a:off x="7181850" y="778949"/>
            <a:ext cx="1627188" cy="2956322"/>
          </a:xfrm>
          <a:prstGeom prst="roundRect">
            <a:avLst>
              <a:gd fmla="val 3273" name="adj"/>
            </a:avLst>
          </a:prstGeom>
          <a:solidFill>
            <a:srgbClr val="1479B1"/>
          </a:solidFill>
          <a:ln cap="flat" cmpd="sng" w="25400">
            <a:solidFill>
              <a:srgbClr val="FFFFFF"/>
            </a:solidFill>
            <a:prstDash val="solid"/>
            <a:miter/>
            <a:headEnd len="med" w="med" type="none"/>
            <a:tailEnd len="med" w="med" type="none"/>
          </a:ln>
        </p:spPr>
        <p:txBody>
          <a:bodyPr anchorCtr="0" anchor="ctr" bIns="0" lIns="0" rIns="0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b="0" i="0" sz="15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4" name="Shape 864"/>
          <p:cNvSpPr/>
          <p:nvPr/>
        </p:nvSpPr>
        <p:spPr>
          <a:xfrm>
            <a:off x="7588035" y="950400"/>
            <a:ext cx="811647" cy="276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buSzPct val="25000"/>
              <a:buNone/>
            </a:pPr>
            <a:r>
              <a:rPr b="1" i="0" lang="en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VOLUNTEERS</a:t>
            </a:r>
          </a:p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b="0" i="0" sz="7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5" name="Shape 865"/>
          <p:cNvSpPr/>
          <p:nvPr/>
        </p:nvSpPr>
        <p:spPr>
          <a:xfrm>
            <a:off x="7302504" y="1530232"/>
            <a:ext cx="1393825" cy="2037154"/>
          </a:xfrm>
          <a:prstGeom prst="roundRect">
            <a:avLst>
              <a:gd fmla="val 9406" name="adj"/>
            </a:avLst>
          </a:prstGeom>
          <a:solidFill>
            <a:srgbClr val="FFFFFF"/>
          </a:solidFill>
          <a:ln cap="flat" cmpd="sng" w="25400">
            <a:solidFill>
              <a:srgbClr val="FFFFFF"/>
            </a:solidFill>
            <a:prstDash val="solid"/>
            <a:miter/>
            <a:headEnd len="med" w="med" type="none"/>
            <a:tailEnd len="med" w="med" type="none"/>
          </a:ln>
        </p:spPr>
        <p:txBody>
          <a:bodyPr anchorCtr="0" anchor="ctr" bIns="0" lIns="0" rIns="0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b="0" i="0" sz="15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66" name="Shape 866"/>
          <p:cNvCxnSpPr/>
          <p:nvPr/>
        </p:nvCxnSpPr>
        <p:spPr>
          <a:xfrm>
            <a:off x="7183442" y="1368308"/>
            <a:ext cx="1633536" cy="0"/>
          </a:xfrm>
          <a:prstGeom prst="straightConnector1">
            <a:avLst/>
          </a:prstGeom>
          <a:noFill/>
          <a:ln cap="flat" cmpd="sng" w="25400">
            <a:solidFill>
              <a:srgbClr val="FFFFFF"/>
            </a:solidFill>
            <a:prstDash val="solid"/>
            <a:miter/>
            <a:headEnd len="med" w="med" type="none"/>
            <a:tailEnd len="med" w="med" type="none"/>
          </a:ln>
        </p:spPr>
      </p:cxnSp>
      <p:pic>
        <p:nvPicPr>
          <p:cNvPr id="867" name="Shape 867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7543567" y="1746927"/>
            <a:ext cx="958850" cy="478630"/>
          </a:xfrm>
          <a:prstGeom prst="rect">
            <a:avLst/>
          </a:prstGeom>
          <a:noFill/>
          <a:ln>
            <a:noFill/>
          </a:ln>
        </p:spPr>
      </p:pic>
      <p:pic>
        <p:nvPicPr>
          <p:cNvPr id="868" name="Shape 868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7543567" y="2204127"/>
            <a:ext cx="958850" cy="478630"/>
          </a:xfrm>
          <a:prstGeom prst="rect">
            <a:avLst/>
          </a:prstGeom>
          <a:noFill/>
          <a:ln>
            <a:noFill/>
          </a:ln>
        </p:spPr>
      </p:pic>
      <p:pic>
        <p:nvPicPr>
          <p:cNvPr id="869" name="Shape 869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7543567" y="2669663"/>
            <a:ext cx="958850" cy="478630"/>
          </a:xfrm>
          <a:prstGeom prst="rect">
            <a:avLst/>
          </a:prstGeom>
          <a:noFill/>
          <a:ln>
            <a:noFill/>
          </a:ln>
        </p:spPr>
      </p:pic>
      <p:pic>
        <p:nvPicPr>
          <p:cNvPr id="870" name="Shape 870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2463805" y="2910167"/>
            <a:ext cx="912813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71" name="Shape 871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4703046" y="1882549"/>
            <a:ext cx="581024" cy="29408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72" name="Shape 872"/>
          <p:cNvCxnSpPr/>
          <p:nvPr/>
        </p:nvCxnSpPr>
        <p:spPr>
          <a:xfrm>
            <a:off x="3797305" y="1343304"/>
            <a:ext cx="1635125" cy="0"/>
          </a:xfrm>
          <a:prstGeom prst="straightConnector1">
            <a:avLst/>
          </a:prstGeom>
          <a:noFill/>
          <a:ln cap="flat" cmpd="sng" w="25400">
            <a:solidFill>
              <a:srgbClr val="FFFFFF"/>
            </a:solidFill>
            <a:prstDash val="solid"/>
            <a:miter/>
            <a:headEnd len="med" w="med" type="none"/>
            <a:tailEnd len="med" w="med" type="none"/>
          </a:ln>
        </p:spPr>
      </p:cxnSp>
      <p:pic>
        <p:nvPicPr>
          <p:cNvPr id="873" name="Shape 873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5705517" y="1606525"/>
            <a:ext cx="1220509" cy="1303642"/>
          </a:xfrm>
          <a:prstGeom prst="rect">
            <a:avLst/>
          </a:prstGeom>
          <a:noFill/>
          <a:ln>
            <a:noFill/>
          </a:ln>
        </p:spPr>
      </p:pic>
      <p:pic>
        <p:nvPicPr>
          <p:cNvPr id="874" name="Shape 874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2463805" y="2121975"/>
            <a:ext cx="811213" cy="333374"/>
          </a:xfrm>
          <a:prstGeom prst="rect">
            <a:avLst/>
          </a:prstGeom>
          <a:noFill/>
          <a:ln>
            <a:noFill/>
          </a:ln>
        </p:spPr>
      </p:pic>
      <p:pic>
        <p:nvPicPr>
          <p:cNvPr id="875" name="Shape 875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5815946" y="3325657"/>
            <a:ext cx="1027044" cy="157035"/>
          </a:xfrm>
          <a:prstGeom prst="rect">
            <a:avLst/>
          </a:prstGeom>
          <a:noFill/>
          <a:ln>
            <a:noFill/>
          </a:ln>
        </p:spPr>
      </p:pic>
      <p:pic>
        <p:nvPicPr>
          <p:cNvPr id="876" name="Shape 876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5705517" y="3016656"/>
            <a:ext cx="481674" cy="124963"/>
          </a:xfrm>
          <a:prstGeom prst="rect">
            <a:avLst/>
          </a:prstGeom>
          <a:noFill/>
          <a:ln>
            <a:noFill/>
          </a:ln>
        </p:spPr>
      </p:pic>
      <p:pic>
        <p:nvPicPr>
          <p:cNvPr id="877" name="Shape 877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6102091" y="2971509"/>
            <a:ext cx="46672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878" name="Shape 878"/>
          <p:cNvSpPr txBox="1"/>
          <p:nvPr/>
        </p:nvSpPr>
        <p:spPr>
          <a:xfrm>
            <a:off x="74980" y="3822882"/>
            <a:ext cx="6493834" cy="12364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buClr>
                <a:srgbClr val="000000"/>
              </a:buClr>
              <a:buSzPct val="100000"/>
              <a:buFont typeface="Arial"/>
              <a:buChar char="•"/>
            </a:pPr>
            <a:r>
              <a:rPr b="0" i="0" lang="en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Added three service providers and two vendors as partners </a:t>
            </a:r>
          </a:p>
          <a:p>
            <a:pPr indent="-342900" lvl="0" marL="342900" marR="0" rtl="0" algn="l">
              <a:spcBef>
                <a:spcPts val="320"/>
              </a:spcBef>
              <a:buClr>
                <a:srgbClr val="000000"/>
              </a:buClr>
              <a:buSzPct val="100000"/>
              <a:buFont typeface="Arial"/>
              <a:buChar char="•"/>
            </a:pPr>
            <a:r>
              <a:rPr b="0" i="0" lang="en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Added 15+ collaborating organizations -- many R&amp;E network operators </a:t>
            </a:r>
          </a:p>
          <a:p>
            <a:pPr indent="-342900" lvl="0" marL="342900" marR="0" rtl="0" algn="l">
              <a:spcBef>
                <a:spcPts val="320"/>
              </a:spcBef>
              <a:buClr>
                <a:srgbClr val="000000"/>
              </a:buClr>
              <a:buSzPct val="100000"/>
              <a:buFont typeface="Arial"/>
              <a:buChar char="•"/>
            </a:pPr>
            <a:r>
              <a:rPr b="0" i="0" lang="en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One more tier one service provider already signed up</a:t>
            </a:r>
          </a:p>
          <a:p>
            <a:pPr indent="-342900" lvl="0" marL="342900" marR="0" rtl="0" algn="l">
              <a:spcBef>
                <a:spcPts val="320"/>
              </a:spcBef>
              <a:buClr>
                <a:srgbClr val="000000"/>
              </a:buClr>
              <a:buSzPct val="100000"/>
              <a:buFont typeface="Arial"/>
              <a:buChar char="•"/>
            </a:pPr>
            <a:r>
              <a:rPr lang="en" sz="1600">
                <a:latin typeface="Calibri"/>
                <a:ea typeface="Calibri"/>
                <a:cs typeface="Calibri"/>
                <a:sym typeface="Calibri"/>
              </a:rPr>
              <a:t>One more</a:t>
            </a:r>
            <a:r>
              <a:rPr b="0" i="0" lang="en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integrator partner likely </a:t>
            </a:r>
            <a:r>
              <a:rPr lang="en" sz="1600">
                <a:latin typeface="Calibri"/>
                <a:ea typeface="Calibri"/>
                <a:cs typeface="Calibri"/>
                <a:sym typeface="Calibri"/>
              </a:rPr>
              <a:t>by</a:t>
            </a:r>
            <a:r>
              <a:rPr b="0" i="0" lang="en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end of the year </a:t>
            </a:r>
          </a:p>
        </p:txBody>
      </p:sp>
      <p:pic>
        <p:nvPicPr>
          <p:cNvPr id="879" name="Shape 879"/>
          <p:cNvPicPr preferRelativeResize="0"/>
          <p:nvPr/>
        </p:nvPicPr>
        <p:blipFill rotWithShape="1">
          <a:blip r:embed="rId20">
            <a:alphaModFix/>
          </a:blip>
          <a:srcRect b="0" l="0" r="0" t="0"/>
          <a:stretch/>
        </p:blipFill>
        <p:spPr>
          <a:xfrm>
            <a:off x="3946010" y="1547986"/>
            <a:ext cx="810871" cy="368394"/>
          </a:xfrm>
          <a:prstGeom prst="rect">
            <a:avLst/>
          </a:prstGeom>
          <a:noFill/>
          <a:ln>
            <a:noFill/>
          </a:ln>
        </p:spPr>
      </p:pic>
      <p:sp>
        <p:nvSpPr>
          <p:cNvPr id="880" name="Shape 880"/>
          <p:cNvSpPr txBox="1"/>
          <p:nvPr/>
        </p:nvSpPr>
        <p:spPr>
          <a:xfrm>
            <a:off x="6821410" y="4142182"/>
            <a:ext cx="2108532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SzPct val="25000"/>
              <a:buNone/>
            </a:pPr>
            <a:r>
              <a:rPr b="1" i="0" lang="en" sz="18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Great Partnership &amp;</a:t>
            </a:r>
          </a:p>
          <a:p>
            <a:pPr indent="0" lvl="0" marL="0" marR="0" rtl="0" algn="ctr">
              <a:spcBef>
                <a:spcPts val="0"/>
              </a:spcBef>
              <a:buSzPct val="25000"/>
              <a:buNone/>
            </a:pPr>
            <a:r>
              <a:rPr b="1" i="0" lang="en" sz="18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Community</a:t>
            </a:r>
          </a:p>
        </p:txBody>
      </p:sp>
    </p:spTree>
  </p:cSld>
  <p:clrMapOvr>
    <a:masterClrMapping/>
  </p:clrMapOvr>
  <p:transition spd="slow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884" name="Shape 8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5" name="Shape 885"/>
          <p:cNvSpPr txBox="1"/>
          <p:nvPr>
            <p:ph type="title"/>
          </p:nvPr>
        </p:nvSpPr>
        <p:spPr>
          <a:xfrm>
            <a:off x="377775" y="3"/>
            <a:ext cx="8229600" cy="857400"/>
          </a:xfrm>
          <a:prstGeom prst="rect">
            <a:avLst/>
          </a:prstGeom>
        </p:spPr>
        <p:txBody>
          <a:bodyPr anchorCtr="0" anchor="b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"/>
              <a:t>Growing Community Contributions</a:t>
            </a:r>
          </a:p>
        </p:txBody>
      </p:sp>
      <p:sp>
        <p:nvSpPr>
          <p:cNvPr id="886" name="Shape 886"/>
          <p:cNvSpPr txBox="1"/>
          <p:nvPr>
            <p:ph idx="1" type="body"/>
          </p:nvPr>
        </p:nvSpPr>
        <p:spPr>
          <a:xfrm>
            <a:off x="457200" y="751498"/>
            <a:ext cx="8229600" cy="39894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/>
              <a:t>More than a dozen major contributions from different partners in Emu</a:t>
            </a:r>
          </a:p>
          <a:p>
            <a:pPr lvl="0" rtl="0">
              <a:spcBef>
                <a:spcPts val="0"/>
              </a:spcBef>
              <a:buNone/>
            </a:pPr>
            <a:r>
              <a:rPr lang="en"/>
              <a:t>New partner(s) - Alcatel Lucent - service definition/mgt</a:t>
            </a:r>
          </a:p>
          <a:p>
            <a:pPr lvl="0" rtl="0">
              <a:spcBef>
                <a:spcPts val="0"/>
              </a:spcBef>
              <a:buNone/>
            </a:pPr>
            <a:r>
              <a:rPr lang="en"/>
              <a:t>	1 more TBA…stay tuned</a:t>
            </a:r>
          </a:p>
          <a:p>
            <a:pPr lvl="0" rtl="0">
              <a:spcBef>
                <a:spcPts val="0"/>
              </a:spcBef>
              <a:buNone/>
            </a:pPr>
            <a:r>
              <a:rPr lang="en"/>
              <a:t>New collaborators</a:t>
            </a:r>
          </a:p>
          <a:p>
            <a:pPr lvl="0" rtl="0">
              <a:spcBef>
                <a:spcPts val="0"/>
              </a:spcBef>
              <a:buNone/>
            </a:pPr>
            <a:r>
              <a:rPr lang="en"/>
              <a:t>	ECI Telecom, FNLab/BUPT, ClearPath Networks</a:t>
            </a:r>
          </a:p>
          <a:p>
            <a:pPr lvl="0">
              <a:spcBef>
                <a:spcPts val="0"/>
              </a:spcBef>
              <a:buNone/>
            </a:pPr>
            <a:r>
              <a:rPr lang="en"/>
              <a:t>	&gt;15 in the pipeline..stay tuned</a:t>
            </a:r>
          </a:p>
        </p:txBody>
      </p:sp>
    </p:spTree>
  </p:cSld>
  <p:clrMapOvr>
    <a:masterClrMapping/>
  </p:clrMapOvr>
  <p:transition spd="slow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890" name="Shape 8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1" name="Shape 891"/>
          <p:cNvSpPr txBox="1"/>
          <p:nvPr/>
        </p:nvSpPr>
        <p:spPr>
          <a:xfrm>
            <a:off x="381625" y="1052025"/>
            <a:ext cx="8544000" cy="33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>
            <a:noAutofit/>
          </a:bodyPr>
          <a:lstStyle/>
          <a:p>
            <a:pPr indent="-381000" lvl="0" marL="457200" rtl="0">
              <a:spcBef>
                <a:spcPts val="0"/>
              </a:spcBef>
              <a:buSzPct val="100000"/>
              <a:buChar char="●"/>
            </a:pPr>
            <a:r>
              <a:rPr lang="en" sz="2400"/>
              <a:t>The </a:t>
            </a:r>
            <a:r>
              <a:rPr i="1" lang="en" sz="2400">
                <a:solidFill>
                  <a:schemeClr val="accent6"/>
                </a:solidFill>
              </a:rPr>
              <a:t>Virtuous Cycle</a:t>
            </a:r>
            <a:r>
              <a:rPr lang="en" sz="2400">
                <a:solidFill>
                  <a:schemeClr val="accent6"/>
                </a:solidFill>
              </a:rPr>
              <a:t> </a:t>
            </a:r>
            <a:r>
              <a:rPr lang="en" sz="2400"/>
              <a:t>has made ONOS deployment ready</a:t>
            </a:r>
          </a:p>
          <a:p>
            <a:pPr lvl="0" rtl="0">
              <a:spcBef>
                <a:spcPts val="0"/>
              </a:spcBef>
              <a:buNone/>
            </a:pPr>
            <a:r>
              <a:t/>
            </a:r>
            <a:endParaRPr i="1" sz="2400">
              <a:solidFill>
                <a:schemeClr val="accent6"/>
              </a:solidFill>
            </a:endParaRPr>
          </a:p>
          <a:p>
            <a:pPr indent="-381000" lvl="0" marL="457200" rtl="0">
              <a:spcBef>
                <a:spcPts val="0"/>
              </a:spcBef>
              <a:buSzPct val="100000"/>
              <a:buChar char="●"/>
            </a:pPr>
            <a:r>
              <a:rPr i="1" lang="en" sz="2400">
                <a:solidFill>
                  <a:schemeClr val="accent6"/>
                </a:solidFill>
              </a:rPr>
              <a:t>Community Growth</a:t>
            </a:r>
            <a:r>
              <a:rPr lang="en" sz="2400"/>
              <a:t> is strong and accelerating</a:t>
            </a:r>
          </a:p>
          <a:p>
            <a:pPr lvl="0" rtl="0">
              <a:spcBef>
                <a:spcPts val="0"/>
              </a:spcBef>
              <a:buNone/>
            </a:pPr>
            <a:r>
              <a:t/>
            </a:r>
            <a:endParaRPr i="1" sz="2400">
              <a:solidFill>
                <a:schemeClr val="accent6"/>
              </a:solidFill>
            </a:endParaRPr>
          </a:p>
          <a:p>
            <a:pPr indent="-381000" lvl="0" marL="457200" rtl="0">
              <a:spcBef>
                <a:spcPts val="0"/>
              </a:spcBef>
              <a:buSzPct val="100000"/>
              <a:buChar char="●"/>
            </a:pPr>
            <a:r>
              <a:rPr lang="en" sz="2400"/>
              <a:t>ONOS Community </a:t>
            </a:r>
            <a:r>
              <a:rPr i="1" lang="en" sz="2400">
                <a:solidFill>
                  <a:schemeClr val="accent6"/>
                </a:solidFill>
              </a:rPr>
              <a:t>Contributions</a:t>
            </a:r>
            <a:r>
              <a:rPr i="1" lang="en" sz="2400"/>
              <a:t> are </a:t>
            </a:r>
            <a:r>
              <a:rPr i="1" lang="en" sz="2400">
                <a:solidFill>
                  <a:schemeClr val="accent6"/>
                </a:solidFill>
              </a:rPr>
              <a:t>Diversifying</a:t>
            </a:r>
          </a:p>
        </p:txBody>
      </p:sp>
    </p:spTree>
  </p:cSld>
  <p:clrMapOvr>
    <a:masterClrMapping/>
  </p:clrMapOvr>
  <p:transition spd="slow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895" name="Shape 8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6" name="Shape 896"/>
          <p:cNvSpPr txBox="1"/>
          <p:nvPr>
            <p:ph type="title"/>
          </p:nvPr>
        </p:nvSpPr>
        <p:spPr>
          <a:xfrm>
            <a:off x="377775" y="3"/>
            <a:ext cx="8229600" cy="857400"/>
          </a:xfrm>
          <a:prstGeom prst="rect">
            <a:avLst/>
          </a:prstGeom>
        </p:spPr>
        <p:txBody>
          <a:bodyPr anchorCtr="0" anchor="b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"/>
              <a:t>Backup</a:t>
            </a:r>
          </a:p>
        </p:txBody>
      </p:sp>
      <p:sp>
        <p:nvSpPr>
          <p:cNvPr id="897" name="Shape 897"/>
          <p:cNvSpPr txBox="1"/>
          <p:nvPr>
            <p:ph idx="1" type="body"/>
          </p:nvPr>
        </p:nvSpPr>
        <p:spPr>
          <a:xfrm>
            <a:off x="457200" y="751498"/>
            <a:ext cx="8229600" cy="39894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  <p:transition spd="slow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901" name="Shape 9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2" name="Shape 902"/>
          <p:cNvSpPr txBox="1"/>
          <p:nvPr>
            <p:ph type="title"/>
          </p:nvPr>
        </p:nvSpPr>
        <p:spPr>
          <a:xfrm>
            <a:off x="377775" y="3"/>
            <a:ext cx="8229600" cy="857400"/>
          </a:xfrm>
          <a:prstGeom prst="rect">
            <a:avLst/>
          </a:prstGeom>
        </p:spPr>
        <p:txBody>
          <a:bodyPr anchorCtr="0" anchor="b" bIns="91425" lIns="91425" rIns="91425" tIns="91425">
            <a:noAutofit/>
          </a:bodyPr>
          <a:lstStyle/>
          <a:p>
            <a:pPr lvl="0">
              <a:spcBef>
                <a:spcPts val="0"/>
              </a:spcBef>
              <a:buClr>
                <a:schemeClr val="dk1"/>
              </a:buClr>
              <a:buSzPct val="30555"/>
              <a:buFont typeface="Arial"/>
              <a:buNone/>
            </a:pPr>
            <a:r>
              <a:rPr lang="en"/>
              <a:t>Emu Community Contributions</a:t>
            </a:r>
          </a:p>
        </p:txBody>
      </p:sp>
      <p:sp>
        <p:nvSpPr>
          <p:cNvPr id="903" name="Shape 903"/>
          <p:cNvSpPr txBox="1"/>
          <p:nvPr>
            <p:ph idx="1" type="body"/>
          </p:nvPr>
        </p:nvSpPr>
        <p:spPr>
          <a:xfrm>
            <a:off x="377775" y="768550"/>
            <a:ext cx="8229600" cy="4374899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/>
              <a:t>AARNET</a:t>
            </a:r>
          </a:p>
          <a:p>
            <a:pPr indent="457200" lvl="0" rtl="0">
              <a:spcBef>
                <a:spcPts val="0"/>
              </a:spcBef>
              <a:buNone/>
            </a:pPr>
            <a:r>
              <a:rPr lang="en"/>
              <a:t>deployment</a:t>
            </a:r>
          </a:p>
          <a:p>
            <a:pPr indent="0" lvl="0" marL="0" rtl="0">
              <a:spcBef>
                <a:spcPts val="0"/>
              </a:spcBef>
              <a:buNone/>
            </a:pPr>
            <a:r>
              <a:rPr lang="en"/>
              <a:t>AT&amp;T</a:t>
            </a:r>
          </a:p>
          <a:p>
            <a:pPr lvl="0" rtl="0">
              <a:spcBef>
                <a:spcPts val="0"/>
              </a:spcBef>
              <a:buNone/>
            </a:pPr>
            <a:r>
              <a:rPr lang="en" sz="1800"/>
              <a:t>	CORD vCPE, hardware, market trial readiness...</a:t>
            </a:r>
          </a:p>
          <a:p>
            <a:pPr lvl="0" rtl="0">
              <a:spcBef>
                <a:spcPts val="0"/>
              </a:spcBef>
              <a:buNone/>
            </a:pPr>
            <a:r>
              <a:rPr lang="en"/>
              <a:t>AT&amp;T/DirecTV</a:t>
            </a:r>
          </a:p>
          <a:p>
            <a:pPr lvl="0" rtl="0">
              <a:spcBef>
                <a:spcPts val="0"/>
              </a:spcBef>
              <a:buNone/>
            </a:pPr>
            <a:r>
              <a:rPr lang="en" sz="1800"/>
              <a:t>	Multicast infrastructure - MFWD app, PIM-SSM prune/join, static routes...</a:t>
            </a:r>
          </a:p>
          <a:p>
            <a:pPr lvl="0" rtl="0">
              <a:spcBef>
                <a:spcPts val="0"/>
              </a:spcBef>
              <a:buNone/>
            </a:pPr>
            <a:r>
              <a:rPr lang="en"/>
              <a:t>ECI Telecom</a:t>
            </a:r>
          </a:p>
          <a:p>
            <a:pPr lvl="0" rtl="0">
              <a:spcBef>
                <a:spcPts val="0"/>
              </a:spcBef>
              <a:buNone/>
            </a:pPr>
            <a:r>
              <a:rPr lang="en" sz="1800"/>
              <a:t>	ONF optical transport protocol extensions</a:t>
            </a:r>
          </a:p>
          <a:p>
            <a:pPr lvl="0" rtl="0">
              <a:spcBef>
                <a:spcPts val="0"/>
              </a:spcBef>
              <a:buNone/>
            </a:pPr>
            <a:r>
              <a:rPr lang="en" sz="1800"/>
              <a:t>	ODU Multiplexing and ODU Cross connect services</a:t>
            </a:r>
          </a:p>
          <a:p>
            <a:pPr lvl="0">
              <a:spcBef>
                <a:spcPts val="0"/>
              </a:spcBef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  <p:transition spd="slow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907" name="Shape 9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8" name="Shape 908"/>
          <p:cNvSpPr txBox="1"/>
          <p:nvPr>
            <p:ph type="title"/>
          </p:nvPr>
        </p:nvSpPr>
        <p:spPr>
          <a:xfrm>
            <a:off x="377775" y="3"/>
            <a:ext cx="8229600" cy="857400"/>
          </a:xfrm>
          <a:prstGeom prst="rect">
            <a:avLst/>
          </a:prstGeom>
        </p:spPr>
        <p:txBody>
          <a:bodyPr anchorCtr="0" anchor="b" bIns="91425" lIns="91425" rIns="91425" tIns="91425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/>
              <a:t>Emu Community Contributions</a:t>
            </a:r>
          </a:p>
        </p:txBody>
      </p:sp>
      <p:sp>
        <p:nvSpPr>
          <p:cNvPr id="909" name="Shape 909"/>
          <p:cNvSpPr txBox="1"/>
          <p:nvPr>
            <p:ph idx="1" type="body"/>
          </p:nvPr>
        </p:nvSpPr>
        <p:spPr>
          <a:xfrm>
            <a:off x="377775" y="768550"/>
            <a:ext cx="8229600" cy="4374899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/>
              <a:t>ETRI</a:t>
            </a:r>
          </a:p>
          <a:p>
            <a:pPr indent="457200" lvl="0" rtl="0">
              <a:spcBef>
                <a:spcPts val="0"/>
              </a:spcBef>
              <a:buNone/>
            </a:pPr>
            <a:r>
              <a:rPr lang="en" sz="1800"/>
              <a:t>DPI and flow monitoring</a:t>
            </a:r>
          </a:p>
          <a:p>
            <a:pPr indent="0" lvl="0" marL="0" rtl="0">
              <a:spcBef>
                <a:spcPts val="0"/>
              </a:spcBef>
              <a:buNone/>
            </a:pPr>
            <a:r>
              <a:rPr lang="en"/>
              <a:t>Fujitsu</a:t>
            </a:r>
          </a:p>
          <a:p>
            <a:pPr lvl="0" rtl="0">
              <a:spcBef>
                <a:spcPts val="0"/>
              </a:spcBef>
              <a:buNone/>
            </a:pPr>
            <a:r>
              <a:rPr lang="en" sz="1800"/>
              <a:t>	Northbound resource reservation subsystem</a:t>
            </a:r>
          </a:p>
          <a:p>
            <a:pPr lvl="0" rtl="0">
              <a:spcBef>
                <a:spcPts val="0"/>
              </a:spcBef>
              <a:buNone/>
            </a:pPr>
            <a:r>
              <a:rPr lang="en"/>
              <a:t>Huawei</a:t>
            </a:r>
          </a:p>
          <a:p>
            <a:pPr lvl="0" rtl="0">
              <a:spcBef>
                <a:spcPts val="0"/>
              </a:spcBef>
              <a:buNone/>
            </a:pPr>
            <a:r>
              <a:rPr lang="en" sz="1800"/>
              <a:t>	OPNFV - IETF Service Function Chaining</a:t>
            </a:r>
          </a:p>
          <a:p>
            <a:pPr indent="457200" lvl="0" rtl="0">
              <a:spcBef>
                <a:spcPts val="0"/>
              </a:spcBef>
              <a:buNone/>
            </a:pPr>
            <a:r>
              <a:rPr lang="en" sz="1800"/>
              <a:t>VTN enhancements for L2, L3 VPNs</a:t>
            </a:r>
          </a:p>
          <a:p>
            <a:pPr lvl="0" rtl="0">
              <a:spcBef>
                <a:spcPts val="0"/>
              </a:spcBef>
              <a:buClr>
                <a:schemeClr val="dk1"/>
              </a:buClr>
              <a:buSzPct val="45833"/>
              <a:buFont typeface="Arial"/>
              <a:buNone/>
            </a:pPr>
            <a:r>
              <a:rPr lang="en"/>
              <a:t>KAIST/SRI</a:t>
            </a:r>
          </a:p>
          <a:p>
            <a:pPr lvl="0" rtl="0">
              <a:spcBef>
                <a:spcPts val="0"/>
              </a:spcBef>
              <a:buClr>
                <a:schemeClr val="dk1"/>
              </a:buClr>
              <a:buSzPct val="61111"/>
              <a:buFont typeface="Arial"/>
              <a:buNone/>
            </a:pPr>
            <a:r>
              <a:rPr lang="en" sz="1800"/>
              <a:t>	Performance improvements security mode ONOS</a:t>
            </a:r>
          </a:p>
          <a:p>
            <a:pPr lvl="0" rtl="0">
              <a:spcBef>
                <a:spcPts val="0"/>
              </a:spcBef>
              <a:buClr>
                <a:schemeClr val="dk1"/>
              </a:buClr>
              <a:buSzPct val="45833"/>
              <a:buFont typeface="Arial"/>
              <a:buNone/>
            </a:pPr>
            <a:r>
              <a:rPr lang="en"/>
              <a:t>KISTI</a:t>
            </a:r>
          </a:p>
          <a:p>
            <a:pPr indent="457200" lvl="0" rtl="0">
              <a:spcBef>
                <a:spcPts val="0"/>
              </a:spcBef>
              <a:buNone/>
            </a:pPr>
            <a:r>
              <a:rPr lang="en" sz="1800"/>
              <a:t>Deployed ONOS in KREONET-S</a:t>
            </a:r>
          </a:p>
        </p:txBody>
      </p:sp>
    </p:spTree>
  </p:cSld>
  <p:clrMapOvr>
    <a:masterClrMapping/>
  </p:clrMapOvr>
  <p:transition spd="slow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913" name="Shape 9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4" name="Shape 914"/>
          <p:cNvSpPr txBox="1"/>
          <p:nvPr>
            <p:ph type="title"/>
          </p:nvPr>
        </p:nvSpPr>
        <p:spPr>
          <a:xfrm>
            <a:off x="377775" y="3"/>
            <a:ext cx="8229600" cy="857400"/>
          </a:xfrm>
          <a:prstGeom prst="rect">
            <a:avLst/>
          </a:prstGeom>
        </p:spPr>
        <p:txBody>
          <a:bodyPr anchorCtr="0" anchor="b" bIns="91425" lIns="91425" rIns="91425" tIns="91425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/>
              <a:t>Emu Community Contributions</a:t>
            </a:r>
          </a:p>
        </p:txBody>
      </p:sp>
      <p:sp>
        <p:nvSpPr>
          <p:cNvPr id="915" name="Shape 915"/>
          <p:cNvSpPr txBox="1"/>
          <p:nvPr>
            <p:ph idx="1" type="body"/>
          </p:nvPr>
        </p:nvSpPr>
        <p:spPr>
          <a:xfrm>
            <a:off x="377775" y="751525"/>
            <a:ext cx="8229600" cy="43350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indent="0" lvl="0" marL="0" rtl="0">
              <a:spcBef>
                <a:spcPts val="0"/>
              </a:spcBef>
              <a:buNone/>
            </a:pPr>
            <a:r>
              <a:rPr lang="en"/>
              <a:t>ONF</a:t>
            </a:r>
          </a:p>
          <a:p>
            <a:pPr indent="0" lvl="0" marL="0" rtl="0">
              <a:spcBef>
                <a:spcPts val="0"/>
              </a:spcBef>
              <a:buNone/>
            </a:pPr>
            <a:r>
              <a:rPr lang="en"/>
              <a:t>	</a:t>
            </a:r>
            <a:r>
              <a:rPr lang="en" sz="1800"/>
              <a:t>CORD Fabric integration</a:t>
            </a:r>
          </a:p>
          <a:p>
            <a:pPr indent="0" lvl="0" rtl="0">
              <a:spcBef>
                <a:spcPts val="0"/>
              </a:spcBef>
              <a:buNone/>
            </a:pPr>
            <a:r>
              <a:rPr lang="en"/>
              <a:t>ON.Lab</a:t>
            </a:r>
          </a:p>
          <a:p>
            <a:pPr lvl="0" rtl="0">
              <a:spcBef>
                <a:spcPts val="0"/>
              </a:spcBef>
              <a:buNone/>
            </a:pPr>
            <a:r>
              <a:rPr lang="en" sz="1800"/>
              <a:t>	SDN-IP - dynamic configuration of peers, reactive routing, global deploy</a:t>
            </a:r>
          </a:p>
          <a:p>
            <a:pPr lvl="0" rtl="0">
              <a:spcBef>
                <a:spcPts val="0"/>
              </a:spcBef>
              <a:buNone/>
            </a:pPr>
            <a:r>
              <a:rPr lang="en" sz="1800"/>
              <a:t>	GUI - archetypes for views, badged nodes</a:t>
            </a:r>
          </a:p>
          <a:p>
            <a:pPr lvl="0" rtl="0">
              <a:spcBef>
                <a:spcPts val="0"/>
              </a:spcBef>
              <a:buNone/>
            </a:pPr>
            <a:r>
              <a:rPr lang="en" sz="1800"/>
              <a:t>	R-CORD - vOLT, vRouter, operator UI, integration</a:t>
            </a:r>
          </a:p>
          <a:p>
            <a:pPr lvl="0" rtl="0">
              <a:spcBef>
                <a:spcPts val="0"/>
              </a:spcBef>
              <a:buNone/>
            </a:pPr>
            <a:r>
              <a:rPr lang="en" sz="1800"/>
              <a:t>	Flowrule store persistence</a:t>
            </a:r>
          </a:p>
          <a:p>
            <a:pPr lvl="0" rtl="0">
              <a:spcBef>
                <a:spcPts val="0"/>
              </a:spcBef>
              <a:buNone/>
            </a:pPr>
            <a:r>
              <a:rPr lang="en"/>
              <a:t>SK Telecom</a:t>
            </a:r>
          </a:p>
          <a:p>
            <a:pPr indent="0" lvl="0" marL="0" rtl="0">
              <a:spcBef>
                <a:spcPts val="0"/>
              </a:spcBef>
              <a:buNone/>
            </a:pPr>
            <a:r>
              <a:rPr lang="en" sz="1800"/>
              <a:t>	SONA - Simplified Overlay Networking Architecture - Ease deployment of software defined data centers - OpenStack switching and interfaces</a:t>
            </a:r>
          </a:p>
          <a:p>
            <a:pPr lvl="0" rtl="0">
              <a:spcBef>
                <a:spcPts val="0"/>
              </a:spcBef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  <p:transition spd="slow">
    <p:fade/>
  </p:transition>
</p:sld>
</file>

<file path=ppt/theme/theme1.xml><?xml version="1.0" encoding="utf-8"?>
<a:theme xmlns:a="http://schemas.openxmlformats.org/drawingml/2006/main" xmlns:r="http://schemas.openxmlformats.org/officeDocument/2006/relationships" name="3_Office Theme">
  <a:themeElements>
    <a:clrScheme name="ONOS-color">
      <a:dk1>
        <a:srgbClr val="000000"/>
      </a:dk1>
      <a:lt1>
        <a:srgbClr val="FFFFFF"/>
      </a:lt1>
      <a:dk2>
        <a:srgbClr val="333333"/>
      </a:dk2>
      <a:lt2>
        <a:srgbClr val="CCCCCC"/>
      </a:lt2>
      <a:accent1>
        <a:srgbClr val="7F0002"/>
      </a:accent1>
      <a:accent2>
        <a:srgbClr val="39182D"/>
      </a:accent2>
      <a:accent3>
        <a:srgbClr val="AD0004"/>
      </a:accent3>
      <a:accent4>
        <a:srgbClr val="0C3366"/>
      </a:accent4>
      <a:accent5>
        <a:srgbClr val="0E47B1"/>
      </a:accent5>
      <a:accent6>
        <a:srgbClr val="666666"/>
      </a:accent6>
      <a:hlink>
        <a:srgbClr val="AD0004"/>
      </a:hlink>
      <a:folHlink>
        <a:srgbClr val="E6682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2_ONOS">
  <a:themeElements>
    <a:clrScheme name="Custom 347">
      <a:dk1>
        <a:srgbClr val="000000"/>
      </a:dk1>
      <a:lt1>
        <a:srgbClr val="FFFFFF"/>
      </a:lt1>
      <a:dk2>
        <a:srgbClr val="666666"/>
      </a:dk2>
      <a:lt2>
        <a:srgbClr val="CCCCCC"/>
      </a:lt2>
      <a:accent1>
        <a:srgbClr val="3A81BA"/>
      </a:accent1>
      <a:accent2>
        <a:srgbClr val="D89F39"/>
      </a:accent2>
      <a:accent3>
        <a:srgbClr val="8BAB42"/>
      </a:accent3>
      <a:accent4>
        <a:srgbClr val="57A7B5"/>
      </a:accent4>
      <a:accent5>
        <a:srgbClr val="8B81D2"/>
      </a:accent5>
      <a:accent6>
        <a:srgbClr val="963334"/>
      </a:accent6>
      <a:hlink>
        <a:srgbClr val="1155CC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NOS">
  <a:themeElements>
    <a:clrScheme name="Custom 347">
      <a:dk1>
        <a:srgbClr val="000000"/>
      </a:dk1>
      <a:lt1>
        <a:srgbClr val="FFFFFF"/>
      </a:lt1>
      <a:dk2>
        <a:srgbClr val="666666"/>
      </a:dk2>
      <a:lt2>
        <a:srgbClr val="CCCCCC"/>
      </a:lt2>
      <a:accent1>
        <a:srgbClr val="3A81BA"/>
      </a:accent1>
      <a:accent2>
        <a:srgbClr val="D89F39"/>
      </a:accent2>
      <a:accent3>
        <a:srgbClr val="8BAB42"/>
      </a:accent3>
      <a:accent4>
        <a:srgbClr val="57A7B5"/>
      </a:accent4>
      <a:accent5>
        <a:srgbClr val="8B81D2"/>
      </a:accent5>
      <a:accent6>
        <a:srgbClr val="963334"/>
      </a:accent6>
      <a:hlink>
        <a:srgbClr val="1155CC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NOS">
  <a:themeElements>
    <a:clrScheme name="Custom 347">
      <a:dk1>
        <a:srgbClr val="000000"/>
      </a:dk1>
      <a:lt1>
        <a:srgbClr val="FFFFFF"/>
      </a:lt1>
      <a:dk2>
        <a:srgbClr val="666666"/>
      </a:dk2>
      <a:lt2>
        <a:srgbClr val="CCCCCC"/>
      </a:lt2>
      <a:accent1>
        <a:srgbClr val="3A81BA"/>
      </a:accent1>
      <a:accent2>
        <a:srgbClr val="D89F39"/>
      </a:accent2>
      <a:accent3>
        <a:srgbClr val="8BAB42"/>
      </a:accent3>
      <a:accent4>
        <a:srgbClr val="57A7B5"/>
      </a:accent4>
      <a:accent5>
        <a:srgbClr val="8B81D2"/>
      </a:accent5>
      <a:accent6>
        <a:srgbClr val="963334"/>
      </a:accent6>
      <a:hlink>
        <a:srgbClr val="1155CC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